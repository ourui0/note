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notesSlides/notesSlide1.xml" ContentType="application/vnd.openxmlformats-officedocument.presentationml.notesSlide+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notesSlides/notesSlide2.xml" ContentType="application/vnd.openxmlformats-officedocument.presentationml.notesSlide+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4045" r:id="rId2"/>
  </p:sldMasterIdLst>
  <p:notesMasterIdLst>
    <p:notesMasterId r:id="rId79"/>
  </p:notesMasterIdLst>
  <p:sldIdLst>
    <p:sldId id="256" r:id="rId3"/>
    <p:sldId id="488" r:id="rId4"/>
    <p:sldId id="475" r:id="rId5"/>
    <p:sldId id="259" r:id="rId6"/>
    <p:sldId id="266" r:id="rId7"/>
    <p:sldId id="432" r:id="rId8"/>
    <p:sldId id="433" r:id="rId9"/>
    <p:sldId id="435" r:id="rId10"/>
    <p:sldId id="436" r:id="rId11"/>
    <p:sldId id="437" r:id="rId12"/>
    <p:sldId id="403" r:id="rId13"/>
    <p:sldId id="438" r:id="rId14"/>
    <p:sldId id="439" r:id="rId15"/>
    <p:sldId id="440" r:id="rId16"/>
    <p:sldId id="441" r:id="rId17"/>
    <p:sldId id="442" r:id="rId18"/>
    <p:sldId id="486" r:id="rId19"/>
    <p:sldId id="487" r:id="rId20"/>
    <p:sldId id="444" r:id="rId21"/>
    <p:sldId id="445" r:id="rId22"/>
    <p:sldId id="446" r:id="rId23"/>
    <p:sldId id="450" r:id="rId24"/>
    <p:sldId id="375" r:id="rId25"/>
    <p:sldId id="447" r:id="rId26"/>
    <p:sldId id="448" r:id="rId27"/>
    <p:sldId id="449" r:id="rId28"/>
    <p:sldId id="451" r:id="rId29"/>
    <p:sldId id="389" r:id="rId30"/>
    <p:sldId id="452" r:id="rId31"/>
    <p:sldId id="453" r:id="rId32"/>
    <p:sldId id="476" r:id="rId33"/>
    <p:sldId id="477" r:id="rId34"/>
    <p:sldId id="478" r:id="rId35"/>
    <p:sldId id="479" r:id="rId36"/>
    <p:sldId id="461" r:id="rId37"/>
    <p:sldId id="419" r:id="rId38"/>
    <p:sldId id="462" r:id="rId39"/>
    <p:sldId id="463" r:id="rId40"/>
    <p:sldId id="293" r:id="rId41"/>
    <p:sldId id="481" r:id="rId42"/>
    <p:sldId id="465" r:id="rId43"/>
    <p:sldId id="482" r:id="rId44"/>
    <p:sldId id="276" r:id="rId45"/>
    <p:sldId id="422" r:id="rId46"/>
    <p:sldId id="423" r:id="rId47"/>
    <p:sldId id="466" r:id="rId48"/>
    <p:sldId id="314" r:id="rId49"/>
    <p:sldId id="426" r:id="rId50"/>
    <p:sldId id="278" r:id="rId51"/>
    <p:sldId id="341" r:id="rId52"/>
    <p:sldId id="472" r:id="rId53"/>
    <p:sldId id="483" r:id="rId54"/>
    <p:sldId id="484" r:id="rId55"/>
    <p:sldId id="468" r:id="rId56"/>
    <p:sldId id="469" r:id="rId57"/>
    <p:sldId id="295" r:id="rId58"/>
    <p:sldId id="296" r:id="rId59"/>
    <p:sldId id="425" r:id="rId60"/>
    <p:sldId id="470" r:id="rId61"/>
    <p:sldId id="327" r:id="rId62"/>
    <p:sldId id="344" r:id="rId63"/>
    <p:sldId id="345" r:id="rId64"/>
    <p:sldId id="328" r:id="rId65"/>
    <p:sldId id="431" r:id="rId66"/>
    <p:sldId id="319" r:id="rId67"/>
    <p:sldId id="471" r:id="rId68"/>
    <p:sldId id="424" r:id="rId69"/>
    <p:sldId id="285" r:id="rId70"/>
    <p:sldId id="427" r:id="rId71"/>
    <p:sldId id="348" r:id="rId72"/>
    <p:sldId id="300" r:id="rId73"/>
    <p:sldId id="302" r:id="rId74"/>
    <p:sldId id="303" r:id="rId75"/>
    <p:sldId id="287" r:id="rId76"/>
    <p:sldId id="429" r:id="rId77"/>
    <p:sldId id="430" r:id="rId78"/>
  </p:sldIdLst>
  <p:sldSz cx="9144000" cy="6858000" type="screen4x3"/>
  <p:notesSz cx="6858000" cy="9144000"/>
  <p:defaultTex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3407" userDrawn="1">
          <p15:clr>
            <a:srgbClr val="A4A3A4"/>
          </p15:clr>
        </p15:guide>
        <p15:guide id="2" pos="4921" userDrawn="1">
          <p15:clr>
            <a:srgbClr val="A4A3A4"/>
          </p15:clr>
        </p15:guide>
        <p15:guide id="3" pos="771" userDrawn="1">
          <p15:clr>
            <a:srgbClr val="A4A3A4"/>
          </p15:clr>
        </p15:guide>
        <p15:guide id="4" pos="544" userDrawn="1">
          <p15:clr>
            <a:srgbClr val="A4A3A4"/>
          </p15:clr>
        </p15:guide>
        <p15:guide id="5" pos="317" userDrawn="1">
          <p15:clr>
            <a:srgbClr val="A4A3A4"/>
          </p15:clr>
        </p15:guide>
        <p15:guide id="6" pos="2857" userDrawn="1">
          <p15:clr>
            <a:srgbClr val="A4A3A4"/>
          </p15:clr>
        </p15:guide>
        <p15:guide id="7" pos="1859" userDrawn="1">
          <p15:clr>
            <a:srgbClr val="A4A3A4"/>
          </p15:clr>
        </p15:guide>
        <p15:guide id="8" userDrawn="1">
          <p15:clr>
            <a:srgbClr val="A4A3A4"/>
          </p15:clr>
        </p15:guide>
        <p15:guide id="9" orient="horz" pos="1026" userDrawn="1">
          <p15:clr>
            <a:srgbClr val="A4A3A4"/>
          </p15:clr>
        </p15:guide>
        <p15:guide id="10" pos="3220" userDrawn="1">
          <p15:clr>
            <a:srgbClr val="A4A3A4"/>
          </p15:clr>
        </p15:guide>
        <p15:guide id="11" orient="horz" pos="1616" userDrawn="1">
          <p15:clr>
            <a:srgbClr val="A4A3A4"/>
          </p15:clr>
        </p15:guide>
        <p15:guide id="12" pos="528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U Yao" initials="LY" lastIdx="0" clrIdx="0">
    <p:extLst>
      <p:ext uri="{19B8F6BF-5375-455C-9EA6-DF929625EA0E}">
        <p15:presenceInfo xmlns:p15="http://schemas.microsoft.com/office/powerpoint/2012/main" userId="544448065ee70a4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8000"/>
    <a:srgbClr val="FFFF66"/>
    <a:srgbClr val="008000"/>
    <a:srgbClr val="00FFCC"/>
    <a:srgbClr val="FF6600"/>
    <a:srgbClr val="FFCCFF"/>
    <a:srgbClr val="FF99FF"/>
    <a:srgbClr val="0066FF"/>
    <a:srgbClr val="BB1528"/>
    <a:srgbClr val="F3C9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547" autoAdjust="0"/>
    <p:restoredTop sz="94280" autoAdjust="0"/>
  </p:normalViewPr>
  <p:slideViewPr>
    <p:cSldViewPr snapToGrid="0">
      <p:cViewPr varScale="1">
        <p:scale>
          <a:sx n="163" d="100"/>
          <a:sy n="163" d="100"/>
        </p:scale>
        <p:origin x="1632" y="104"/>
      </p:cViewPr>
      <p:guideLst>
        <p:guide orient="horz" pos="3407"/>
        <p:guide pos="4921"/>
        <p:guide pos="771"/>
        <p:guide pos="544"/>
        <p:guide pos="317"/>
        <p:guide pos="2857"/>
        <p:guide pos="1859"/>
        <p:guide/>
        <p:guide orient="horz" pos="1026"/>
        <p:guide pos="3220"/>
        <p:guide orient="horz" pos="1616"/>
        <p:guide pos="5284"/>
      </p:guideLst>
    </p:cSldViewPr>
  </p:slideViewPr>
  <p:notesTextViewPr>
    <p:cViewPr>
      <p:scale>
        <a:sx n="1" d="1"/>
        <a:sy n="1" d="1"/>
      </p:scale>
      <p:origin x="0" y="0"/>
    </p:cViewPr>
  </p:notesTextViewPr>
  <p:gridSpacing cx="180022" cy="180022"/>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tableStyles" Target="tableStyles.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notesMaster" Target="notesMasters/notesMaster1.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viewProps" Target="viewProp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commentAuthors" Target="commentAuthor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s>
</file>

<file path=ppt/drawings/_rels/vmlDrawing1.vml.rels><?xml version="1.0" encoding="UTF-8" standalone="yes"?>
<Relationships xmlns="http://schemas.openxmlformats.org/package/2006/relationships"><Relationship Id="rId8" Type="http://schemas.openxmlformats.org/officeDocument/2006/relationships/image" Target="../media/image12.wmf"/><Relationship Id="rId13" Type="http://schemas.openxmlformats.org/officeDocument/2006/relationships/image" Target="../media/image17.wmf"/><Relationship Id="rId3" Type="http://schemas.openxmlformats.org/officeDocument/2006/relationships/image" Target="../media/image7.wmf"/><Relationship Id="rId7" Type="http://schemas.openxmlformats.org/officeDocument/2006/relationships/image" Target="../media/image11.wmf"/><Relationship Id="rId12" Type="http://schemas.openxmlformats.org/officeDocument/2006/relationships/image" Target="../media/image16.wmf"/><Relationship Id="rId17" Type="http://schemas.openxmlformats.org/officeDocument/2006/relationships/image" Target="../media/image21.wmf"/><Relationship Id="rId2" Type="http://schemas.openxmlformats.org/officeDocument/2006/relationships/image" Target="../media/image6.wmf"/><Relationship Id="rId16" Type="http://schemas.openxmlformats.org/officeDocument/2006/relationships/image" Target="../media/image20.wmf"/><Relationship Id="rId1" Type="http://schemas.openxmlformats.org/officeDocument/2006/relationships/image" Target="../media/image5.wmf"/><Relationship Id="rId6" Type="http://schemas.openxmlformats.org/officeDocument/2006/relationships/image" Target="../media/image10.wmf"/><Relationship Id="rId11" Type="http://schemas.openxmlformats.org/officeDocument/2006/relationships/image" Target="../media/image15.wmf"/><Relationship Id="rId5" Type="http://schemas.openxmlformats.org/officeDocument/2006/relationships/image" Target="../media/image9.wmf"/><Relationship Id="rId15" Type="http://schemas.openxmlformats.org/officeDocument/2006/relationships/image" Target="../media/image19.wmf"/><Relationship Id="rId10" Type="http://schemas.openxmlformats.org/officeDocument/2006/relationships/image" Target="../media/image14.wmf"/><Relationship Id="rId4" Type="http://schemas.openxmlformats.org/officeDocument/2006/relationships/image" Target="../media/image8.wmf"/><Relationship Id="rId9" Type="http://schemas.openxmlformats.org/officeDocument/2006/relationships/image" Target="../media/image13.wmf"/><Relationship Id="rId14" Type="http://schemas.openxmlformats.org/officeDocument/2006/relationships/image" Target="../media/image18.wmf"/></Relationships>
</file>

<file path=ppt/drawings/_rels/vmlDrawing2.vml.rels><?xml version="1.0" encoding="UTF-8" standalone="yes"?>
<Relationships xmlns="http://schemas.openxmlformats.org/package/2006/relationships"><Relationship Id="rId8" Type="http://schemas.openxmlformats.org/officeDocument/2006/relationships/image" Target="../media/image44.wmf"/><Relationship Id="rId3" Type="http://schemas.openxmlformats.org/officeDocument/2006/relationships/image" Target="../media/image39.wmf"/><Relationship Id="rId7" Type="http://schemas.openxmlformats.org/officeDocument/2006/relationships/image" Target="../media/image43.wmf"/><Relationship Id="rId2" Type="http://schemas.openxmlformats.org/officeDocument/2006/relationships/image" Target="../media/image38.wmf"/><Relationship Id="rId1" Type="http://schemas.openxmlformats.org/officeDocument/2006/relationships/image" Target="../media/image37.wmf"/><Relationship Id="rId6" Type="http://schemas.openxmlformats.org/officeDocument/2006/relationships/image" Target="../media/image42.wmf"/><Relationship Id="rId5" Type="http://schemas.openxmlformats.org/officeDocument/2006/relationships/image" Target="../media/image41.wmf"/><Relationship Id="rId4" Type="http://schemas.openxmlformats.org/officeDocument/2006/relationships/image" Target="../media/image40.wmf"/></Relationships>
</file>

<file path=ppt/drawings/_rels/vmlDrawing3.vml.rels><?xml version="1.0" encoding="UTF-8" standalone="yes"?>
<Relationships xmlns="http://schemas.openxmlformats.org/package/2006/relationships"><Relationship Id="rId8" Type="http://schemas.openxmlformats.org/officeDocument/2006/relationships/image" Target="../media/image40.wmf"/><Relationship Id="rId13" Type="http://schemas.openxmlformats.org/officeDocument/2006/relationships/image" Target="../media/image42.wmf"/><Relationship Id="rId3" Type="http://schemas.openxmlformats.org/officeDocument/2006/relationships/image" Target="../media/image47.wmf"/><Relationship Id="rId7" Type="http://schemas.openxmlformats.org/officeDocument/2006/relationships/image" Target="../media/image39.wmf"/><Relationship Id="rId12" Type="http://schemas.openxmlformats.org/officeDocument/2006/relationships/image" Target="../media/image41.wmf"/><Relationship Id="rId2" Type="http://schemas.openxmlformats.org/officeDocument/2006/relationships/image" Target="../media/image46.wmf"/><Relationship Id="rId1" Type="http://schemas.openxmlformats.org/officeDocument/2006/relationships/image" Target="../media/image45.wmf"/><Relationship Id="rId6" Type="http://schemas.openxmlformats.org/officeDocument/2006/relationships/image" Target="../media/image38.wmf"/><Relationship Id="rId11" Type="http://schemas.openxmlformats.org/officeDocument/2006/relationships/image" Target="../media/image52.wmf"/><Relationship Id="rId5" Type="http://schemas.openxmlformats.org/officeDocument/2006/relationships/image" Target="../media/image49.wmf"/><Relationship Id="rId10" Type="http://schemas.openxmlformats.org/officeDocument/2006/relationships/image" Target="../media/image51.wmf"/><Relationship Id="rId4" Type="http://schemas.openxmlformats.org/officeDocument/2006/relationships/image" Target="../media/image48.wmf"/><Relationship Id="rId9" Type="http://schemas.openxmlformats.org/officeDocument/2006/relationships/image" Target="../media/image50.wmf"/><Relationship Id="rId14" Type="http://schemas.openxmlformats.org/officeDocument/2006/relationships/image" Target="../media/image53.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38.wmf"/><Relationship Id="rId1" Type="http://schemas.openxmlformats.org/officeDocument/2006/relationships/image" Target="../media/image45.wmf"/><Relationship Id="rId5" Type="http://schemas.openxmlformats.org/officeDocument/2006/relationships/image" Target="../media/image52.wmf"/><Relationship Id="rId4" Type="http://schemas.openxmlformats.org/officeDocument/2006/relationships/image" Target="../media/image40.wmf"/></Relationships>
</file>

<file path=ppt/drawings/_rels/vmlDrawing5.vml.rels><?xml version="1.0" encoding="UTF-8" standalone="yes"?>
<Relationships xmlns="http://schemas.openxmlformats.org/package/2006/relationships"><Relationship Id="rId8" Type="http://schemas.openxmlformats.org/officeDocument/2006/relationships/image" Target="../media/image42.wmf"/><Relationship Id="rId3" Type="http://schemas.openxmlformats.org/officeDocument/2006/relationships/image" Target="../media/image47.wmf"/><Relationship Id="rId7" Type="http://schemas.openxmlformats.org/officeDocument/2006/relationships/image" Target="../media/image39.wmf"/><Relationship Id="rId2" Type="http://schemas.openxmlformats.org/officeDocument/2006/relationships/image" Target="../media/image46.wmf"/><Relationship Id="rId1" Type="http://schemas.openxmlformats.org/officeDocument/2006/relationships/image" Target="../media/image45.wmf"/><Relationship Id="rId6" Type="http://schemas.openxmlformats.org/officeDocument/2006/relationships/image" Target="../media/image38.wmf"/><Relationship Id="rId11" Type="http://schemas.openxmlformats.org/officeDocument/2006/relationships/image" Target="../media/image56.wmf"/><Relationship Id="rId5" Type="http://schemas.openxmlformats.org/officeDocument/2006/relationships/image" Target="../media/image49.wmf"/><Relationship Id="rId10" Type="http://schemas.openxmlformats.org/officeDocument/2006/relationships/image" Target="../media/image55.wmf"/><Relationship Id="rId4" Type="http://schemas.openxmlformats.org/officeDocument/2006/relationships/image" Target="../media/image48.wmf"/><Relationship Id="rId9" Type="http://schemas.openxmlformats.org/officeDocument/2006/relationships/image" Target="../media/image54.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38.wmf"/><Relationship Id="rId1" Type="http://schemas.openxmlformats.org/officeDocument/2006/relationships/image" Target="../media/image45.wmf"/><Relationship Id="rId4" Type="http://schemas.openxmlformats.org/officeDocument/2006/relationships/image" Target="../media/image40.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59.wmf"/><Relationship Id="rId2" Type="http://schemas.openxmlformats.org/officeDocument/2006/relationships/image" Target="../media/image58.wmf"/><Relationship Id="rId1" Type="http://schemas.openxmlformats.org/officeDocument/2006/relationships/image" Target="../media/image57.wmf"/><Relationship Id="rId5" Type="http://schemas.openxmlformats.org/officeDocument/2006/relationships/image" Target="../media/image61.wmf"/><Relationship Id="rId4" Type="http://schemas.openxmlformats.org/officeDocument/2006/relationships/image" Target="../media/image60.wmf"/></Relationships>
</file>

<file path=ppt/drawings/_rels/vmlDrawing8.vml.rels><?xml version="1.0" encoding="UTF-8" standalone="yes"?>
<Relationships xmlns="http://schemas.openxmlformats.org/package/2006/relationships"><Relationship Id="rId8" Type="http://schemas.openxmlformats.org/officeDocument/2006/relationships/image" Target="../media/image69.wmf"/><Relationship Id="rId3" Type="http://schemas.openxmlformats.org/officeDocument/2006/relationships/image" Target="../media/image64.wmf"/><Relationship Id="rId7" Type="http://schemas.openxmlformats.org/officeDocument/2006/relationships/image" Target="../media/image68.wmf"/><Relationship Id="rId2" Type="http://schemas.openxmlformats.org/officeDocument/2006/relationships/image" Target="../media/image63.wmf"/><Relationship Id="rId1" Type="http://schemas.openxmlformats.org/officeDocument/2006/relationships/image" Target="../media/image62.wmf"/><Relationship Id="rId6" Type="http://schemas.openxmlformats.org/officeDocument/2006/relationships/image" Target="../media/image67.wmf"/><Relationship Id="rId11" Type="http://schemas.openxmlformats.org/officeDocument/2006/relationships/image" Target="../media/image72.wmf"/><Relationship Id="rId5" Type="http://schemas.openxmlformats.org/officeDocument/2006/relationships/image" Target="../media/image66.wmf"/><Relationship Id="rId10" Type="http://schemas.openxmlformats.org/officeDocument/2006/relationships/image" Target="../media/image71.wmf"/><Relationship Id="rId4" Type="http://schemas.openxmlformats.org/officeDocument/2006/relationships/image" Target="../media/image65.wmf"/><Relationship Id="rId9" Type="http://schemas.openxmlformats.org/officeDocument/2006/relationships/image" Target="../media/image70.wmf"/></Relationships>
</file>

<file path=ppt/drawings/_rels/vmlDrawing9.vml.rels><?xml version="1.0" encoding="UTF-8" standalone="yes"?>
<Relationships xmlns="http://schemas.openxmlformats.org/package/2006/relationships"><Relationship Id="rId8" Type="http://schemas.openxmlformats.org/officeDocument/2006/relationships/image" Target="../media/image69.wmf"/><Relationship Id="rId3" Type="http://schemas.openxmlformats.org/officeDocument/2006/relationships/image" Target="../media/image64.wmf"/><Relationship Id="rId7" Type="http://schemas.openxmlformats.org/officeDocument/2006/relationships/image" Target="../media/image68.wmf"/><Relationship Id="rId2" Type="http://schemas.openxmlformats.org/officeDocument/2006/relationships/image" Target="../media/image63.wmf"/><Relationship Id="rId1" Type="http://schemas.openxmlformats.org/officeDocument/2006/relationships/image" Target="../media/image62.wmf"/><Relationship Id="rId6" Type="http://schemas.openxmlformats.org/officeDocument/2006/relationships/image" Target="../media/image67.wmf"/><Relationship Id="rId11" Type="http://schemas.openxmlformats.org/officeDocument/2006/relationships/image" Target="../media/image72.wmf"/><Relationship Id="rId5" Type="http://schemas.openxmlformats.org/officeDocument/2006/relationships/image" Target="../media/image66.wmf"/><Relationship Id="rId10" Type="http://schemas.openxmlformats.org/officeDocument/2006/relationships/image" Target="../media/image71.wmf"/><Relationship Id="rId4" Type="http://schemas.openxmlformats.org/officeDocument/2006/relationships/image" Target="../media/image65.wmf"/><Relationship Id="rId9" Type="http://schemas.openxmlformats.org/officeDocument/2006/relationships/image" Target="../media/image70.wmf"/></Relationships>
</file>

<file path=ppt/drawings/_rels/vmlDrawing10.vml.rels><?xml version="1.0" encoding="UTF-8" standalone="yes"?>
<Relationships xmlns="http://schemas.openxmlformats.org/package/2006/relationships"><Relationship Id="rId8" Type="http://schemas.openxmlformats.org/officeDocument/2006/relationships/image" Target="../media/image80.wmf"/><Relationship Id="rId3" Type="http://schemas.openxmlformats.org/officeDocument/2006/relationships/image" Target="../media/image75.wmf"/><Relationship Id="rId7" Type="http://schemas.openxmlformats.org/officeDocument/2006/relationships/image" Target="../media/image79.wmf"/><Relationship Id="rId12" Type="http://schemas.openxmlformats.org/officeDocument/2006/relationships/image" Target="../media/image84.wmf"/><Relationship Id="rId2" Type="http://schemas.openxmlformats.org/officeDocument/2006/relationships/image" Target="../media/image74.wmf"/><Relationship Id="rId1" Type="http://schemas.openxmlformats.org/officeDocument/2006/relationships/image" Target="../media/image73.wmf"/><Relationship Id="rId6" Type="http://schemas.openxmlformats.org/officeDocument/2006/relationships/image" Target="../media/image78.wmf"/><Relationship Id="rId11" Type="http://schemas.openxmlformats.org/officeDocument/2006/relationships/image" Target="../media/image83.wmf"/><Relationship Id="rId5" Type="http://schemas.openxmlformats.org/officeDocument/2006/relationships/image" Target="../media/image77.wmf"/><Relationship Id="rId10" Type="http://schemas.openxmlformats.org/officeDocument/2006/relationships/image" Target="../media/image82.wmf"/><Relationship Id="rId4" Type="http://schemas.openxmlformats.org/officeDocument/2006/relationships/image" Target="../media/image76.wmf"/><Relationship Id="rId9" Type="http://schemas.openxmlformats.org/officeDocument/2006/relationships/image" Target="../media/image81.wmf"/></Relationships>
</file>

<file path=ppt/drawings/_rels/vmlDrawing11.vml.rels><?xml version="1.0" encoding="UTF-8" standalone="yes"?>
<Relationships xmlns="http://schemas.openxmlformats.org/package/2006/relationships"><Relationship Id="rId8" Type="http://schemas.openxmlformats.org/officeDocument/2006/relationships/image" Target="../media/image77.wmf"/><Relationship Id="rId3" Type="http://schemas.openxmlformats.org/officeDocument/2006/relationships/image" Target="../media/image75.wmf"/><Relationship Id="rId7" Type="http://schemas.openxmlformats.org/officeDocument/2006/relationships/image" Target="../media/image82.wmf"/><Relationship Id="rId2" Type="http://schemas.openxmlformats.org/officeDocument/2006/relationships/image" Target="../media/image73.wmf"/><Relationship Id="rId1" Type="http://schemas.openxmlformats.org/officeDocument/2006/relationships/image" Target="../media/image74.wmf"/><Relationship Id="rId6" Type="http://schemas.openxmlformats.org/officeDocument/2006/relationships/image" Target="../media/image81.wmf"/><Relationship Id="rId5" Type="http://schemas.openxmlformats.org/officeDocument/2006/relationships/image" Target="../media/image79.wmf"/><Relationship Id="rId10" Type="http://schemas.openxmlformats.org/officeDocument/2006/relationships/image" Target="../media/image84.wmf"/><Relationship Id="rId4" Type="http://schemas.openxmlformats.org/officeDocument/2006/relationships/image" Target="../media/image78.wmf"/><Relationship Id="rId9" Type="http://schemas.openxmlformats.org/officeDocument/2006/relationships/image" Target="../media/image83.wmf"/></Relationships>
</file>

<file path=ppt/drawings/_rels/vmlDrawing12.vml.rels><?xml version="1.0" encoding="UTF-8" standalone="yes"?>
<Relationships xmlns="http://schemas.openxmlformats.org/package/2006/relationships"><Relationship Id="rId8" Type="http://schemas.openxmlformats.org/officeDocument/2006/relationships/image" Target="../media/image82.wmf"/><Relationship Id="rId3" Type="http://schemas.openxmlformats.org/officeDocument/2006/relationships/image" Target="../media/image75.wmf"/><Relationship Id="rId7" Type="http://schemas.openxmlformats.org/officeDocument/2006/relationships/image" Target="../media/image79.wmf"/><Relationship Id="rId2" Type="http://schemas.openxmlformats.org/officeDocument/2006/relationships/image" Target="../media/image73.wmf"/><Relationship Id="rId1" Type="http://schemas.openxmlformats.org/officeDocument/2006/relationships/image" Target="../media/image74.wmf"/><Relationship Id="rId6" Type="http://schemas.openxmlformats.org/officeDocument/2006/relationships/image" Target="../media/image76.wmf"/><Relationship Id="rId5" Type="http://schemas.openxmlformats.org/officeDocument/2006/relationships/image" Target="../media/image78.wmf"/><Relationship Id="rId10" Type="http://schemas.openxmlformats.org/officeDocument/2006/relationships/image" Target="../media/image83.wmf"/><Relationship Id="rId4" Type="http://schemas.openxmlformats.org/officeDocument/2006/relationships/image" Target="../media/image77.wmf"/><Relationship Id="rId9" Type="http://schemas.openxmlformats.org/officeDocument/2006/relationships/image" Target="../media/image84.wmf"/></Relationships>
</file>

<file path=ppt/drawings/_rels/vmlDrawing13.vml.rels><?xml version="1.0" encoding="UTF-8" standalone="yes"?>
<Relationships xmlns="http://schemas.openxmlformats.org/package/2006/relationships"><Relationship Id="rId8" Type="http://schemas.openxmlformats.org/officeDocument/2006/relationships/image" Target="../media/image92.wmf"/><Relationship Id="rId13" Type="http://schemas.openxmlformats.org/officeDocument/2006/relationships/image" Target="../media/image97.wmf"/><Relationship Id="rId3" Type="http://schemas.openxmlformats.org/officeDocument/2006/relationships/image" Target="../media/image87.wmf"/><Relationship Id="rId7" Type="http://schemas.openxmlformats.org/officeDocument/2006/relationships/image" Target="../media/image91.wmf"/><Relationship Id="rId12" Type="http://schemas.openxmlformats.org/officeDocument/2006/relationships/image" Target="../media/image96.wmf"/><Relationship Id="rId2" Type="http://schemas.openxmlformats.org/officeDocument/2006/relationships/image" Target="../media/image86.wmf"/><Relationship Id="rId1" Type="http://schemas.openxmlformats.org/officeDocument/2006/relationships/image" Target="../media/image85.wmf"/><Relationship Id="rId6" Type="http://schemas.openxmlformats.org/officeDocument/2006/relationships/image" Target="../media/image90.wmf"/><Relationship Id="rId11" Type="http://schemas.openxmlformats.org/officeDocument/2006/relationships/image" Target="../media/image95.wmf"/><Relationship Id="rId5" Type="http://schemas.openxmlformats.org/officeDocument/2006/relationships/image" Target="../media/image89.wmf"/><Relationship Id="rId10" Type="http://schemas.openxmlformats.org/officeDocument/2006/relationships/image" Target="../media/image94.wmf"/><Relationship Id="rId4" Type="http://schemas.openxmlformats.org/officeDocument/2006/relationships/image" Target="../media/image88.wmf"/><Relationship Id="rId9" Type="http://schemas.openxmlformats.org/officeDocument/2006/relationships/image" Target="../media/image93.wmf"/><Relationship Id="rId14" Type="http://schemas.openxmlformats.org/officeDocument/2006/relationships/image" Target="../media/image98.wmf"/></Relationships>
</file>

<file path=ppt/drawings/_rels/vmlDrawing14.vml.rels><?xml version="1.0" encoding="UTF-8" standalone="yes"?>
<Relationships xmlns="http://schemas.openxmlformats.org/package/2006/relationships"><Relationship Id="rId8" Type="http://schemas.openxmlformats.org/officeDocument/2006/relationships/image" Target="../media/image106.wmf"/><Relationship Id="rId13" Type="http://schemas.openxmlformats.org/officeDocument/2006/relationships/image" Target="../media/image111.wmf"/><Relationship Id="rId3" Type="http://schemas.openxmlformats.org/officeDocument/2006/relationships/image" Target="../media/image101.wmf"/><Relationship Id="rId7" Type="http://schemas.openxmlformats.org/officeDocument/2006/relationships/image" Target="../media/image105.wmf"/><Relationship Id="rId12" Type="http://schemas.openxmlformats.org/officeDocument/2006/relationships/image" Target="../media/image110.wmf"/><Relationship Id="rId2" Type="http://schemas.openxmlformats.org/officeDocument/2006/relationships/image" Target="../media/image100.wmf"/><Relationship Id="rId1" Type="http://schemas.openxmlformats.org/officeDocument/2006/relationships/image" Target="../media/image99.wmf"/><Relationship Id="rId6" Type="http://schemas.openxmlformats.org/officeDocument/2006/relationships/image" Target="../media/image104.wmf"/><Relationship Id="rId11" Type="http://schemas.openxmlformats.org/officeDocument/2006/relationships/image" Target="../media/image109.wmf"/><Relationship Id="rId5" Type="http://schemas.openxmlformats.org/officeDocument/2006/relationships/image" Target="../media/image103.wmf"/><Relationship Id="rId10" Type="http://schemas.openxmlformats.org/officeDocument/2006/relationships/image" Target="../media/image108.wmf"/><Relationship Id="rId4" Type="http://schemas.openxmlformats.org/officeDocument/2006/relationships/image" Target="../media/image102.wmf"/><Relationship Id="rId9" Type="http://schemas.openxmlformats.org/officeDocument/2006/relationships/image" Target="../media/image107.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105.wmf"/><Relationship Id="rId7" Type="http://schemas.openxmlformats.org/officeDocument/2006/relationships/image" Target="../media/image111.wmf"/><Relationship Id="rId2" Type="http://schemas.openxmlformats.org/officeDocument/2006/relationships/image" Target="../media/image102.wmf"/><Relationship Id="rId1" Type="http://schemas.openxmlformats.org/officeDocument/2006/relationships/image" Target="../media/image99.wmf"/><Relationship Id="rId6" Type="http://schemas.openxmlformats.org/officeDocument/2006/relationships/image" Target="../media/image110.wmf"/><Relationship Id="rId5" Type="http://schemas.openxmlformats.org/officeDocument/2006/relationships/image" Target="../media/image109.wmf"/><Relationship Id="rId4" Type="http://schemas.openxmlformats.org/officeDocument/2006/relationships/image" Target="../media/image108.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105.wmf"/><Relationship Id="rId7" Type="http://schemas.openxmlformats.org/officeDocument/2006/relationships/image" Target="../media/image111.wmf"/><Relationship Id="rId2" Type="http://schemas.openxmlformats.org/officeDocument/2006/relationships/image" Target="../media/image102.wmf"/><Relationship Id="rId1" Type="http://schemas.openxmlformats.org/officeDocument/2006/relationships/image" Target="../media/image99.wmf"/><Relationship Id="rId6" Type="http://schemas.openxmlformats.org/officeDocument/2006/relationships/image" Target="../media/image110.wmf"/><Relationship Id="rId5" Type="http://schemas.openxmlformats.org/officeDocument/2006/relationships/image" Target="../media/image109.wmf"/><Relationship Id="rId4" Type="http://schemas.openxmlformats.org/officeDocument/2006/relationships/image" Target="../media/image108.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105.wmf"/><Relationship Id="rId7" Type="http://schemas.openxmlformats.org/officeDocument/2006/relationships/image" Target="../media/image111.wmf"/><Relationship Id="rId2" Type="http://schemas.openxmlformats.org/officeDocument/2006/relationships/image" Target="../media/image102.wmf"/><Relationship Id="rId1" Type="http://schemas.openxmlformats.org/officeDocument/2006/relationships/image" Target="../media/image99.wmf"/><Relationship Id="rId6" Type="http://schemas.openxmlformats.org/officeDocument/2006/relationships/image" Target="../media/image110.wmf"/><Relationship Id="rId5" Type="http://schemas.openxmlformats.org/officeDocument/2006/relationships/image" Target="../media/image109.wmf"/><Relationship Id="rId4" Type="http://schemas.openxmlformats.org/officeDocument/2006/relationships/image" Target="../media/image108.wmf"/></Relationships>
</file>

<file path=ppt/drawings/_rels/vmlDrawing18.vml.rels><?xml version="1.0" encoding="UTF-8" standalone="yes"?>
<Relationships xmlns="http://schemas.openxmlformats.org/package/2006/relationships"><Relationship Id="rId8" Type="http://schemas.openxmlformats.org/officeDocument/2006/relationships/image" Target="../media/image101.wmf"/><Relationship Id="rId13" Type="http://schemas.openxmlformats.org/officeDocument/2006/relationships/image" Target="../media/image115.wmf"/><Relationship Id="rId18" Type="http://schemas.openxmlformats.org/officeDocument/2006/relationships/image" Target="../media/image120.wmf"/><Relationship Id="rId3" Type="http://schemas.openxmlformats.org/officeDocument/2006/relationships/image" Target="../media/image102.wmf"/><Relationship Id="rId7" Type="http://schemas.openxmlformats.org/officeDocument/2006/relationships/image" Target="../media/image99.wmf"/><Relationship Id="rId12" Type="http://schemas.openxmlformats.org/officeDocument/2006/relationships/image" Target="../media/image114.wmf"/><Relationship Id="rId17" Type="http://schemas.openxmlformats.org/officeDocument/2006/relationships/image" Target="../media/image119.wmf"/><Relationship Id="rId2" Type="http://schemas.openxmlformats.org/officeDocument/2006/relationships/image" Target="../media/image109.wmf"/><Relationship Id="rId16" Type="http://schemas.openxmlformats.org/officeDocument/2006/relationships/image" Target="../media/image118.wmf"/><Relationship Id="rId1" Type="http://schemas.openxmlformats.org/officeDocument/2006/relationships/image" Target="../media/image108.wmf"/><Relationship Id="rId6" Type="http://schemas.openxmlformats.org/officeDocument/2006/relationships/image" Target="../media/image107.wmf"/><Relationship Id="rId11" Type="http://schemas.openxmlformats.org/officeDocument/2006/relationships/image" Target="../media/image113.wmf"/><Relationship Id="rId5" Type="http://schemas.openxmlformats.org/officeDocument/2006/relationships/image" Target="../media/image105.wmf"/><Relationship Id="rId15" Type="http://schemas.openxmlformats.org/officeDocument/2006/relationships/image" Target="../media/image117.wmf"/><Relationship Id="rId10" Type="http://schemas.openxmlformats.org/officeDocument/2006/relationships/image" Target="../media/image112.wmf"/><Relationship Id="rId19" Type="http://schemas.openxmlformats.org/officeDocument/2006/relationships/image" Target="../media/image121.wmf"/><Relationship Id="rId4" Type="http://schemas.openxmlformats.org/officeDocument/2006/relationships/image" Target="../media/image104.wmf"/><Relationship Id="rId9" Type="http://schemas.openxmlformats.org/officeDocument/2006/relationships/image" Target="../media/image110.wmf"/><Relationship Id="rId14" Type="http://schemas.openxmlformats.org/officeDocument/2006/relationships/image" Target="../media/image116.wmf"/></Relationships>
</file>

<file path=ppt/drawings/_rels/vmlDrawing19.vml.rels><?xml version="1.0" encoding="UTF-8" standalone="yes"?>
<Relationships xmlns="http://schemas.openxmlformats.org/package/2006/relationships"><Relationship Id="rId8" Type="http://schemas.openxmlformats.org/officeDocument/2006/relationships/image" Target="../media/image129.wmf"/><Relationship Id="rId13" Type="http://schemas.openxmlformats.org/officeDocument/2006/relationships/image" Target="../media/image134.wmf"/><Relationship Id="rId3" Type="http://schemas.openxmlformats.org/officeDocument/2006/relationships/image" Target="../media/image124.wmf"/><Relationship Id="rId7" Type="http://schemas.openxmlformats.org/officeDocument/2006/relationships/image" Target="../media/image128.wmf"/><Relationship Id="rId12" Type="http://schemas.openxmlformats.org/officeDocument/2006/relationships/image" Target="../media/image133.wmf"/><Relationship Id="rId17" Type="http://schemas.openxmlformats.org/officeDocument/2006/relationships/image" Target="../media/image138.wmf"/><Relationship Id="rId2" Type="http://schemas.openxmlformats.org/officeDocument/2006/relationships/image" Target="../media/image123.wmf"/><Relationship Id="rId16" Type="http://schemas.openxmlformats.org/officeDocument/2006/relationships/image" Target="../media/image137.wmf"/><Relationship Id="rId1" Type="http://schemas.openxmlformats.org/officeDocument/2006/relationships/image" Target="../media/image122.wmf"/><Relationship Id="rId6" Type="http://schemas.openxmlformats.org/officeDocument/2006/relationships/image" Target="../media/image127.wmf"/><Relationship Id="rId11" Type="http://schemas.openxmlformats.org/officeDocument/2006/relationships/image" Target="../media/image132.wmf"/><Relationship Id="rId5" Type="http://schemas.openxmlformats.org/officeDocument/2006/relationships/image" Target="../media/image126.wmf"/><Relationship Id="rId15" Type="http://schemas.openxmlformats.org/officeDocument/2006/relationships/image" Target="../media/image136.wmf"/><Relationship Id="rId10" Type="http://schemas.openxmlformats.org/officeDocument/2006/relationships/image" Target="../media/image131.wmf"/><Relationship Id="rId4" Type="http://schemas.openxmlformats.org/officeDocument/2006/relationships/image" Target="../media/image125.wmf"/><Relationship Id="rId9" Type="http://schemas.openxmlformats.org/officeDocument/2006/relationships/image" Target="../media/image130.wmf"/><Relationship Id="rId14" Type="http://schemas.openxmlformats.org/officeDocument/2006/relationships/image" Target="../media/image135.wmf"/></Relationships>
</file>

<file path=ppt/drawings/_rels/vmlDrawing20.vml.rels><?xml version="1.0" encoding="UTF-8" standalone="yes"?>
<Relationships xmlns="http://schemas.openxmlformats.org/package/2006/relationships"><Relationship Id="rId8" Type="http://schemas.openxmlformats.org/officeDocument/2006/relationships/image" Target="../media/image129.wmf"/><Relationship Id="rId13" Type="http://schemas.openxmlformats.org/officeDocument/2006/relationships/image" Target="../media/image135.wmf"/><Relationship Id="rId18" Type="http://schemas.openxmlformats.org/officeDocument/2006/relationships/image" Target="../media/image139.wmf"/><Relationship Id="rId26" Type="http://schemas.openxmlformats.org/officeDocument/2006/relationships/image" Target="../media/image147.wmf"/><Relationship Id="rId3" Type="http://schemas.openxmlformats.org/officeDocument/2006/relationships/image" Target="../media/image122.wmf"/><Relationship Id="rId21" Type="http://schemas.openxmlformats.org/officeDocument/2006/relationships/image" Target="../media/image142.wmf"/><Relationship Id="rId7" Type="http://schemas.openxmlformats.org/officeDocument/2006/relationships/image" Target="../media/image128.wmf"/><Relationship Id="rId12" Type="http://schemas.openxmlformats.org/officeDocument/2006/relationships/image" Target="../media/image126.wmf"/><Relationship Id="rId17" Type="http://schemas.openxmlformats.org/officeDocument/2006/relationships/image" Target="../media/image134.wmf"/><Relationship Id="rId25" Type="http://schemas.openxmlformats.org/officeDocument/2006/relationships/image" Target="../media/image146.wmf"/><Relationship Id="rId2" Type="http://schemas.openxmlformats.org/officeDocument/2006/relationships/image" Target="../media/image127.wmf"/><Relationship Id="rId16" Type="http://schemas.openxmlformats.org/officeDocument/2006/relationships/image" Target="../media/image133.wmf"/><Relationship Id="rId20" Type="http://schemas.openxmlformats.org/officeDocument/2006/relationships/image" Target="../media/image141.wmf"/><Relationship Id="rId29" Type="http://schemas.openxmlformats.org/officeDocument/2006/relationships/image" Target="../media/image150.wmf"/><Relationship Id="rId1" Type="http://schemas.openxmlformats.org/officeDocument/2006/relationships/image" Target="../media/image130.wmf"/><Relationship Id="rId6" Type="http://schemas.openxmlformats.org/officeDocument/2006/relationships/image" Target="../media/image125.wmf"/><Relationship Id="rId11" Type="http://schemas.openxmlformats.org/officeDocument/2006/relationships/image" Target="../media/image132.wmf"/><Relationship Id="rId24" Type="http://schemas.openxmlformats.org/officeDocument/2006/relationships/image" Target="../media/image145.wmf"/><Relationship Id="rId5" Type="http://schemas.openxmlformats.org/officeDocument/2006/relationships/image" Target="../media/image124.wmf"/><Relationship Id="rId15" Type="http://schemas.openxmlformats.org/officeDocument/2006/relationships/image" Target="../media/image131.wmf"/><Relationship Id="rId23" Type="http://schemas.openxmlformats.org/officeDocument/2006/relationships/image" Target="../media/image144.wmf"/><Relationship Id="rId28" Type="http://schemas.openxmlformats.org/officeDocument/2006/relationships/image" Target="../media/image149.wmf"/><Relationship Id="rId10" Type="http://schemas.openxmlformats.org/officeDocument/2006/relationships/image" Target="../media/image137.wmf"/><Relationship Id="rId19" Type="http://schemas.openxmlformats.org/officeDocument/2006/relationships/image" Target="../media/image140.wmf"/><Relationship Id="rId4" Type="http://schemas.openxmlformats.org/officeDocument/2006/relationships/image" Target="../media/image123.wmf"/><Relationship Id="rId9" Type="http://schemas.openxmlformats.org/officeDocument/2006/relationships/image" Target="../media/image136.wmf"/><Relationship Id="rId14" Type="http://schemas.openxmlformats.org/officeDocument/2006/relationships/image" Target="../media/image138.wmf"/><Relationship Id="rId22" Type="http://schemas.openxmlformats.org/officeDocument/2006/relationships/image" Target="../media/image143.wmf"/><Relationship Id="rId27" Type="http://schemas.openxmlformats.org/officeDocument/2006/relationships/image" Target="../media/image148.wmf"/></Relationships>
</file>

<file path=ppt/drawings/_rels/vmlDrawing21.vml.rels><?xml version="1.0" encoding="UTF-8" standalone="yes"?>
<Relationships xmlns="http://schemas.openxmlformats.org/package/2006/relationships"><Relationship Id="rId8" Type="http://schemas.openxmlformats.org/officeDocument/2006/relationships/image" Target="../media/image158.wmf"/><Relationship Id="rId13" Type="http://schemas.openxmlformats.org/officeDocument/2006/relationships/image" Target="../media/image163.wmf"/><Relationship Id="rId18" Type="http://schemas.openxmlformats.org/officeDocument/2006/relationships/image" Target="../media/image168.wmf"/><Relationship Id="rId3" Type="http://schemas.openxmlformats.org/officeDocument/2006/relationships/image" Target="../media/image153.wmf"/><Relationship Id="rId7" Type="http://schemas.openxmlformats.org/officeDocument/2006/relationships/image" Target="../media/image157.wmf"/><Relationship Id="rId12" Type="http://schemas.openxmlformats.org/officeDocument/2006/relationships/image" Target="../media/image162.wmf"/><Relationship Id="rId17" Type="http://schemas.openxmlformats.org/officeDocument/2006/relationships/image" Target="../media/image167.wmf"/><Relationship Id="rId2" Type="http://schemas.openxmlformats.org/officeDocument/2006/relationships/image" Target="../media/image152.wmf"/><Relationship Id="rId16" Type="http://schemas.openxmlformats.org/officeDocument/2006/relationships/image" Target="../media/image166.wmf"/><Relationship Id="rId1" Type="http://schemas.openxmlformats.org/officeDocument/2006/relationships/image" Target="../media/image151.wmf"/><Relationship Id="rId6" Type="http://schemas.openxmlformats.org/officeDocument/2006/relationships/image" Target="../media/image156.wmf"/><Relationship Id="rId11" Type="http://schemas.openxmlformats.org/officeDocument/2006/relationships/image" Target="../media/image161.wmf"/><Relationship Id="rId5" Type="http://schemas.openxmlformats.org/officeDocument/2006/relationships/image" Target="../media/image155.wmf"/><Relationship Id="rId15" Type="http://schemas.openxmlformats.org/officeDocument/2006/relationships/image" Target="../media/image165.wmf"/><Relationship Id="rId10" Type="http://schemas.openxmlformats.org/officeDocument/2006/relationships/image" Target="../media/image160.wmf"/><Relationship Id="rId19" Type="http://schemas.openxmlformats.org/officeDocument/2006/relationships/image" Target="../media/image169.wmf"/><Relationship Id="rId4" Type="http://schemas.openxmlformats.org/officeDocument/2006/relationships/image" Target="../media/image154.wmf"/><Relationship Id="rId9" Type="http://schemas.openxmlformats.org/officeDocument/2006/relationships/image" Target="../media/image159.wmf"/><Relationship Id="rId14" Type="http://schemas.openxmlformats.org/officeDocument/2006/relationships/image" Target="../media/image164.wmf"/></Relationships>
</file>

<file path=ppt/drawings/_rels/vmlDrawing22.vml.rels><?xml version="1.0" encoding="UTF-8" standalone="yes"?>
<Relationships xmlns="http://schemas.openxmlformats.org/package/2006/relationships"><Relationship Id="rId8" Type="http://schemas.openxmlformats.org/officeDocument/2006/relationships/image" Target="../media/image153.wmf"/><Relationship Id="rId13" Type="http://schemas.openxmlformats.org/officeDocument/2006/relationships/image" Target="../media/image161.wmf"/><Relationship Id="rId18" Type="http://schemas.openxmlformats.org/officeDocument/2006/relationships/image" Target="../media/image168.wmf"/><Relationship Id="rId3" Type="http://schemas.openxmlformats.org/officeDocument/2006/relationships/image" Target="../media/image165.wmf"/><Relationship Id="rId7" Type="http://schemas.openxmlformats.org/officeDocument/2006/relationships/image" Target="../media/image152.wmf"/><Relationship Id="rId12" Type="http://schemas.openxmlformats.org/officeDocument/2006/relationships/image" Target="../media/image158.wmf"/><Relationship Id="rId17" Type="http://schemas.openxmlformats.org/officeDocument/2006/relationships/image" Target="../media/image167.wmf"/><Relationship Id="rId2" Type="http://schemas.openxmlformats.org/officeDocument/2006/relationships/image" Target="../media/image164.wmf"/><Relationship Id="rId16" Type="http://schemas.openxmlformats.org/officeDocument/2006/relationships/image" Target="../media/image166.wmf"/><Relationship Id="rId1" Type="http://schemas.openxmlformats.org/officeDocument/2006/relationships/image" Target="../media/image155.wmf"/><Relationship Id="rId6" Type="http://schemas.openxmlformats.org/officeDocument/2006/relationships/image" Target="../media/image151.wmf"/><Relationship Id="rId11" Type="http://schemas.openxmlformats.org/officeDocument/2006/relationships/image" Target="../media/image157.wmf"/><Relationship Id="rId5" Type="http://schemas.openxmlformats.org/officeDocument/2006/relationships/image" Target="../media/image160.wmf"/><Relationship Id="rId15" Type="http://schemas.openxmlformats.org/officeDocument/2006/relationships/image" Target="../media/image163.wmf"/><Relationship Id="rId10" Type="http://schemas.openxmlformats.org/officeDocument/2006/relationships/image" Target="../media/image156.wmf"/><Relationship Id="rId19" Type="http://schemas.openxmlformats.org/officeDocument/2006/relationships/image" Target="../media/image169.wmf"/><Relationship Id="rId4" Type="http://schemas.openxmlformats.org/officeDocument/2006/relationships/image" Target="../media/image159.wmf"/><Relationship Id="rId9" Type="http://schemas.openxmlformats.org/officeDocument/2006/relationships/image" Target="../media/image154.wmf"/><Relationship Id="rId14" Type="http://schemas.openxmlformats.org/officeDocument/2006/relationships/image" Target="../media/image162.wmf"/></Relationships>
</file>

<file path=ppt/drawings/_rels/vmlDrawing23.vml.rels><?xml version="1.0" encoding="UTF-8" standalone="yes"?>
<Relationships xmlns="http://schemas.openxmlformats.org/package/2006/relationships"><Relationship Id="rId8" Type="http://schemas.openxmlformats.org/officeDocument/2006/relationships/image" Target="../media/image156.wmf"/><Relationship Id="rId13" Type="http://schemas.openxmlformats.org/officeDocument/2006/relationships/image" Target="../media/image161.wmf"/><Relationship Id="rId18" Type="http://schemas.openxmlformats.org/officeDocument/2006/relationships/image" Target="../media/image168.wmf"/><Relationship Id="rId3" Type="http://schemas.openxmlformats.org/officeDocument/2006/relationships/image" Target="../media/image160.wmf"/><Relationship Id="rId7" Type="http://schemas.openxmlformats.org/officeDocument/2006/relationships/image" Target="../media/image154.wmf"/><Relationship Id="rId12" Type="http://schemas.openxmlformats.org/officeDocument/2006/relationships/image" Target="../media/image165.wmf"/><Relationship Id="rId17" Type="http://schemas.openxmlformats.org/officeDocument/2006/relationships/image" Target="../media/image167.wmf"/><Relationship Id="rId2" Type="http://schemas.openxmlformats.org/officeDocument/2006/relationships/image" Target="../media/image159.wmf"/><Relationship Id="rId16" Type="http://schemas.openxmlformats.org/officeDocument/2006/relationships/image" Target="../media/image166.wmf"/><Relationship Id="rId1" Type="http://schemas.openxmlformats.org/officeDocument/2006/relationships/image" Target="../media/image155.wmf"/><Relationship Id="rId6" Type="http://schemas.openxmlformats.org/officeDocument/2006/relationships/image" Target="../media/image153.wmf"/><Relationship Id="rId11" Type="http://schemas.openxmlformats.org/officeDocument/2006/relationships/image" Target="../media/image164.wmf"/><Relationship Id="rId5" Type="http://schemas.openxmlformats.org/officeDocument/2006/relationships/image" Target="../media/image170.wmf"/><Relationship Id="rId15" Type="http://schemas.openxmlformats.org/officeDocument/2006/relationships/image" Target="../media/image163.wmf"/><Relationship Id="rId10" Type="http://schemas.openxmlformats.org/officeDocument/2006/relationships/image" Target="../media/image158.wmf"/><Relationship Id="rId19" Type="http://schemas.openxmlformats.org/officeDocument/2006/relationships/image" Target="../media/image169.wmf"/><Relationship Id="rId4" Type="http://schemas.openxmlformats.org/officeDocument/2006/relationships/image" Target="../media/image151.wmf"/><Relationship Id="rId9" Type="http://schemas.openxmlformats.org/officeDocument/2006/relationships/image" Target="../media/image157.wmf"/><Relationship Id="rId14" Type="http://schemas.openxmlformats.org/officeDocument/2006/relationships/image" Target="../media/image162.wmf"/></Relationships>
</file>

<file path=ppt/drawings/_rels/vmlDrawing24.vml.rels><?xml version="1.0" encoding="UTF-8" standalone="yes"?>
<Relationships xmlns="http://schemas.openxmlformats.org/package/2006/relationships"><Relationship Id="rId13" Type="http://schemas.openxmlformats.org/officeDocument/2006/relationships/image" Target="../media/image161.wmf"/><Relationship Id="rId18" Type="http://schemas.openxmlformats.org/officeDocument/2006/relationships/image" Target="../media/image171.wmf"/><Relationship Id="rId26" Type="http://schemas.openxmlformats.org/officeDocument/2006/relationships/image" Target="../media/image170.wmf"/><Relationship Id="rId3" Type="http://schemas.openxmlformats.org/officeDocument/2006/relationships/image" Target="../media/image151.wmf"/><Relationship Id="rId21" Type="http://schemas.openxmlformats.org/officeDocument/2006/relationships/image" Target="../media/image174.wmf"/><Relationship Id="rId34" Type="http://schemas.openxmlformats.org/officeDocument/2006/relationships/image" Target="../media/image184.wmf"/><Relationship Id="rId7" Type="http://schemas.openxmlformats.org/officeDocument/2006/relationships/image" Target="../media/image157.wmf"/><Relationship Id="rId12" Type="http://schemas.openxmlformats.org/officeDocument/2006/relationships/image" Target="../media/image164.wmf"/><Relationship Id="rId17" Type="http://schemas.openxmlformats.org/officeDocument/2006/relationships/image" Target="../media/image169.wmf"/><Relationship Id="rId25" Type="http://schemas.openxmlformats.org/officeDocument/2006/relationships/image" Target="../media/image178.wmf"/><Relationship Id="rId33" Type="http://schemas.openxmlformats.org/officeDocument/2006/relationships/image" Target="../media/image183.wmf"/><Relationship Id="rId2" Type="http://schemas.openxmlformats.org/officeDocument/2006/relationships/image" Target="../media/image155.wmf"/><Relationship Id="rId16" Type="http://schemas.openxmlformats.org/officeDocument/2006/relationships/image" Target="../media/image168.wmf"/><Relationship Id="rId20" Type="http://schemas.openxmlformats.org/officeDocument/2006/relationships/image" Target="../media/image173.wmf"/><Relationship Id="rId29" Type="http://schemas.openxmlformats.org/officeDocument/2006/relationships/image" Target="../media/image179.wmf"/><Relationship Id="rId1" Type="http://schemas.openxmlformats.org/officeDocument/2006/relationships/image" Target="../media/image154.wmf"/><Relationship Id="rId6" Type="http://schemas.openxmlformats.org/officeDocument/2006/relationships/image" Target="../media/image156.wmf"/><Relationship Id="rId11" Type="http://schemas.openxmlformats.org/officeDocument/2006/relationships/image" Target="../media/image165.wmf"/><Relationship Id="rId24" Type="http://schemas.openxmlformats.org/officeDocument/2006/relationships/image" Target="../media/image177.wmf"/><Relationship Id="rId32" Type="http://schemas.openxmlformats.org/officeDocument/2006/relationships/image" Target="../media/image182.wmf"/><Relationship Id="rId5" Type="http://schemas.openxmlformats.org/officeDocument/2006/relationships/image" Target="../media/image152.wmf"/><Relationship Id="rId15" Type="http://schemas.openxmlformats.org/officeDocument/2006/relationships/image" Target="../media/image163.wmf"/><Relationship Id="rId23" Type="http://schemas.openxmlformats.org/officeDocument/2006/relationships/image" Target="../media/image176.wmf"/><Relationship Id="rId28" Type="http://schemas.openxmlformats.org/officeDocument/2006/relationships/image" Target="../media/image160.wmf"/><Relationship Id="rId36" Type="http://schemas.openxmlformats.org/officeDocument/2006/relationships/image" Target="../media/image186.wmf"/><Relationship Id="rId10" Type="http://schemas.openxmlformats.org/officeDocument/2006/relationships/image" Target="../media/image167.wmf"/><Relationship Id="rId19" Type="http://schemas.openxmlformats.org/officeDocument/2006/relationships/image" Target="../media/image172.wmf"/><Relationship Id="rId31" Type="http://schemas.openxmlformats.org/officeDocument/2006/relationships/image" Target="../media/image181.wmf"/><Relationship Id="rId4" Type="http://schemas.openxmlformats.org/officeDocument/2006/relationships/image" Target="../media/image153.wmf"/><Relationship Id="rId9" Type="http://schemas.openxmlformats.org/officeDocument/2006/relationships/image" Target="../media/image166.wmf"/><Relationship Id="rId14" Type="http://schemas.openxmlformats.org/officeDocument/2006/relationships/image" Target="../media/image162.wmf"/><Relationship Id="rId22" Type="http://schemas.openxmlformats.org/officeDocument/2006/relationships/image" Target="../media/image175.wmf"/><Relationship Id="rId27" Type="http://schemas.openxmlformats.org/officeDocument/2006/relationships/image" Target="../media/image159.wmf"/><Relationship Id="rId30" Type="http://schemas.openxmlformats.org/officeDocument/2006/relationships/image" Target="../media/image180.wmf"/><Relationship Id="rId35" Type="http://schemas.openxmlformats.org/officeDocument/2006/relationships/image" Target="../media/image185.wmf"/><Relationship Id="rId8" Type="http://schemas.openxmlformats.org/officeDocument/2006/relationships/image" Target="../media/image158.wmf"/></Relationships>
</file>

<file path=ppt/drawings/_rels/vmlDrawing25.vml.rels><?xml version="1.0" encoding="UTF-8" standalone="yes"?>
<Relationships xmlns="http://schemas.openxmlformats.org/package/2006/relationships"><Relationship Id="rId8" Type="http://schemas.openxmlformats.org/officeDocument/2006/relationships/image" Target="../media/image194.wmf"/><Relationship Id="rId13" Type="http://schemas.openxmlformats.org/officeDocument/2006/relationships/image" Target="../media/image199.wmf"/><Relationship Id="rId3" Type="http://schemas.openxmlformats.org/officeDocument/2006/relationships/image" Target="../media/image189.wmf"/><Relationship Id="rId7" Type="http://schemas.openxmlformats.org/officeDocument/2006/relationships/image" Target="../media/image193.wmf"/><Relationship Id="rId12" Type="http://schemas.openxmlformats.org/officeDocument/2006/relationships/image" Target="../media/image198.wmf"/><Relationship Id="rId2" Type="http://schemas.openxmlformats.org/officeDocument/2006/relationships/image" Target="../media/image188.wmf"/><Relationship Id="rId1" Type="http://schemas.openxmlformats.org/officeDocument/2006/relationships/image" Target="../media/image187.wmf"/><Relationship Id="rId6" Type="http://schemas.openxmlformats.org/officeDocument/2006/relationships/image" Target="../media/image192.wmf"/><Relationship Id="rId11" Type="http://schemas.openxmlformats.org/officeDocument/2006/relationships/image" Target="../media/image197.wmf"/><Relationship Id="rId5" Type="http://schemas.openxmlformats.org/officeDocument/2006/relationships/image" Target="../media/image191.wmf"/><Relationship Id="rId10" Type="http://schemas.openxmlformats.org/officeDocument/2006/relationships/image" Target="../media/image196.wmf"/><Relationship Id="rId4" Type="http://schemas.openxmlformats.org/officeDocument/2006/relationships/image" Target="../media/image190.wmf"/><Relationship Id="rId9" Type="http://schemas.openxmlformats.org/officeDocument/2006/relationships/image" Target="../media/image195.wmf"/><Relationship Id="rId14" Type="http://schemas.openxmlformats.org/officeDocument/2006/relationships/image" Target="../media/image200.wmf"/></Relationships>
</file>

<file path=ppt/drawings/_rels/vmlDrawing26.vml.rels><?xml version="1.0" encoding="UTF-8" standalone="yes"?>
<Relationships xmlns="http://schemas.openxmlformats.org/package/2006/relationships"><Relationship Id="rId8" Type="http://schemas.openxmlformats.org/officeDocument/2006/relationships/image" Target="../media/image194.wmf"/><Relationship Id="rId3" Type="http://schemas.openxmlformats.org/officeDocument/2006/relationships/image" Target="../media/image189.wmf"/><Relationship Id="rId7" Type="http://schemas.openxmlformats.org/officeDocument/2006/relationships/image" Target="../media/image193.wmf"/><Relationship Id="rId12" Type="http://schemas.openxmlformats.org/officeDocument/2006/relationships/image" Target="../media/image200.wmf"/><Relationship Id="rId2" Type="http://schemas.openxmlformats.org/officeDocument/2006/relationships/image" Target="../media/image188.wmf"/><Relationship Id="rId1" Type="http://schemas.openxmlformats.org/officeDocument/2006/relationships/image" Target="../media/image187.wmf"/><Relationship Id="rId6" Type="http://schemas.openxmlformats.org/officeDocument/2006/relationships/image" Target="../media/image192.wmf"/><Relationship Id="rId11" Type="http://schemas.openxmlformats.org/officeDocument/2006/relationships/image" Target="../media/image201.wmf"/><Relationship Id="rId5" Type="http://schemas.openxmlformats.org/officeDocument/2006/relationships/image" Target="../media/image191.wmf"/><Relationship Id="rId10" Type="http://schemas.openxmlformats.org/officeDocument/2006/relationships/image" Target="../media/image197.wmf"/><Relationship Id="rId4" Type="http://schemas.openxmlformats.org/officeDocument/2006/relationships/image" Target="../media/image190.wmf"/><Relationship Id="rId9" Type="http://schemas.openxmlformats.org/officeDocument/2006/relationships/image" Target="../media/image196.wmf"/></Relationships>
</file>

<file path=ppt/drawings/_rels/vmlDrawing27.vml.rels><?xml version="1.0" encoding="UTF-8" standalone="yes"?>
<Relationships xmlns="http://schemas.openxmlformats.org/package/2006/relationships"><Relationship Id="rId8" Type="http://schemas.openxmlformats.org/officeDocument/2006/relationships/image" Target="../media/image194.wmf"/><Relationship Id="rId13" Type="http://schemas.openxmlformats.org/officeDocument/2006/relationships/image" Target="../media/image199.wmf"/><Relationship Id="rId3" Type="http://schemas.openxmlformats.org/officeDocument/2006/relationships/image" Target="../media/image189.wmf"/><Relationship Id="rId7" Type="http://schemas.openxmlformats.org/officeDocument/2006/relationships/image" Target="../media/image193.wmf"/><Relationship Id="rId12" Type="http://schemas.openxmlformats.org/officeDocument/2006/relationships/image" Target="../media/image198.wmf"/><Relationship Id="rId2" Type="http://schemas.openxmlformats.org/officeDocument/2006/relationships/image" Target="../media/image188.wmf"/><Relationship Id="rId1" Type="http://schemas.openxmlformats.org/officeDocument/2006/relationships/image" Target="../media/image187.wmf"/><Relationship Id="rId6" Type="http://schemas.openxmlformats.org/officeDocument/2006/relationships/image" Target="../media/image192.wmf"/><Relationship Id="rId11" Type="http://schemas.openxmlformats.org/officeDocument/2006/relationships/image" Target="../media/image197.wmf"/><Relationship Id="rId5" Type="http://schemas.openxmlformats.org/officeDocument/2006/relationships/image" Target="../media/image191.wmf"/><Relationship Id="rId10" Type="http://schemas.openxmlformats.org/officeDocument/2006/relationships/image" Target="../media/image196.wmf"/><Relationship Id="rId4" Type="http://schemas.openxmlformats.org/officeDocument/2006/relationships/image" Target="../media/image190.wmf"/><Relationship Id="rId9" Type="http://schemas.openxmlformats.org/officeDocument/2006/relationships/image" Target="../media/image195.wmf"/><Relationship Id="rId14" Type="http://schemas.openxmlformats.org/officeDocument/2006/relationships/image" Target="../media/image200.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A8B376-A465-4E38-A6B9-C14C64F2A1B0}" type="datetimeFigureOut">
              <a:rPr lang="zh-CN" altLang="en-US" smtClean="0"/>
              <a:t>2024/3/21</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FB24BC-D3B0-439F-AF04-87E1AEE9040B}" type="slidenum">
              <a:rPr lang="zh-CN" altLang="en-US" smtClean="0"/>
              <a:t>‹#›</a:t>
            </a:fld>
            <a:endParaRPr lang="zh-CN" altLang="en-US"/>
          </a:p>
        </p:txBody>
      </p:sp>
    </p:spTree>
    <p:extLst>
      <p:ext uri="{BB962C8B-B14F-4D97-AF65-F5344CB8AC3E}">
        <p14:creationId xmlns:p14="http://schemas.microsoft.com/office/powerpoint/2010/main" val="19744987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7809720-D19F-40F6-B91C-F8FF09AFE50B}" type="slidenum">
              <a:rPr lang="en-US" altLang="zh-CN" smtClean="0"/>
              <a:pPr>
                <a:defRPr/>
              </a:pPr>
              <a:t>18</a:t>
            </a:fld>
            <a:endParaRPr lang="en-US" altLang="zh-CN"/>
          </a:p>
        </p:txBody>
      </p:sp>
    </p:spTree>
    <p:extLst>
      <p:ext uri="{BB962C8B-B14F-4D97-AF65-F5344CB8AC3E}">
        <p14:creationId xmlns:p14="http://schemas.microsoft.com/office/powerpoint/2010/main" val="2721476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FB24BC-D3B0-439F-AF04-87E1AEE9040B}" type="slidenum">
              <a:rPr lang="zh-CN" altLang="en-US" smtClean="0"/>
              <a:t>62</a:t>
            </a:fld>
            <a:endParaRPr lang="zh-CN" altLang="en-US"/>
          </a:p>
        </p:txBody>
      </p:sp>
    </p:spTree>
    <p:extLst>
      <p:ext uri="{BB962C8B-B14F-4D97-AF65-F5344CB8AC3E}">
        <p14:creationId xmlns:p14="http://schemas.microsoft.com/office/powerpoint/2010/main" val="33540322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A71BBF2F-6E7A-407E-8D33-25B407AC0BB7}" type="slidenum">
              <a:rPr lang="en-US" altLang="zh-CN"/>
              <a:pPr/>
              <a:t>‹#›</a:t>
            </a:fld>
            <a:endParaRPr lang="en-US" altLang="zh-CN"/>
          </a:p>
        </p:txBody>
      </p:sp>
    </p:spTree>
    <p:extLst>
      <p:ext uri="{BB962C8B-B14F-4D97-AF65-F5344CB8AC3E}">
        <p14:creationId xmlns:p14="http://schemas.microsoft.com/office/powerpoint/2010/main" val="2639722834"/>
      </p:ext>
    </p:extLst>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3" name="内容占位符 2"/>
          <p:cNvSpPr>
            <a:spLocks noGrp="1"/>
          </p:cNvSpPr>
          <p:nvPr>
            <p:ph idx="1"/>
          </p:nvPr>
        </p:nvSpPr>
        <p:spPr/>
        <p:txBody>
          <a:bodyPr>
            <a:normAutofit/>
          </a:bodyPr>
          <a:lstStyle>
            <a:lvl1pPr>
              <a:lnSpc>
                <a:spcPct val="150000"/>
              </a:lnSpc>
              <a:defRPr>
                <a:latin typeface="微软雅黑 Light" panose="020B0502040204020203" pitchFamily="34" charset="-122"/>
                <a:ea typeface="微软雅黑 Light" panose="020B0502040204020203" pitchFamily="34" charset="-122"/>
              </a:defRPr>
            </a:lvl1pPr>
            <a:lvl2pPr>
              <a:lnSpc>
                <a:spcPct val="150000"/>
              </a:lnSpc>
              <a:defRPr>
                <a:latin typeface="微软雅黑 Light" panose="020B0502040204020203" pitchFamily="34" charset="-122"/>
                <a:ea typeface="微软雅黑 Light" panose="020B0502040204020203" pitchFamily="34" charset="-122"/>
              </a:defRPr>
            </a:lvl2pPr>
            <a:lvl3pPr>
              <a:lnSpc>
                <a:spcPct val="150000"/>
              </a:lnSpc>
              <a:defRPr>
                <a:latin typeface="微软雅黑 Light" panose="020B0502040204020203" pitchFamily="34" charset="-122"/>
                <a:ea typeface="微软雅黑 Light" panose="020B0502040204020203" pitchFamily="34" charset="-122"/>
              </a:defRPr>
            </a:lvl3pPr>
            <a:lvl4pPr>
              <a:lnSpc>
                <a:spcPct val="150000"/>
              </a:lnSpc>
              <a:defRPr>
                <a:latin typeface="微软雅黑 Light" panose="020B0502040204020203" pitchFamily="34" charset="-122"/>
                <a:ea typeface="微软雅黑 Light" panose="020B0502040204020203" pitchFamily="34" charset="-122"/>
              </a:defRPr>
            </a:lvl4pPr>
            <a:lvl5pPr>
              <a:lnSpc>
                <a:spcPct val="150000"/>
              </a:lnSpc>
              <a:defRPr>
                <a:latin typeface="微软雅黑 Light" panose="020B0502040204020203" pitchFamily="34" charset="-122"/>
                <a:ea typeface="微软雅黑 Light" panose="020B0502040204020203" pitchFamily="34" charset="-122"/>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3F1DEE70-54CE-4E9A-8873-CCC9B6907E19}" type="slidenum">
              <a:rPr lang="en-US" altLang="zh-CN"/>
              <a:pPr/>
              <a:t>‹#›</a:t>
            </a:fld>
            <a:endParaRPr lang="en-US" altLang="zh-CN"/>
          </a:p>
        </p:txBody>
      </p:sp>
    </p:spTree>
    <p:extLst>
      <p:ext uri="{BB962C8B-B14F-4D97-AF65-F5344CB8AC3E}">
        <p14:creationId xmlns:p14="http://schemas.microsoft.com/office/powerpoint/2010/main" val="1223087702"/>
      </p:ext>
    </p:extLst>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8967A3F3-65E4-4E60-8E75-5508C03147B4}" type="slidenum">
              <a:rPr lang="en-US" altLang="zh-CN"/>
              <a:pPr/>
              <a:t>‹#›</a:t>
            </a:fld>
            <a:endParaRPr lang="en-US" altLang="zh-CN"/>
          </a:p>
        </p:txBody>
      </p:sp>
    </p:spTree>
    <p:extLst>
      <p:ext uri="{BB962C8B-B14F-4D97-AF65-F5344CB8AC3E}">
        <p14:creationId xmlns:p14="http://schemas.microsoft.com/office/powerpoint/2010/main" val="2952664822"/>
      </p:ext>
    </p:extLst>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341438"/>
            <a:ext cx="4038600" cy="478472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41438"/>
            <a:ext cx="4038600" cy="478472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4DAE4950-1EEE-44D0-BA50-4BB11EEDCEBA}" type="slidenum">
              <a:rPr lang="en-US" altLang="zh-CN"/>
              <a:pPr/>
              <a:t>‹#›</a:t>
            </a:fld>
            <a:endParaRPr lang="en-US" altLang="zh-CN"/>
          </a:p>
        </p:txBody>
      </p:sp>
    </p:spTree>
    <p:extLst>
      <p:ext uri="{BB962C8B-B14F-4D97-AF65-F5344CB8AC3E}">
        <p14:creationId xmlns:p14="http://schemas.microsoft.com/office/powerpoint/2010/main" val="3058414196"/>
      </p:ext>
    </p:extLst>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7DE71A2C-FBA9-41B6-AEB6-4D0C793817B6}" type="slidenum">
              <a:rPr lang="en-US" altLang="zh-CN"/>
              <a:pPr/>
              <a:t>‹#›</a:t>
            </a:fld>
            <a:endParaRPr lang="en-US" altLang="zh-CN"/>
          </a:p>
        </p:txBody>
      </p:sp>
    </p:spTree>
    <p:extLst>
      <p:ext uri="{BB962C8B-B14F-4D97-AF65-F5344CB8AC3E}">
        <p14:creationId xmlns:p14="http://schemas.microsoft.com/office/powerpoint/2010/main" val="4107627389"/>
      </p:ext>
    </p:extLst>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9CB445E7-4369-46D9-BC22-6194B086A8BC}" type="slidenum">
              <a:rPr lang="en-US" altLang="zh-CN"/>
              <a:pPr/>
              <a:t>‹#›</a:t>
            </a:fld>
            <a:endParaRPr lang="en-US" altLang="zh-CN"/>
          </a:p>
        </p:txBody>
      </p:sp>
    </p:spTree>
    <p:extLst>
      <p:ext uri="{BB962C8B-B14F-4D97-AF65-F5344CB8AC3E}">
        <p14:creationId xmlns:p14="http://schemas.microsoft.com/office/powerpoint/2010/main" val="565024167"/>
      </p:ext>
    </p:extLst>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8757D2E0-F978-44CB-8821-1444DF42C821}" type="slidenum">
              <a:rPr lang="en-US" altLang="zh-CN"/>
              <a:pPr/>
              <a:t>‹#›</a:t>
            </a:fld>
            <a:endParaRPr lang="en-US" altLang="zh-CN"/>
          </a:p>
        </p:txBody>
      </p:sp>
    </p:spTree>
    <p:extLst>
      <p:ext uri="{BB962C8B-B14F-4D97-AF65-F5344CB8AC3E}">
        <p14:creationId xmlns:p14="http://schemas.microsoft.com/office/powerpoint/2010/main" val="3767625368"/>
      </p:ext>
    </p:extLst>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99FC1934-9964-4986-9F44-C622065099AB}" type="slidenum">
              <a:rPr lang="en-US" altLang="zh-CN"/>
              <a:pPr/>
              <a:t>‹#›</a:t>
            </a:fld>
            <a:endParaRPr lang="en-US" altLang="zh-CN"/>
          </a:p>
        </p:txBody>
      </p:sp>
    </p:spTree>
    <p:extLst>
      <p:ext uri="{BB962C8B-B14F-4D97-AF65-F5344CB8AC3E}">
        <p14:creationId xmlns:p14="http://schemas.microsoft.com/office/powerpoint/2010/main" val="4063744634"/>
      </p:ext>
    </p:extLst>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BCC7EEC1-1E84-4CD0-BF71-96015706789C}" type="slidenum">
              <a:rPr lang="en-US" altLang="zh-CN"/>
              <a:pPr/>
              <a:t>‹#›</a:t>
            </a:fld>
            <a:endParaRPr lang="en-US" altLang="zh-CN"/>
          </a:p>
        </p:txBody>
      </p:sp>
    </p:spTree>
    <p:extLst>
      <p:ext uri="{BB962C8B-B14F-4D97-AF65-F5344CB8AC3E}">
        <p14:creationId xmlns:p14="http://schemas.microsoft.com/office/powerpoint/2010/main" val="2125929382"/>
      </p:ext>
    </p:extLst>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4BF1B480-BE10-49B5-ACAF-F412793DA728}" type="slidenum">
              <a:rPr lang="en-US" altLang="zh-CN"/>
              <a:pPr/>
              <a:t>‹#›</a:t>
            </a:fld>
            <a:endParaRPr lang="en-US" altLang="zh-CN"/>
          </a:p>
        </p:txBody>
      </p:sp>
    </p:spTree>
    <p:extLst>
      <p:ext uri="{BB962C8B-B14F-4D97-AF65-F5344CB8AC3E}">
        <p14:creationId xmlns:p14="http://schemas.microsoft.com/office/powerpoint/2010/main" val="194389966"/>
      </p:ext>
    </p:extLst>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38925" y="333375"/>
            <a:ext cx="2058988" cy="579278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333375"/>
            <a:ext cx="6029325" cy="579278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21D2779B-968D-4B8D-8494-AFF09C4E39F7}" type="slidenum">
              <a:rPr lang="en-US" altLang="zh-CN"/>
              <a:pPr/>
              <a:t>‹#›</a:t>
            </a:fld>
            <a:endParaRPr lang="en-US" altLang="zh-CN"/>
          </a:p>
        </p:txBody>
      </p:sp>
    </p:spTree>
    <p:extLst>
      <p:ext uri="{BB962C8B-B14F-4D97-AF65-F5344CB8AC3E}">
        <p14:creationId xmlns:p14="http://schemas.microsoft.com/office/powerpoint/2010/main" val="2800932713"/>
      </p:ext>
    </p:extLst>
  </p:cSld>
  <p:clrMapOvr>
    <a:masterClrMapping/>
  </p:clrMapOvr>
  <p:transition>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0F74DFB6-FC4D-467F-A8F7-4E2FCB538B54}" type="slidenum">
              <a:rPr lang="en-US" altLang="zh-CN"/>
              <a:pPr/>
              <a:t>‹#›</a:t>
            </a:fld>
            <a:endParaRPr lang="en-US" altLang="zh-CN"/>
          </a:p>
        </p:txBody>
      </p:sp>
    </p:spTree>
    <p:extLst>
      <p:ext uri="{BB962C8B-B14F-4D97-AF65-F5344CB8AC3E}">
        <p14:creationId xmlns:p14="http://schemas.microsoft.com/office/powerpoint/2010/main" val="575953277"/>
      </p:ext>
    </p:extLst>
  </p:cSld>
  <p:clrMapOvr>
    <a:masterClrMapping/>
  </p:clrMapOvr>
  <p:transition>
    <p:rand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76F30B98-B48E-4D78-BC04-F7976C98F22A}" type="slidenum">
              <a:rPr lang="en-US" altLang="zh-CN"/>
              <a:pPr/>
              <a:t>‹#›</a:t>
            </a:fld>
            <a:endParaRPr lang="en-US" altLang="zh-CN"/>
          </a:p>
        </p:txBody>
      </p:sp>
    </p:spTree>
    <p:extLst>
      <p:ext uri="{BB962C8B-B14F-4D97-AF65-F5344CB8AC3E}">
        <p14:creationId xmlns:p14="http://schemas.microsoft.com/office/powerpoint/2010/main" val="2284667339"/>
      </p:ext>
    </p:extLst>
  </p:cSld>
  <p:clrMapOvr>
    <a:masterClrMapping/>
  </p:clrMapOvr>
  <p:transition>
    <p:random/>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5ACF85F5-CC4F-4736-907A-F6409AFD1EBC}" type="slidenum">
              <a:rPr lang="en-US" altLang="zh-CN"/>
              <a:pPr/>
              <a:t>‹#›</a:t>
            </a:fld>
            <a:endParaRPr lang="en-US" altLang="zh-CN"/>
          </a:p>
        </p:txBody>
      </p:sp>
    </p:spTree>
    <p:extLst>
      <p:ext uri="{BB962C8B-B14F-4D97-AF65-F5344CB8AC3E}">
        <p14:creationId xmlns:p14="http://schemas.microsoft.com/office/powerpoint/2010/main" val="2344360722"/>
      </p:ext>
    </p:extLst>
  </p:cSld>
  <p:clrMapOvr>
    <a:masterClrMapping/>
  </p:clrMapOvr>
  <p:transition>
    <p:random/>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341438"/>
            <a:ext cx="4038600" cy="478472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41438"/>
            <a:ext cx="4038600" cy="478472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764DD8B3-40C5-4EA1-B453-BA0939BBFF7F}" type="slidenum">
              <a:rPr lang="en-US" altLang="zh-CN"/>
              <a:pPr/>
              <a:t>‹#›</a:t>
            </a:fld>
            <a:endParaRPr lang="en-US" altLang="zh-CN"/>
          </a:p>
        </p:txBody>
      </p:sp>
    </p:spTree>
    <p:extLst>
      <p:ext uri="{BB962C8B-B14F-4D97-AF65-F5344CB8AC3E}">
        <p14:creationId xmlns:p14="http://schemas.microsoft.com/office/powerpoint/2010/main" val="716022165"/>
      </p:ext>
    </p:extLst>
  </p:cSld>
  <p:clrMapOvr>
    <a:masterClrMapping/>
  </p:clrMapOvr>
  <p:transition>
    <p:random/>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9563FB0A-50D5-4484-B722-F19FAC2C6628}" type="slidenum">
              <a:rPr lang="en-US" altLang="zh-CN"/>
              <a:pPr/>
              <a:t>‹#›</a:t>
            </a:fld>
            <a:endParaRPr lang="en-US" altLang="zh-CN"/>
          </a:p>
        </p:txBody>
      </p:sp>
    </p:spTree>
    <p:extLst>
      <p:ext uri="{BB962C8B-B14F-4D97-AF65-F5344CB8AC3E}">
        <p14:creationId xmlns:p14="http://schemas.microsoft.com/office/powerpoint/2010/main" val="253599181"/>
      </p:ext>
    </p:extLst>
  </p:cSld>
  <p:clrMapOvr>
    <a:masterClrMapping/>
  </p:clrMapOvr>
  <p:transition>
    <p:random/>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EEC54852-87CA-4069-A739-61E826579842}" type="slidenum">
              <a:rPr lang="en-US" altLang="zh-CN"/>
              <a:pPr/>
              <a:t>‹#›</a:t>
            </a:fld>
            <a:endParaRPr lang="en-US" altLang="zh-CN"/>
          </a:p>
        </p:txBody>
      </p:sp>
    </p:spTree>
    <p:extLst>
      <p:ext uri="{BB962C8B-B14F-4D97-AF65-F5344CB8AC3E}">
        <p14:creationId xmlns:p14="http://schemas.microsoft.com/office/powerpoint/2010/main" val="310925195"/>
      </p:ext>
    </p:extLst>
  </p:cSld>
  <p:clrMapOvr>
    <a:masterClrMapping/>
  </p:clrMapOvr>
  <p:transition>
    <p:random/>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CA668FC6-FE85-4696-8F93-E225E8DAD5DE}" type="slidenum">
              <a:rPr lang="en-US" altLang="zh-CN"/>
              <a:pPr/>
              <a:t>‹#›</a:t>
            </a:fld>
            <a:endParaRPr lang="en-US" altLang="zh-CN"/>
          </a:p>
        </p:txBody>
      </p:sp>
    </p:spTree>
    <p:extLst>
      <p:ext uri="{BB962C8B-B14F-4D97-AF65-F5344CB8AC3E}">
        <p14:creationId xmlns:p14="http://schemas.microsoft.com/office/powerpoint/2010/main" val="3354759486"/>
      </p:ext>
    </p:extLst>
  </p:cSld>
  <p:clrMapOvr>
    <a:masterClrMapping/>
  </p:clrMapOvr>
  <p:transition>
    <p:random/>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BDCC756C-C8A3-46E3-9760-80DE633075FE}" type="slidenum">
              <a:rPr lang="en-US" altLang="zh-CN"/>
              <a:pPr/>
              <a:t>‹#›</a:t>
            </a:fld>
            <a:endParaRPr lang="en-US" altLang="zh-CN"/>
          </a:p>
        </p:txBody>
      </p:sp>
    </p:spTree>
    <p:extLst>
      <p:ext uri="{BB962C8B-B14F-4D97-AF65-F5344CB8AC3E}">
        <p14:creationId xmlns:p14="http://schemas.microsoft.com/office/powerpoint/2010/main" val="810064689"/>
      </p:ext>
    </p:extLst>
  </p:cSld>
  <p:clrMapOvr>
    <a:masterClrMapping/>
  </p:clrMapOvr>
  <p:transition>
    <p:random/>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2A4D4391-ADE8-4A29-9D90-3921E0204726}" type="slidenum">
              <a:rPr lang="en-US" altLang="zh-CN"/>
              <a:pPr/>
              <a:t>‹#›</a:t>
            </a:fld>
            <a:endParaRPr lang="en-US" altLang="zh-CN"/>
          </a:p>
        </p:txBody>
      </p:sp>
    </p:spTree>
    <p:extLst>
      <p:ext uri="{BB962C8B-B14F-4D97-AF65-F5344CB8AC3E}">
        <p14:creationId xmlns:p14="http://schemas.microsoft.com/office/powerpoint/2010/main" val="1550505906"/>
      </p:ext>
    </p:extLst>
  </p:cSld>
  <p:clrMapOvr>
    <a:masterClrMapping/>
  </p:clrMapOvr>
  <p:transition>
    <p:random/>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D6A49825-FAC0-45C2-A064-47A19D9CB836}" type="slidenum">
              <a:rPr lang="en-US" altLang="zh-CN"/>
              <a:pPr/>
              <a:t>‹#›</a:t>
            </a:fld>
            <a:endParaRPr lang="en-US" altLang="zh-CN"/>
          </a:p>
        </p:txBody>
      </p:sp>
    </p:spTree>
    <p:extLst>
      <p:ext uri="{BB962C8B-B14F-4D97-AF65-F5344CB8AC3E}">
        <p14:creationId xmlns:p14="http://schemas.microsoft.com/office/powerpoint/2010/main" val="1091359619"/>
      </p:ext>
    </p:extLst>
  </p:cSld>
  <p:clrMapOvr>
    <a:masterClrMapping/>
  </p:clrMapOvr>
  <p:transition>
    <p:random/>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38925" y="333375"/>
            <a:ext cx="2058988" cy="579278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333375"/>
            <a:ext cx="6029325" cy="579278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B1AEFDAD-E5CD-414A-B124-626A93610840}" type="slidenum">
              <a:rPr lang="en-US" altLang="zh-CN"/>
              <a:pPr/>
              <a:t>‹#›</a:t>
            </a:fld>
            <a:endParaRPr lang="en-US" altLang="zh-CN"/>
          </a:p>
        </p:txBody>
      </p:sp>
    </p:spTree>
    <p:extLst>
      <p:ext uri="{BB962C8B-B14F-4D97-AF65-F5344CB8AC3E}">
        <p14:creationId xmlns:p14="http://schemas.microsoft.com/office/powerpoint/2010/main" val="485845965"/>
      </p:ext>
    </p:extLst>
  </p:cSld>
  <p:clrMapOvr>
    <a:masterClrMapping/>
  </p:clrMapOvr>
  <p:transition>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68313" y="3333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zh-CN"/>
              <a:t>单击此处编辑母版标题样式</a:t>
            </a:r>
          </a:p>
        </p:txBody>
      </p:sp>
      <p:sp>
        <p:nvSpPr>
          <p:cNvPr id="1027" name="Rectangle 3"/>
          <p:cNvSpPr>
            <a:spLocks noGrp="1" noChangeArrowheads="1"/>
          </p:cNvSpPr>
          <p:nvPr>
            <p:ph type="body" idx="1"/>
          </p:nvPr>
        </p:nvSpPr>
        <p:spPr bwMode="auto">
          <a:xfrm>
            <a:off x="457200" y="1341438"/>
            <a:ext cx="8229600" cy="478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zh-CN"/>
              <a:t>单击此处编辑母版文本样式</a:t>
            </a:r>
          </a:p>
          <a:p>
            <a:pPr lvl="1"/>
            <a:r>
              <a:rPr lang="zh-CN" altLang="zh-CN"/>
              <a:t>第二级</a:t>
            </a:r>
          </a:p>
          <a:p>
            <a:pPr lvl="2"/>
            <a:r>
              <a:rPr lang="zh-CN" altLang="zh-CN"/>
              <a:t>第三级</a:t>
            </a:r>
          </a:p>
          <a:p>
            <a:pPr lvl="3"/>
            <a:r>
              <a:rPr lang="zh-CN" altLang="zh-CN"/>
              <a:t>第四级</a:t>
            </a:r>
          </a:p>
          <a:p>
            <a:pPr lvl="4"/>
            <a:r>
              <a:rPr lang="zh-CN" altLang="zh-CN"/>
              <a:t>第五级</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1400"/>
            </a:lvl1pPr>
          </a:lstStyle>
          <a:p>
            <a:endParaRPr lang="en-US" altLang="zh-CN"/>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ctr">
              <a:defRPr sz="1400"/>
            </a:lvl1pPr>
          </a:lstStyle>
          <a:p>
            <a:endParaRPr lang="en-US" altLang="zh-CN"/>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sz="1400"/>
            </a:lvl1pPr>
          </a:lstStyle>
          <a:p>
            <a:fld id="{1464BFD0-97AB-4E41-A044-C0B7E524479B}"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4046" r:id="rId1"/>
    <p:sldLayoutId id="2147484047" r:id="rId2"/>
    <p:sldLayoutId id="2147484048" r:id="rId3"/>
    <p:sldLayoutId id="2147484049" r:id="rId4"/>
    <p:sldLayoutId id="2147484050" r:id="rId5"/>
    <p:sldLayoutId id="2147484051" r:id="rId6"/>
    <p:sldLayoutId id="2147484052" r:id="rId7"/>
    <p:sldLayoutId id="2147484053" r:id="rId8"/>
    <p:sldLayoutId id="2147484054" r:id="rId9"/>
    <p:sldLayoutId id="2147484055" r:id="rId10"/>
    <p:sldLayoutId id="2147484056" r:id="rId11"/>
  </p:sldLayoutIdLst>
  <p:transition>
    <p:random/>
  </p:transition>
  <p:txStyles>
    <p:titleStyle>
      <a:lvl1pPr algn="l" rtl="0" eaLnBrk="0" fontAlgn="base" hangingPunct="0">
        <a:spcBef>
          <a:spcPct val="0"/>
        </a:spcBef>
        <a:spcAft>
          <a:spcPct val="0"/>
        </a:spcAft>
        <a:defRPr sz="3600" kern="1200">
          <a:solidFill>
            <a:schemeClr val="tx2"/>
          </a:solidFill>
          <a:latin typeface="+mj-lt"/>
          <a:ea typeface="+mj-ea"/>
          <a:cs typeface="+mj-cs"/>
        </a:defRPr>
      </a:lvl1pPr>
      <a:lvl2pPr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defRPr>
      </a:lvl2pPr>
      <a:lvl3pPr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defRPr>
      </a:lvl3pPr>
      <a:lvl4pPr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defRPr>
      </a:lvl4pPr>
      <a:lvl5pPr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defRPr>
      </a:lvl5pPr>
      <a:lvl6pPr marL="457200"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defRPr>
      </a:lvl6pPr>
      <a:lvl7pPr marL="914400"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defRPr>
      </a:lvl7pPr>
      <a:lvl8pPr marL="1371600"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defRPr>
      </a:lvl8pPr>
      <a:lvl9pPr marL="1828800"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defRPr>
      </a:lvl9pPr>
    </p:titleStyle>
    <p:body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468313" y="3333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zh-CN"/>
              <a:t>单击此处编辑母版标题样式</a:t>
            </a:r>
          </a:p>
        </p:txBody>
      </p:sp>
      <p:sp>
        <p:nvSpPr>
          <p:cNvPr id="2051" name="Rectangle 3"/>
          <p:cNvSpPr>
            <a:spLocks noGrp="1" noChangeArrowheads="1"/>
          </p:cNvSpPr>
          <p:nvPr>
            <p:ph type="body" idx="1"/>
          </p:nvPr>
        </p:nvSpPr>
        <p:spPr bwMode="auto">
          <a:xfrm>
            <a:off x="457200" y="1341438"/>
            <a:ext cx="8229600" cy="478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zh-CN"/>
              <a:t>单击此处编辑母版文本样式</a:t>
            </a:r>
          </a:p>
          <a:p>
            <a:pPr lvl="1"/>
            <a:r>
              <a:rPr lang="zh-CN" altLang="zh-CN"/>
              <a:t>第二级</a:t>
            </a:r>
          </a:p>
          <a:p>
            <a:pPr lvl="2"/>
            <a:r>
              <a:rPr lang="zh-CN" altLang="zh-CN"/>
              <a:t>第三级</a:t>
            </a:r>
          </a:p>
          <a:p>
            <a:pPr lvl="3"/>
            <a:r>
              <a:rPr lang="zh-CN" altLang="zh-CN"/>
              <a:t>第四级</a:t>
            </a:r>
          </a:p>
          <a:p>
            <a:pPr lvl="4"/>
            <a:r>
              <a:rPr lang="zh-CN" altLang="zh-CN"/>
              <a:t>第五级</a:t>
            </a:r>
          </a:p>
        </p:txBody>
      </p:sp>
      <p:sp>
        <p:nvSpPr>
          <p:cNvPr id="2052" name="Rectangle 4"/>
          <p:cNvSpPr>
            <a:spLocks noGrp="1" noChangeArrowheads="1"/>
          </p:cNvSpPr>
          <p:nvPr>
            <p:ph type="dt" sz="half" idx="2"/>
          </p:nvPr>
        </p:nvSpPr>
        <p:spPr bwMode="auto">
          <a:xfrm>
            <a:off x="457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1400"/>
            </a:lvl1pPr>
          </a:lstStyle>
          <a:p>
            <a:endParaRPr lang="en-US" altLang="zh-CN"/>
          </a:p>
        </p:txBody>
      </p:sp>
      <p:sp>
        <p:nvSpPr>
          <p:cNvPr id="2053" name="Rectangle 5"/>
          <p:cNvSpPr>
            <a:spLocks noGrp="1" noChangeArrowheads="1"/>
          </p:cNvSpPr>
          <p:nvPr>
            <p:ph type="ftr" sz="quarter" idx="3"/>
          </p:nvPr>
        </p:nvSpPr>
        <p:spPr bwMode="auto">
          <a:xfrm>
            <a:off x="3124200" y="6245225"/>
            <a:ext cx="2895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ctr">
              <a:defRPr sz="1400"/>
            </a:lvl1pPr>
          </a:lstStyle>
          <a:p>
            <a:endParaRPr lang="en-US" altLang="zh-CN"/>
          </a:p>
        </p:txBody>
      </p:sp>
      <p:sp>
        <p:nvSpPr>
          <p:cNvPr id="2054" name="Rectangle 6"/>
          <p:cNvSpPr>
            <a:spLocks noGrp="1" noChangeArrowheads="1"/>
          </p:cNvSpPr>
          <p:nvPr>
            <p:ph type="sldNum" sz="quarter" idx="4"/>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sz="1400"/>
            </a:lvl1pPr>
          </a:lstStyle>
          <a:p>
            <a:fld id="{890DB784-50B2-41E1-8B84-36021857AE9B}"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4057" r:id="rId1"/>
    <p:sldLayoutId id="2147484058" r:id="rId2"/>
    <p:sldLayoutId id="2147484059" r:id="rId3"/>
    <p:sldLayoutId id="2147484060" r:id="rId4"/>
    <p:sldLayoutId id="2147484061" r:id="rId5"/>
    <p:sldLayoutId id="2147484062" r:id="rId6"/>
    <p:sldLayoutId id="2147484063" r:id="rId7"/>
    <p:sldLayoutId id="2147484064" r:id="rId8"/>
    <p:sldLayoutId id="2147484065" r:id="rId9"/>
    <p:sldLayoutId id="2147484066" r:id="rId10"/>
    <p:sldLayoutId id="2147484067" r:id="rId11"/>
  </p:sldLayoutIdLst>
  <p:transition>
    <p:random/>
  </p:transition>
  <p:txStyles>
    <p:titleStyle>
      <a:lvl1pPr algn="l" rtl="0" eaLnBrk="0" fontAlgn="base" hangingPunct="0">
        <a:spcBef>
          <a:spcPct val="0"/>
        </a:spcBef>
        <a:spcAft>
          <a:spcPct val="0"/>
        </a:spcAft>
        <a:defRPr sz="3600" kern="1200">
          <a:solidFill>
            <a:schemeClr val="tx2"/>
          </a:solidFill>
          <a:latin typeface="+mj-lt"/>
          <a:ea typeface="+mj-ea"/>
          <a:cs typeface="+mj-cs"/>
        </a:defRPr>
      </a:lvl1pPr>
      <a:lvl2pPr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defRPr>
      </a:lvl2pPr>
      <a:lvl3pPr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defRPr>
      </a:lvl3pPr>
      <a:lvl4pPr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defRPr>
      </a:lvl4pPr>
      <a:lvl5pPr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defRPr>
      </a:lvl5pPr>
      <a:lvl6pPr marL="457200"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defRPr>
      </a:lvl6pPr>
      <a:lvl7pPr marL="914400"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defRPr>
      </a:lvl7pPr>
      <a:lvl8pPr marL="1371600"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defRPr>
      </a:lvl8pPr>
      <a:lvl9pPr marL="1828800"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defRPr>
      </a:lvl9pPr>
    </p:titleStyle>
    <p:body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slideLayout" Target="../slideLayouts/slideLayout7.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5.xml.rels><?xml version="1.0" encoding="UTF-8" standalone="yes"?>
<Relationships xmlns="http://schemas.openxmlformats.org/package/2006/relationships"><Relationship Id="rId3" Type="http://schemas.openxmlformats.org/officeDocument/2006/relationships/tags" Target="../tags/tag17.xml"/><Relationship Id="rId7" Type="http://schemas.openxmlformats.org/officeDocument/2006/relationships/slideLayout" Target="../slideLayouts/slideLayout7.xml"/><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2.xml"/><Relationship Id="rId1" Type="http://schemas.openxmlformats.org/officeDocument/2006/relationships/tags" Target="../tags/tag2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4.xml"/><Relationship Id="rId1" Type="http://schemas.openxmlformats.org/officeDocument/2006/relationships/tags" Target="../tags/tag23.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6.xml"/><Relationship Id="rId1" Type="http://schemas.openxmlformats.org/officeDocument/2006/relationships/tags" Target="../tags/tag25.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8.xml"/><Relationship Id="rId1" Type="http://schemas.openxmlformats.org/officeDocument/2006/relationships/tags" Target="../tags/tag27.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0.xml"/><Relationship Id="rId1" Type="http://schemas.openxmlformats.org/officeDocument/2006/relationships/tags" Target="../tags/tag29.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2.xml"/><Relationship Id="rId1" Type="http://schemas.openxmlformats.org/officeDocument/2006/relationships/tags" Target="../tags/tag31.xml"/><Relationship Id="rId4" Type="http://schemas.openxmlformats.org/officeDocument/2006/relationships/image" Target="../media/image50.png"/></Relationships>
</file>

<file path=ppt/slides/_rels/slide12.xml.rels><?xml version="1.0" encoding="UTF-8" standalone="yes"?>
<Relationships xmlns="http://schemas.openxmlformats.org/package/2006/relationships"><Relationship Id="rId13" Type="http://schemas.openxmlformats.org/officeDocument/2006/relationships/oleObject" Target="../embeddings/oleObject5.bin"/><Relationship Id="rId18" Type="http://schemas.openxmlformats.org/officeDocument/2006/relationships/image" Target="../media/image11.wmf"/><Relationship Id="rId26" Type="http://schemas.openxmlformats.org/officeDocument/2006/relationships/image" Target="../media/image15.wmf"/><Relationship Id="rId21" Type="http://schemas.openxmlformats.org/officeDocument/2006/relationships/oleObject" Target="../embeddings/oleObject9.bin"/><Relationship Id="rId34" Type="http://schemas.openxmlformats.org/officeDocument/2006/relationships/image" Target="../media/image19.wmf"/><Relationship Id="rId7" Type="http://schemas.openxmlformats.org/officeDocument/2006/relationships/oleObject" Target="../embeddings/oleObject2.bin"/><Relationship Id="rId12" Type="http://schemas.openxmlformats.org/officeDocument/2006/relationships/image" Target="../media/image8.wmf"/><Relationship Id="rId17" Type="http://schemas.openxmlformats.org/officeDocument/2006/relationships/oleObject" Target="../embeddings/oleObject7.bin"/><Relationship Id="rId25" Type="http://schemas.openxmlformats.org/officeDocument/2006/relationships/oleObject" Target="../embeddings/oleObject11.bin"/><Relationship Id="rId33" Type="http://schemas.openxmlformats.org/officeDocument/2006/relationships/oleObject" Target="../embeddings/oleObject15.bin"/><Relationship Id="rId38" Type="http://schemas.openxmlformats.org/officeDocument/2006/relationships/image" Target="../media/image21.wmf"/><Relationship Id="rId2" Type="http://schemas.openxmlformats.org/officeDocument/2006/relationships/tags" Target="../tags/tag33.xml"/><Relationship Id="rId16" Type="http://schemas.openxmlformats.org/officeDocument/2006/relationships/image" Target="../media/image10.wmf"/><Relationship Id="rId20" Type="http://schemas.openxmlformats.org/officeDocument/2006/relationships/image" Target="../media/image12.wmf"/><Relationship Id="rId29" Type="http://schemas.openxmlformats.org/officeDocument/2006/relationships/oleObject" Target="../embeddings/oleObject13.bin"/><Relationship Id="rId1" Type="http://schemas.openxmlformats.org/officeDocument/2006/relationships/vmlDrawing" Target="../drawings/vmlDrawing1.vml"/><Relationship Id="rId6" Type="http://schemas.openxmlformats.org/officeDocument/2006/relationships/image" Target="../media/image5.wmf"/><Relationship Id="rId11" Type="http://schemas.openxmlformats.org/officeDocument/2006/relationships/oleObject" Target="../embeddings/oleObject4.bin"/><Relationship Id="rId24" Type="http://schemas.openxmlformats.org/officeDocument/2006/relationships/image" Target="../media/image14.wmf"/><Relationship Id="rId32" Type="http://schemas.openxmlformats.org/officeDocument/2006/relationships/image" Target="../media/image18.wmf"/><Relationship Id="rId37" Type="http://schemas.openxmlformats.org/officeDocument/2006/relationships/oleObject" Target="../embeddings/oleObject17.bin"/><Relationship Id="rId5" Type="http://schemas.openxmlformats.org/officeDocument/2006/relationships/oleObject" Target="../embeddings/oleObject1.bin"/><Relationship Id="rId15" Type="http://schemas.openxmlformats.org/officeDocument/2006/relationships/oleObject" Target="../embeddings/oleObject6.bin"/><Relationship Id="rId23" Type="http://schemas.openxmlformats.org/officeDocument/2006/relationships/oleObject" Target="../embeddings/oleObject10.bin"/><Relationship Id="rId28" Type="http://schemas.openxmlformats.org/officeDocument/2006/relationships/image" Target="../media/image16.wmf"/><Relationship Id="rId36" Type="http://schemas.openxmlformats.org/officeDocument/2006/relationships/image" Target="../media/image20.wmf"/><Relationship Id="rId10" Type="http://schemas.openxmlformats.org/officeDocument/2006/relationships/image" Target="../media/image7.wmf"/><Relationship Id="rId19" Type="http://schemas.openxmlformats.org/officeDocument/2006/relationships/oleObject" Target="../embeddings/oleObject8.bin"/><Relationship Id="rId31" Type="http://schemas.openxmlformats.org/officeDocument/2006/relationships/oleObject" Target="../embeddings/oleObject14.bin"/><Relationship Id="rId4" Type="http://schemas.openxmlformats.org/officeDocument/2006/relationships/slideLayout" Target="../slideLayouts/slideLayout7.xml"/><Relationship Id="rId9" Type="http://schemas.openxmlformats.org/officeDocument/2006/relationships/oleObject" Target="../embeddings/oleObject3.bin"/><Relationship Id="rId14" Type="http://schemas.openxmlformats.org/officeDocument/2006/relationships/image" Target="../media/image9.wmf"/><Relationship Id="rId22" Type="http://schemas.openxmlformats.org/officeDocument/2006/relationships/image" Target="../media/image13.wmf"/><Relationship Id="rId27" Type="http://schemas.openxmlformats.org/officeDocument/2006/relationships/oleObject" Target="../embeddings/oleObject12.bin"/><Relationship Id="rId30" Type="http://schemas.openxmlformats.org/officeDocument/2006/relationships/image" Target="../media/image17.wmf"/><Relationship Id="rId35" Type="http://schemas.openxmlformats.org/officeDocument/2006/relationships/oleObject" Target="../embeddings/oleObject16.bin"/><Relationship Id="rId8" Type="http://schemas.openxmlformats.org/officeDocument/2006/relationships/image" Target="../media/image6.wmf"/><Relationship Id="rId3" Type="http://schemas.openxmlformats.org/officeDocument/2006/relationships/tags" Target="../tags/tag34.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6.xml"/><Relationship Id="rId1" Type="http://schemas.openxmlformats.org/officeDocument/2006/relationships/tags" Target="../tags/tag35.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8.xml"/><Relationship Id="rId1" Type="http://schemas.openxmlformats.org/officeDocument/2006/relationships/tags" Target="../tags/tag37.xml"/><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image" Target="../media/image24.png"/><Relationship Id="rId5" Type="http://schemas.openxmlformats.org/officeDocument/2006/relationships/image" Target="../media/image230.png"/><Relationship Id="rId4" Type="http://schemas.openxmlformats.org/officeDocument/2006/relationships/tags" Target="../tags/tag39.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42.xml"/><Relationship Id="rId1" Type="http://schemas.openxmlformats.org/officeDocument/2006/relationships/tags" Target="../tags/tag41.xml"/><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slideLayout" Target="../slideLayouts/slideLayout7.xml"/><Relationship Id="rId7" Type="http://schemas.openxmlformats.org/officeDocument/2006/relationships/tags" Target="../tags/tag43.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46.xml"/><Relationship Id="rId1" Type="http://schemas.openxmlformats.org/officeDocument/2006/relationships/tags" Target="../tags/tag45.xml"/><Relationship Id="rId5" Type="http://schemas.openxmlformats.org/officeDocument/2006/relationships/image" Target="../media/image22.png"/><Relationship Id="rId4" Type="http://schemas.openxmlformats.org/officeDocument/2006/relationships/image" Target="../media/image200.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image" Target="../media/image321.png"/><Relationship Id="rId5" Type="http://schemas.openxmlformats.org/officeDocument/2006/relationships/image" Target="../media/image310.png"/><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5" Type="http://schemas.openxmlformats.org/officeDocument/2006/relationships/slideLayout" Target="../slideLayouts/slideLayout7.xml"/><Relationship Id="rId4" Type="http://schemas.openxmlformats.org/officeDocument/2006/relationships/tags" Target="../tags/tag52.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54.xml"/><Relationship Id="rId1" Type="http://schemas.openxmlformats.org/officeDocument/2006/relationships/tags" Target="../tags/tag53.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56.xml"/><Relationship Id="rId1" Type="http://schemas.openxmlformats.org/officeDocument/2006/relationships/tags" Target="../tags/tag55.xml"/><Relationship Id="rId5" Type="http://schemas.openxmlformats.org/officeDocument/2006/relationships/image" Target="../media/image340.png"/><Relationship Id="rId4" Type="http://schemas.openxmlformats.org/officeDocument/2006/relationships/image" Target="../media/image31.png"/></Relationships>
</file>

<file path=ppt/slides/_rels/slide25.xml.rels><?xml version="1.0" encoding="UTF-8" standalone="yes"?>
<Relationships xmlns="http://schemas.openxmlformats.org/package/2006/relationships"><Relationship Id="rId8" Type="http://schemas.openxmlformats.org/officeDocument/2006/relationships/tags" Target="../tags/tag64.xml"/><Relationship Id="rId3" Type="http://schemas.openxmlformats.org/officeDocument/2006/relationships/tags" Target="../tags/tag59.xml"/><Relationship Id="rId7" Type="http://schemas.openxmlformats.org/officeDocument/2006/relationships/tags" Target="../tags/tag63.xml"/><Relationship Id="rId2" Type="http://schemas.openxmlformats.org/officeDocument/2006/relationships/tags" Target="../tags/tag58.xml"/><Relationship Id="rId1" Type="http://schemas.openxmlformats.org/officeDocument/2006/relationships/tags" Target="../tags/tag57.xml"/><Relationship Id="rId6" Type="http://schemas.openxmlformats.org/officeDocument/2006/relationships/tags" Target="../tags/tag62.xml"/><Relationship Id="rId5" Type="http://schemas.openxmlformats.org/officeDocument/2006/relationships/tags" Target="../tags/tag61.xml"/><Relationship Id="rId4" Type="http://schemas.openxmlformats.org/officeDocument/2006/relationships/tags" Target="../tags/tag60.xml"/><Relationship Id="rId9"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66.xml"/><Relationship Id="rId1" Type="http://schemas.openxmlformats.org/officeDocument/2006/relationships/tags" Target="../tags/tag65.xml"/><Relationship Id="rId5" Type="http://schemas.openxmlformats.org/officeDocument/2006/relationships/image" Target="../media/image22.png"/><Relationship Id="rId4" Type="http://schemas.openxmlformats.org/officeDocument/2006/relationships/image" Target="../media/image320.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68.xml"/><Relationship Id="rId1" Type="http://schemas.openxmlformats.org/officeDocument/2006/relationships/tags" Target="../tags/tag6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70.xml"/><Relationship Id="rId1" Type="http://schemas.openxmlformats.org/officeDocument/2006/relationships/tags" Target="../tags/tag69.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72.xml"/><Relationship Id="rId1" Type="http://schemas.openxmlformats.org/officeDocument/2006/relationships/tags" Target="../tags/tag71.xml"/><Relationship Id="rId4" Type="http://schemas.openxmlformats.org/officeDocument/2006/relationships/image" Target="../media/image36.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74.xml"/><Relationship Id="rId1" Type="http://schemas.openxmlformats.org/officeDocument/2006/relationships/tags" Target="../tags/tag73.xml"/></Relationships>
</file>

<file path=ppt/slides/_rels/slide32.xml.rels><?xml version="1.0" encoding="UTF-8" standalone="yes"?>
<Relationships xmlns="http://schemas.openxmlformats.org/package/2006/relationships"><Relationship Id="rId8" Type="http://schemas.openxmlformats.org/officeDocument/2006/relationships/image" Target="../media/image38.wmf"/><Relationship Id="rId13" Type="http://schemas.openxmlformats.org/officeDocument/2006/relationships/oleObject" Target="../embeddings/oleObject22.bin"/><Relationship Id="rId18" Type="http://schemas.openxmlformats.org/officeDocument/2006/relationships/image" Target="../media/image43.wmf"/><Relationship Id="rId3" Type="http://schemas.openxmlformats.org/officeDocument/2006/relationships/tags" Target="../tags/tag76.xml"/><Relationship Id="rId7" Type="http://schemas.openxmlformats.org/officeDocument/2006/relationships/oleObject" Target="../embeddings/oleObject19.bin"/><Relationship Id="rId12" Type="http://schemas.openxmlformats.org/officeDocument/2006/relationships/image" Target="../media/image40.wmf"/><Relationship Id="rId17" Type="http://schemas.openxmlformats.org/officeDocument/2006/relationships/oleObject" Target="../embeddings/oleObject24.bin"/><Relationship Id="rId2" Type="http://schemas.openxmlformats.org/officeDocument/2006/relationships/tags" Target="../tags/tag75.xml"/><Relationship Id="rId16" Type="http://schemas.openxmlformats.org/officeDocument/2006/relationships/image" Target="../media/image42.wmf"/><Relationship Id="rId20" Type="http://schemas.openxmlformats.org/officeDocument/2006/relationships/image" Target="../media/image44.wmf"/><Relationship Id="rId1" Type="http://schemas.openxmlformats.org/officeDocument/2006/relationships/vmlDrawing" Target="../drawings/vmlDrawing2.vml"/><Relationship Id="rId6" Type="http://schemas.openxmlformats.org/officeDocument/2006/relationships/image" Target="../media/image37.wmf"/><Relationship Id="rId11" Type="http://schemas.openxmlformats.org/officeDocument/2006/relationships/oleObject" Target="../embeddings/oleObject21.bin"/><Relationship Id="rId5" Type="http://schemas.openxmlformats.org/officeDocument/2006/relationships/oleObject" Target="../embeddings/oleObject18.bin"/><Relationship Id="rId15" Type="http://schemas.openxmlformats.org/officeDocument/2006/relationships/oleObject" Target="../embeddings/oleObject23.bin"/><Relationship Id="rId10" Type="http://schemas.openxmlformats.org/officeDocument/2006/relationships/image" Target="../media/image39.wmf"/><Relationship Id="rId19" Type="http://schemas.openxmlformats.org/officeDocument/2006/relationships/oleObject" Target="../embeddings/oleObject25.bin"/><Relationship Id="rId4" Type="http://schemas.openxmlformats.org/officeDocument/2006/relationships/slideLayout" Target="../slideLayouts/slideLayout7.xml"/><Relationship Id="rId9" Type="http://schemas.openxmlformats.org/officeDocument/2006/relationships/oleObject" Target="../embeddings/oleObject20.bin"/><Relationship Id="rId14" Type="http://schemas.openxmlformats.org/officeDocument/2006/relationships/image" Target="../media/image41.wmf"/></Relationships>
</file>

<file path=ppt/slides/_rels/slide33.xml.rels><?xml version="1.0" encoding="UTF-8" standalone="yes"?>
<Relationships xmlns="http://schemas.openxmlformats.org/package/2006/relationships"><Relationship Id="rId13" Type="http://schemas.openxmlformats.org/officeDocument/2006/relationships/oleObject" Target="../embeddings/oleObject30.bin"/><Relationship Id="rId18" Type="http://schemas.openxmlformats.org/officeDocument/2006/relationships/image" Target="../media/image39.wmf"/><Relationship Id="rId26" Type="http://schemas.openxmlformats.org/officeDocument/2006/relationships/image" Target="../media/image52.wmf"/><Relationship Id="rId3" Type="http://schemas.openxmlformats.org/officeDocument/2006/relationships/tags" Target="../tags/tag78.xml"/><Relationship Id="rId21" Type="http://schemas.openxmlformats.org/officeDocument/2006/relationships/oleObject" Target="../embeddings/oleObject34.bin"/><Relationship Id="rId34" Type="http://schemas.openxmlformats.org/officeDocument/2006/relationships/oleObject" Target="../embeddings/oleObject41.bin"/><Relationship Id="rId7" Type="http://schemas.openxmlformats.org/officeDocument/2006/relationships/oleObject" Target="../embeddings/oleObject27.bin"/><Relationship Id="rId12" Type="http://schemas.openxmlformats.org/officeDocument/2006/relationships/image" Target="../media/image48.wmf"/><Relationship Id="rId17" Type="http://schemas.openxmlformats.org/officeDocument/2006/relationships/oleObject" Target="../embeddings/oleObject32.bin"/><Relationship Id="rId25" Type="http://schemas.openxmlformats.org/officeDocument/2006/relationships/oleObject" Target="../embeddings/oleObject36.bin"/><Relationship Id="rId33" Type="http://schemas.openxmlformats.org/officeDocument/2006/relationships/oleObject" Target="../embeddings/oleObject40.bin"/><Relationship Id="rId2" Type="http://schemas.openxmlformats.org/officeDocument/2006/relationships/tags" Target="../tags/tag77.xml"/><Relationship Id="rId16" Type="http://schemas.openxmlformats.org/officeDocument/2006/relationships/image" Target="../media/image38.wmf"/><Relationship Id="rId20" Type="http://schemas.openxmlformats.org/officeDocument/2006/relationships/image" Target="../media/image40.wmf"/><Relationship Id="rId29" Type="http://schemas.openxmlformats.org/officeDocument/2006/relationships/oleObject" Target="../embeddings/oleObject38.bin"/><Relationship Id="rId1" Type="http://schemas.openxmlformats.org/officeDocument/2006/relationships/vmlDrawing" Target="../drawings/vmlDrawing3.vml"/><Relationship Id="rId6" Type="http://schemas.openxmlformats.org/officeDocument/2006/relationships/image" Target="../media/image45.wmf"/><Relationship Id="rId11" Type="http://schemas.openxmlformats.org/officeDocument/2006/relationships/oleObject" Target="../embeddings/oleObject29.bin"/><Relationship Id="rId24" Type="http://schemas.openxmlformats.org/officeDocument/2006/relationships/image" Target="../media/image51.wmf"/><Relationship Id="rId32" Type="http://schemas.openxmlformats.org/officeDocument/2006/relationships/image" Target="../media/image53.wmf"/><Relationship Id="rId5" Type="http://schemas.openxmlformats.org/officeDocument/2006/relationships/oleObject" Target="../embeddings/oleObject26.bin"/><Relationship Id="rId15" Type="http://schemas.openxmlformats.org/officeDocument/2006/relationships/oleObject" Target="../embeddings/oleObject31.bin"/><Relationship Id="rId23" Type="http://schemas.openxmlformats.org/officeDocument/2006/relationships/oleObject" Target="../embeddings/oleObject35.bin"/><Relationship Id="rId28" Type="http://schemas.openxmlformats.org/officeDocument/2006/relationships/image" Target="../media/image41.wmf"/><Relationship Id="rId10" Type="http://schemas.openxmlformats.org/officeDocument/2006/relationships/image" Target="../media/image47.wmf"/><Relationship Id="rId19" Type="http://schemas.openxmlformats.org/officeDocument/2006/relationships/oleObject" Target="../embeddings/oleObject33.bin"/><Relationship Id="rId31" Type="http://schemas.openxmlformats.org/officeDocument/2006/relationships/oleObject" Target="../embeddings/oleObject39.bin"/><Relationship Id="rId4" Type="http://schemas.openxmlformats.org/officeDocument/2006/relationships/slideLayout" Target="../slideLayouts/slideLayout7.xml"/><Relationship Id="rId9" Type="http://schemas.openxmlformats.org/officeDocument/2006/relationships/oleObject" Target="../embeddings/oleObject28.bin"/><Relationship Id="rId14" Type="http://schemas.openxmlformats.org/officeDocument/2006/relationships/image" Target="../media/image49.wmf"/><Relationship Id="rId22" Type="http://schemas.openxmlformats.org/officeDocument/2006/relationships/image" Target="../media/image50.wmf"/><Relationship Id="rId27" Type="http://schemas.openxmlformats.org/officeDocument/2006/relationships/oleObject" Target="../embeddings/oleObject37.bin"/><Relationship Id="rId30" Type="http://schemas.openxmlformats.org/officeDocument/2006/relationships/image" Target="../media/image42.wmf"/><Relationship Id="rId35" Type="http://schemas.openxmlformats.org/officeDocument/2006/relationships/oleObject" Target="../embeddings/oleObject42.bin"/><Relationship Id="rId8" Type="http://schemas.openxmlformats.org/officeDocument/2006/relationships/image" Target="../media/image46.wmf"/></Relationships>
</file>

<file path=ppt/slides/_rels/slide34.xml.rels><?xml version="1.0" encoding="UTF-8" standalone="yes"?>
<Relationships xmlns="http://schemas.openxmlformats.org/package/2006/relationships"><Relationship Id="rId8" Type="http://schemas.openxmlformats.org/officeDocument/2006/relationships/image" Target="../media/image38.wmf"/><Relationship Id="rId13" Type="http://schemas.openxmlformats.org/officeDocument/2006/relationships/oleObject" Target="../embeddings/oleObject43.bin"/><Relationship Id="rId3" Type="http://schemas.openxmlformats.org/officeDocument/2006/relationships/tags" Target="../tags/tag80.xml"/><Relationship Id="rId7" Type="http://schemas.openxmlformats.org/officeDocument/2006/relationships/oleObject" Target="../embeddings/oleObject31.bin"/><Relationship Id="rId12" Type="http://schemas.openxmlformats.org/officeDocument/2006/relationships/image" Target="../media/image40.wmf"/><Relationship Id="rId2" Type="http://schemas.openxmlformats.org/officeDocument/2006/relationships/tags" Target="../tags/tag79.xml"/><Relationship Id="rId1" Type="http://schemas.openxmlformats.org/officeDocument/2006/relationships/vmlDrawing" Target="../drawings/vmlDrawing4.vml"/><Relationship Id="rId6" Type="http://schemas.openxmlformats.org/officeDocument/2006/relationships/image" Target="../media/image45.wmf"/><Relationship Id="rId11" Type="http://schemas.openxmlformats.org/officeDocument/2006/relationships/oleObject" Target="../embeddings/oleObject33.bin"/><Relationship Id="rId5" Type="http://schemas.openxmlformats.org/officeDocument/2006/relationships/oleObject" Target="../embeddings/oleObject26.bin"/><Relationship Id="rId10" Type="http://schemas.openxmlformats.org/officeDocument/2006/relationships/image" Target="../media/image39.wmf"/><Relationship Id="rId4" Type="http://schemas.openxmlformats.org/officeDocument/2006/relationships/slideLayout" Target="../slideLayouts/slideLayout7.xml"/><Relationship Id="rId9" Type="http://schemas.openxmlformats.org/officeDocument/2006/relationships/oleObject" Target="../embeddings/oleObject32.bin"/><Relationship Id="rId14" Type="http://schemas.openxmlformats.org/officeDocument/2006/relationships/image" Target="../media/image52.wmf"/></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45.bin"/><Relationship Id="rId13" Type="http://schemas.openxmlformats.org/officeDocument/2006/relationships/image" Target="../media/image48.wmf"/><Relationship Id="rId18" Type="http://schemas.openxmlformats.org/officeDocument/2006/relationships/oleObject" Target="../embeddings/oleObject50.bin"/><Relationship Id="rId26" Type="http://schemas.openxmlformats.org/officeDocument/2006/relationships/image" Target="../media/image54.wmf"/><Relationship Id="rId3" Type="http://schemas.openxmlformats.org/officeDocument/2006/relationships/tags" Target="../tags/tag82.xml"/><Relationship Id="rId21" Type="http://schemas.openxmlformats.org/officeDocument/2006/relationships/image" Target="../media/image42.wmf"/><Relationship Id="rId7" Type="http://schemas.openxmlformats.org/officeDocument/2006/relationships/image" Target="../media/image45.wmf"/><Relationship Id="rId12" Type="http://schemas.openxmlformats.org/officeDocument/2006/relationships/oleObject" Target="../embeddings/oleObject47.bin"/><Relationship Id="rId17" Type="http://schemas.openxmlformats.org/officeDocument/2006/relationships/image" Target="../media/image38.wmf"/><Relationship Id="rId25" Type="http://schemas.openxmlformats.org/officeDocument/2006/relationships/oleObject" Target="../embeddings/oleObject55.bin"/><Relationship Id="rId2" Type="http://schemas.openxmlformats.org/officeDocument/2006/relationships/tags" Target="../tags/tag81.xml"/><Relationship Id="rId16" Type="http://schemas.openxmlformats.org/officeDocument/2006/relationships/oleObject" Target="../embeddings/oleObject49.bin"/><Relationship Id="rId20" Type="http://schemas.openxmlformats.org/officeDocument/2006/relationships/oleObject" Target="../embeddings/oleObject51.bin"/><Relationship Id="rId29" Type="http://schemas.openxmlformats.org/officeDocument/2006/relationships/oleObject" Target="../embeddings/oleObject57.bin"/><Relationship Id="rId1" Type="http://schemas.openxmlformats.org/officeDocument/2006/relationships/vmlDrawing" Target="../drawings/vmlDrawing5.vml"/><Relationship Id="rId6" Type="http://schemas.openxmlformats.org/officeDocument/2006/relationships/oleObject" Target="../embeddings/oleObject44.bin"/><Relationship Id="rId11" Type="http://schemas.openxmlformats.org/officeDocument/2006/relationships/image" Target="../media/image47.wmf"/><Relationship Id="rId24" Type="http://schemas.openxmlformats.org/officeDocument/2006/relationships/oleObject" Target="../embeddings/oleObject54.bin"/><Relationship Id="rId5" Type="http://schemas.openxmlformats.org/officeDocument/2006/relationships/image" Target="../media/image58.png"/><Relationship Id="rId15" Type="http://schemas.openxmlformats.org/officeDocument/2006/relationships/image" Target="../media/image49.wmf"/><Relationship Id="rId23" Type="http://schemas.openxmlformats.org/officeDocument/2006/relationships/oleObject" Target="../embeddings/oleObject53.bin"/><Relationship Id="rId28" Type="http://schemas.openxmlformats.org/officeDocument/2006/relationships/image" Target="../media/image55.wmf"/><Relationship Id="rId10" Type="http://schemas.openxmlformats.org/officeDocument/2006/relationships/oleObject" Target="../embeddings/oleObject46.bin"/><Relationship Id="rId19" Type="http://schemas.openxmlformats.org/officeDocument/2006/relationships/image" Target="../media/image39.wmf"/><Relationship Id="rId31" Type="http://schemas.openxmlformats.org/officeDocument/2006/relationships/image" Target="../media/image57.png"/><Relationship Id="rId4" Type="http://schemas.openxmlformats.org/officeDocument/2006/relationships/slideLayout" Target="../slideLayouts/slideLayout7.xml"/><Relationship Id="rId9" Type="http://schemas.openxmlformats.org/officeDocument/2006/relationships/image" Target="../media/image46.wmf"/><Relationship Id="rId14" Type="http://schemas.openxmlformats.org/officeDocument/2006/relationships/oleObject" Target="../embeddings/oleObject48.bin"/><Relationship Id="rId22" Type="http://schemas.openxmlformats.org/officeDocument/2006/relationships/oleObject" Target="../embeddings/oleObject52.bin"/><Relationship Id="rId27" Type="http://schemas.openxmlformats.org/officeDocument/2006/relationships/oleObject" Target="../embeddings/oleObject56.bin"/><Relationship Id="rId30" Type="http://schemas.openxmlformats.org/officeDocument/2006/relationships/image" Target="../media/image56.wm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31.bin"/><Relationship Id="rId13" Type="http://schemas.openxmlformats.org/officeDocument/2006/relationships/image" Target="../media/image40.wmf"/><Relationship Id="rId3" Type="http://schemas.openxmlformats.org/officeDocument/2006/relationships/tags" Target="../tags/tag84.xml"/><Relationship Id="rId7" Type="http://schemas.openxmlformats.org/officeDocument/2006/relationships/image" Target="../media/image45.wmf"/><Relationship Id="rId12" Type="http://schemas.openxmlformats.org/officeDocument/2006/relationships/oleObject" Target="../embeddings/oleObject33.bin"/><Relationship Id="rId2" Type="http://schemas.openxmlformats.org/officeDocument/2006/relationships/tags" Target="../tags/tag83.xml"/><Relationship Id="rId1" Type="http://schemas.openxmlformats.org/officeDocument/2006/relationships/vmlDrawing" Target="../drawings/vmlDrawing6.vml"/><Relationship Id="rId6" Type="http://schemas.openxmlformats.org/officeDocument/2006/relationships/oleObject" Target="../embeddings/oleObject26.bin"/><Relationship Id="rId11" Type="http://schemas.openxmlformats.org/officeDocument/2006/relationships/image" Target="../media/image39.wmf"/><Relationship Id="rId5" Type="http://schemas.openxmlformats.org/officeDocument/2006/relationships/image" Target="../media/image59.png"/><Relationship Id="rId10" Type="http://schemas.openxmlformats.org/officeDocument/2006/relationships/oleObject" Target="../embeddings/oleObject32.bin"/><Relationship Id="rId4" Type="http://schemas.openxmlformats.org/officeDocument/2006/relationships/slideLayout" Target="../slideLayouts/slideLayout7.xml"/><Relationship Id="rId9" Type="http://schemas.openxmlformats.org/officeDocument/2006/relationships/image" Target="../media/image38.wm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8" Type="http://schemas.openxmlformats.org/officeDocument/2006/relationships/image" Target="../media/image58.wmf"/><Relationship Id="rId13" Type="http://schemas.openxmlformats.org/officeDocument/2006/relationships/oleObject" Target="../embeddings/oleObject62.bin"/><Relationship Id="rId18" Type="http://schemas.openxmlformats.org/officeDocument/2006/relationships/oleObject" Target="../embeddings/oleObject66.bin"/><Relationship Id="rId3" Type="http://schemas.openxmlformats.org/officeDocument/2006/relationships/tags" Target="../tags/tag86.xml"/><Relationship Id="rId7" Type="http://schemas.openxmlformats.org/officeDocument/2006/relationships/oleObject" Target="../embeddings/oleObject59.bin"/><Relationship Id="rId12" Type="http://schemas.openxmlformats.org/officeDocument/2006/relationships/image" Target="../media/image60.wmf"/><Relationship Id="rId17" Type="http://schemas.openxmlformats.org/officeDocument/2006/relationships/oleObject" Target="../embeddings/oleObject65.bin"/><Relationship Id="rId2" Type="http://schemas.openxmlformats.org/officeDocument/2006/relationships/tags" Target="../tags/tag85.xml"/><Relationship Id="rId16" Type="http://schemas.openxmlformats.org/officeDocument/2006/relationships/oleObject" Target="../embeddings/oleObject64.bin"/><Relationship Id="rId1" Type="http://schemas.openxmlformats.org/officeDocument/2006/relationships/vmlDrawing" Target="../drawings/vmlDrawing7.vml"/><Relationship Id="rId6" Type="http://schemas.openxmlformats.org/officeDocument/2006/relationships/image" Target="../media/image57.wmf"/><Relationship Id="rId11" Type="http://schemas.openxmlformats.org/officeDocument/2006/relationships/oleObject" Target="../embeddings/oleObject61.bin"/><Relationship Id="rId5" Type="http://schemas.openxmlformats.org/officeDocument/2006/relationships/oleObject" Target="../embeddings/oleObject58.bin"/><Relationship Id="rId15" Type="http://schemas.openxmlformats.org/officeDocument/2006/relationships/oleObject" Target="../embeddings/oleObject63.bin"/><Relationship Id="rId10" Type="http://schemas.openxmlformats.org/officeDocument/2006/relationships/image" Target="../media/image59.wmf"/><Relationship Id="rId19" Type="http://schemas.openxmlformats.org/officeDocument/2006/relationships/oleObject" Target="../embeddings/oleObject67.bin"/><Relationship Id="rId4" Type="http://schemas.openxmlformats.org/officeDocument/2006/relationships/slideLayout" Target="../slideLayouts/slideLayout7.xml"/><Relationship Id="rId9" Type="http://schemas.openxmlformats.org/officeDocument/2006/relationships/oleObject" Target="../embeddings/oleObject60.bin"/><Relationship Id="rId14" Type="http://schemas.openxmlformats.org/officeDocument/2006/relationships/image" Target="../media/image61.wmf"/></Relationships>
</file>

<file path=ppt/slides/_rels/slide40.xml.rels><?xml version="1.0" encoding="UTF-8" standalone="yes"?>
<Relationships xmlns="http://schemas.openxmlformats.org/package/2006/relationships"><Relationship Id="rId3" Type="http://schemas.openxmlformats.org/officeDocument/2006/relationships/tags" Target="../tags/tag89.xml"/><Relationship Id="rId2" Type="http://schemas.openxmlformats.org/officeDocument/2006/relationships/tags" Target="../tags/tag88.xml"/><Relationship Id="rId1" Type="http://schemas.openxmlformats.org/officeDocument/2006/relationships/tags" Target="../tags/tag87.xml"/><Relationship Id="rId6" Type="http://schemas.openxmlformats.org/officeDocument/2006/relationships/slideLayout" Target="../slideLayouts/slideLayout7.xml"/><Relationship Id="rId5" Type="http://schemas.openxmlformats.org/officeDocument/2006/relationships/tags" Target="../tags/tag91.xml"/><Relationship Id="rId4" Type="http://schemas.openxmlformats.org/officeDocument/2006/relationships/tags" Target="../tags/tag90.xml"/></Relationships>
</file>

<file path=ppt/slides/_rels/slide41.xml.rels><?xml version="1.0" encoding="UTF-8" standalone="yes"?>
<Relationships xmlns="http://schemas.openxmlformats.org/package/2006/relationships"><Relationship Id="rId8" Type="http://schemas.openxmlformats.org/officeDocument/2006/relationships/image" Target="../media/image63.wmf"/><Relationship Id="rId13" Type="http://schemas.openxmlformats.org/officeDocument/2006/relationships/oleObject" Target="../embeddings/oleObject72.bin"/><Relationship Id="rId18" Type="http://schemas.openxmlformats.org/officeDocument/2006/relationships/image" Target="../media/image68.wmf"/><Relationship Id="rId26" Type="http://schemas.openxmlformats.org/officeDocument/2006/relationships/image" Target="../media/image72.wmf"/><Relationship Id="rId3" Type="http://schemas.openxmlformats.org/officeDocument/2006/relationships/tags" Target="../tags/tag93.xml"/><Relationship Id="rId21" Type="http://schemas.openxmlformats.org/officeDocument/2006/relationships/oleObject" Target="../embeddings/oleObject76.bin"/><Relationship Id="rId7" Type="http://schemas.openxmlformats.org/officeDocument/2006/relationships/oleObject" Target="../embeddings/oleObject69.bin"/><Relationship Id="rId12" Type="http://schemas.openxmlformats.org/officeDocument/2006/relationships/image" Target="../media/image65.wmf"/><Relationship Id="rId17" Type="http://schemas.openxmlformats.org/officeDocument/2006/relationships/oleObject" Target="../embeddings/oleObject74.bin"/><Relationship Id="rId25" Type="http://schemas.openxmlformats.org/officeDocument/2006/relationships/oleObject" Target="../embeddings/oleObject78.bin"/><Relationship Id="rId2" Type="http://schemas.openxmlformats.org/officeDocument/2006/relationships/tags" Target="../tags/tag92.xml"/><Relationship Id="rId16" Type="http://schemas.openxmlformats.org/officeDocument/2006/relationships/image" Target="../media/image67.wmf"/><Relationship Id="rId20" Type="http://schemas.openxmlformats.org/officeDocument/2006/relationships/image" Target="../media/image69.wmf"/><Relationship Id="rId1" Type="http://schemas.openxmlformats.org/officeDocument/2006/relationships/vmlDrawing" Target="../drawings/vmlDrawing8.vml"/><Relationship Id="rId6" Type="http://schemas.openxmlformats.org/officeDocument/2006/relationships/image" Target="../media/image62.wmf"/><Relationship Id="rId11" Type="http://schemas.openxmlformats.org/officeDocument/2006/relationships/oleObject" Target="../embeddings/oleObject71.bin"/><Relationship Id="rId24" Type="http://schemas.openxmlformats.org/officeDocument/2006/relationships/image" Target="../media/image71.wmf"/><Relationship Id="rId5" Type="http://schemas.openxmlformats.org/officeDocument/2006/relationships/oleObject" Target="../embeddings/oleObject68.bin"/><Relationship Id="rId15" Type="http://schemas.openxmlformats.org/officeDocument/2006/relationships/oleObject" Target="../embeddings/oleObject73.bin"/><Relationship Id="rId23" Type="http://schemas.openxmlformats.org/officeDocument/2006/relationships/oleObject" Target="../embeddings/oleObject77.bin"/><Relationship Id="rId10" Type="http://schemas.openxmlformats.org/officeDocument/2006/relationships/image" Target="../media/image64.wmf"/><Relationship Id="rId19" Type="http://schemas.openxmlformats.org/officeDocument/2006/relationships/oleObject" Target="../embeddings/oleObject75.bin"/><Relationship Id="rId4" Type="http://schemas.openxmlformats.org/officeDocument/2006/relationships/slideLayout" Target="../slideLayouts/slideLayout7.xml"/><Relationship Id="rId9" Type="http://schemas.openxmlformats.org/officeDocument/2006/relationships/oleObject" Target="../embeddings/oleObject70.bin"/><Relationship Id="rId14" Type="http://schemas.openxmlformats.org/officeDocument/2006/relationships/image" Target="../media/image66.wmf"/><Relationship Id="rId22" Type="http://schemas.openxmlformats.org/officeDocument/2006/relationships/image" Target="../media/image70.wmf"/></Relationships>
</file>

<file path=ppt/slides/_rels/slide42.xml.rels><?xml version="1.0" encoding="UTF-8" standalone="yes"?>
<Relationships xmlns="http://schemas.openxmlformats.org/package/2006/relationships"><Relationship Id="rId8" Type="http://schemas.openxmlformats.org/officeDocument/2006/relationships/image" Target="../media/image63.wmf"/><Relationship Id="rId13" Type="http://schemas.openxmlformats.org/officeDocument/2006/relationships/oleObject" Target="../embeddings/oleObject72.bin"/><Relationship Id="rId18" Type="http://schemas.openxmlformats.org/officeDocument/2006/relationships/image" Target="../media/image68.wmf"/><Relationship Id="rId26" Type="http://schemas.openxmlformats.org/officeDocument/2006/relationships/image" Target="../media/image72.wmf"/><Relationship Id="rId3" Type="http://schemas.openxmlformats.org/officeDocument/2006/relationships/tags" Target="../tags/tag95.xml"/><Relationship Id="rId21" Type="http://schemas.openxmlformats.org/officeDocument/2006/relationships/oleObject" Target="../embeddings/oleObject76.bin"/><Relationship Id="rId7" Type="http://schemas.openxmlformats.org/officeDocument/2006/relationships/oleObject" Target="../embeddings/oleObject69.bin"/><Relationship Id="rId12" Type="http://schemas.openxmlformats.org/officeDocument/2006/relationships/image" Target="../media/image65.wmf"/><Relationship Id="rId17" Type="http://schemas.openxmlformats.org/officeDocument/2006/relationships/oleObject" Target="../embeddings/oleObject74.bin"/><Relationship Id="rId25" Type="http://schemas.openxmlformats.org/officeDocument/2006/relationships/oleObject" Target="../embeddings/oleObject78.bin"/><Relationship Id="rId2" Type="http://schemas.openxmlformats.org/officeDocument/2006/relationships/tags" Target="../tags/tag94.xml"/><Relationship Id="rId16" Type="http://schemas.openxmlformats.org/officeDocument/2006/relationships/image" Target="../media/image67.wmf"/><Relationship Id="rId20" Type="http://schemas.openxmlformats.org/officeDocument/2006/relationships/image" Target="../media/image69.wmf"/><Relationship Id="rId1" Type="http://schemas.openxmlformats.org/officeDocument/2006/relationships/vmlDrawing" Target="../drawings/vmlDrawing9.vml"/><Relationship Id="rId6" Type="http://schemas.openxmlformats.org/officeDocument/2006/relationships/image" Target="../media/image62.wmf"/><Relationship Id="rId11" Type="http://schemas.openxmlformats.org/officeDocument/2006/relationships/oleObject" Target="../embeddings/oleObject71.bin"/><Relationship Id="rId24" Type="http://schemas.openxmlformats.org/officeDocument/2006/relationships/image" Target="../media/image71.wmf"/><Relationship Id="rId5" Type="http://schemas.openxmlformats.org/officeDocument/2006/relationships/oleObject" Target="../embeddings/oleObject68.bin"/><Relationship Id="rId15" Type="http://schemas.openxmlformats.org/officeDocument/2006/relationships/oleObject" Target="../embeddings/oleObject73.bin"/><Relationship Id="rId23" Type="http://schemas.openxmlformats.org/officeDocument/2006/relationships/oleObject" Target="../embeddings/oleObject77.bin"/><Relationship Id="rId10" Type="http://schemas.openxmlformats.org/officeDocument/2006/relationships/image" Target="../media/image64.wmf"/><Relationship Id="rId19" Type="http://schemas.openxmlformats.org/officeDocument/2006/relationships/oleObject" Target="../embeddings/oleObject75.bin"/><Relationship Id="rId4" Type="http://schemas.openxmlformats.org/officeDocument/2006/relationships/slideLayout" Target="../slideLayouts/slideLayout7.xml"/><Relationship Id="rId9" Type="http://schemas.openxmlformats.org/officeDocument/2006/relationships/oleObject" Target="../embeddings/oleObject70.bin"/><Relationship Id="rId14" Type="http://schemas.openxmlformats.org/officeDocument/2006/relationships/image" Target="../media/image66.wmf"/><Relationship Id="rId22" Type="http://schemas.openxmlformats.org/officeDocument/2006/relationships/image" Target="../media/image70.wmf"/></Relationships>
</file>

<file path=ppt/slides/_rels/slide43.xml.rels><?xml version="1.0" encoding="UTF-8" standalone="yes"?>
<Relationships xmlns="http://schemas.openxmlformats.org/package/2006/relationships"><Relationship Id="rId8" Type="http://schemas.openxmlformats.org/officeDocument/2006/relationships/image" Target="../media/image74.wmf"/><Relationship Id="rId13" Type="http://schemas.openxmlformats.org/officeDocument/2006/relationships/oleObject" Target="../embeddings/oleObject83.bin"/><Relationship Id="rId18" Type="http://schemas.openxmlformats.org/officeDocument/2006/relationships/image" Target="../media/image79.wmf"/><Relationship Id="rId26" Type="http://schemas.openxmlformats.org/officeDocument/2006/relationships/image" Target="../media/image83.wmf"/><Relationship Id="rId3" Type="http://schemas.openxmlformats.org/officeDocument/2006/relationships/tags" Target="../tags/tag97.xml"/><Relationship Id="rId21" Type="http://schemas.openxmlformats.org/officeDocument/2006/relationships/oleObject" Target="../embeddings/oleObject87.bin"/><Relationship Id="rId7" Type="http://schemas.openxmlformats.org/officeDocument/2006/relationships/oleObject" Target="../embeddings/oleObject80.bin"/><Relationship Id="rId12" Type="http://schemas.openxmlformats.org/officeDocument/2006/relationships/image" Target="../media/image76.wmf"/><Relationship Id="rId17" Type="http://schemas.openxmlformats.org/officeDocument/2006/relationships/oleObject" Target="../embeddings/oleObject85.bin"/><Relationship Id="rId25" Type="http://schemas.openxmlformats.org/officeDocument/2006/relationships/oleObject" Target="../embeddings/oleObject89.bin"/><Relationship Id="rId2" Type="http://schemas.openxmlformats.org/officeDocument/2006/relationships/tags" Target="../tags/tag96.xml"/><Relationship Id="rId16" Type="http://schemas.openxmlformats.org/officeDocument/2006/relationships/image" Target="../media/image78.wmf"/><Relationship Id="rId20" Type="http://schemas.openxmlformats.org/officeDocument/2006/relationships/image" Target="../media/image80.wmf"/><Relationship Id="rId1" Type="http://schemas.openxmlformats.org/officeDocument/2006/relationships/vmlDrawing" Target="../drawings/vmlDrawing10.vml"/><Relationship Id="rId6" Type="http://schemas.openxmlformats.org/officeDocument/2006/relationships/image" Target="../media/image73.wmf"/><Relationship Id="rId11" Type="http://schemas.openxmlformats.org/officeDocument/2006/relationships/oleObject" Target="../embeddings/oleObject82.bin"/><Relationship Id="rId24" Type="http://schemas.openxmlformats.org/officeDocument/2006/relationships/image" Target="../media/image82.wmf"/><Relationship Id="rId5" Type="http://schemas.openxmlformats.org/officeDocument/2006/relationships/oleObject" Target="../embeddings/oleObject79.bin"/><Relationship Id="rId15" Type="http://schemas.openxmlformats.org/officeDocument/2006/relationships/oleObject" Target="../embeddings/oleObject84.bin"/><Relationship Id="rId23" Type="http://schemas.openxmlformats.org/officeDocument/2006/relationships/oleObject" Target="../embeddings/oleObject88.bin"/><Relationship Id="rId28" Type="http://schemas.openxmlformats.org/officeDocument/2006/relationships/image" Target="../media/image84.wmf"/><Relationship Id="rId10" Type="http://schemas.openxmlformats.org/officeDocument/2006/relationships/image" Target="../media/image75.wmf"/><Relationship Id="rId19" Type="http://schemas.openxmlformats.org/officeDocument/2006/relationships/oleObject" Target="../embeddings/oleObject86.bin"/><Relationship Id="rId4" Type="http://schemas.openxmlformats.org/officeDocument/2006/relationships/slideLayout" Target="../slideLayouts/slideLayout7.xml"/><Relationship Id="rId9" Type="http://schemas.openxmlformats.org/officeDocument/2006/relationships/oleObject" Target="../embeddings/oleObject81.bin"/><Relationship Id="rId14" Type="http://schemas.openxmlformats.org/officeDocument/2006/relationships/image" Target="../media/image77.wmf"/><Relationship Id="rId22" Type="http://schemas.openxmlformats.org/officeDocument/2006/relationships/image" Target="../media/image81.wmf"/><Relationship Id="rId27" Type="http://schemas.openxmlformats.org/officeDocument/2006/relationships/oleObject" Target="../embeddings/oleObject90.bin"/></Relationships>
</file>

<file path=ppt/slides/_rels/slide44.xml.rels><?xml version="1.0" encoding="UTF-8" standalone="yes"?>
<Relationships xmlns="http://schemas.openxmlformats.org/package/2006/relationships"><Relationship Id="rId8" Type="http://schemas.openxmlformats.org/officeDocument/2006/relationships/image" Target="../media/image73.wmf"/><Relationship Id="rId13" Type="http://schemas.openxmlformats.org/officeDocument/2006/relationships/oleObject" Target="../embeddings/oleObject95.bin"/><Relationship Id="rId18" Type="http://schemas.openxmlformats.org/officeDocument/2006/relationships/image" Target="../media/image82.wmf"/><Relationship Id="rId3" Type="http://schemas.openxmlformats.org/officeDocument/2006/relationships/tags" Target="../tags/tag99.xml"/><Relationship Id="rId21" Type="http://schemas.openxmlformats.org/officeDocument/2006/relationships/oleObject" Target="../embeddings/oleObject99.bin"/><Relationship Id="rId7" Type="http://schemas.openxmlformats.org/officeDocument/2006/relationships/oleObject" Target="../embeddings/oleObject92.bin"/><Relationship Id="rId12" Type="http://schemas.openxmlformats.org/officeDocument/2006/relationships/image" Target="../media/image78.wmf"/><Relationship Id="rId17" Type="http://schemas.openxmlformats.org/officeDocument/2006/relationships/oleObject" Target="../embeddings/oleObject97.bin"/><Relationship Id="rId2" Type="http://schemas.openxmlformats.org/officeDocument/2006/relationships/tags" Target="../tags/tag98.xml"/><Relationship Id="rId16" Type="http://schemas.openxmlformats.org/officeDocument/2006/relationships/image" Target="../media/image81.wmf"/><Relationship Id="rId20" Type="http://schemas.openxmlformats.org/officeDocument/2006/relationships/image" Target="../media/image77.wmf"/><Relationship Id="rId1" Type="http://schemas.openxmlformats.org/officeDocument/2006/relationships/vmlDrawing" Target="../drawings/vmlDrawing11.vml"/><Relationship Id="rId6" Type="http://schemas.openxmlformats.org/officeDocument/2006/relationships/image" Target="../media/image74.wmf"/><Relationship Id="rId11" Type="http://schemas.openxmlformats.org/officeDocument/2006/relationships/oleObject" Target="../embeddings/oleObject94.bin"/><Relationship Id="rId24" Type="http://schemas.openxmlformats.org/officeDocument/2006/relationships/image" Target="../media/image84.wmf"/><Relationship Id="rId5" Type="http://schemas.openxmlformats.org/officeDocument/2006/relationships/oleObject" Target="../embeddings/oleObject91.bin"/><Relationship Id="rId15" Type="http://schemas.openxmlformats.org/officeDocument/2006/relationships/oleObject" Target="../embeddings/oleObject96.bin"/><Relationship Id="rId23" Type="http://schemas.openxmlformats.org/officeDocument/2006/relationships/oleObject" Target="../embeddings/oleObject100.bin"/><Relationship Id="rId10" Type="http://schemas.openxmlformats.org/officeDocument/2006/relationships/image" Target="../media/image75.wmf"/><Relationship Id="rId19" Type="http://schemas.openxmlformats.org/officeDocument/2006/relationships/oleObject" Target="../embeddings/oleObject98.bin"/><Relationship Id="rId4" Type="http://schemas.openxmlformats.org/officeDocument/2006/relationships/slideLayout" Target="../slideLayouts/slideLayout7.xml"/><Relationship Id="rId9" Type="http://schemas.openxmlformats.org/officeDocument/2006/relationships/oleObject" Target="../embeddings/oleObject93.bin"/><Relationship Id="rId14" Type="http://schemas.openxmlformats.org/officeDocument/2006/relationships/image" Target="../media/image79.wmf"/><Relationship Id="rId22" Type="http://schemas.openxmlformats.org/officeDocument/2006/relationships/image" Target="../media/image83.wmf"/></Relationships>
</file>

<file path=ppt/slides/_rels/slide45.xml.rels><?xml version="1.0" encoding="UTF-8" standalone="yes"?>
<Relationships xmlns="http://schemas.openxmlformats.org/package/2006/relationships"><Relationship Id="rId8" Type="http://schemas.openxmlformats.org/officeDocument/2006/relationships/image" Target="../media/image73.wmf"/><Relationship Id="rId13" Type="http://schemas.openxmlformats.org/officeDocument/2006/relationships/oleObject" Target="../embeddings/oleObject105.bin"/><Relationship Id="rId18" Type="http://schemas.openxmlformats.org/officeDocument/2006/relationships/image" Target="../media/image79.wmf"/><Relationship Id="rId3" Type="http://schemas.openxmlformats.org/officeDocument/2006/relationships/tags" Target="../tags/tag101.xml"/><Relationship Id="rId21" Type="http://schemas.openxmlformats.org/officeDocument/2006/relationships/oleObject" Target="../embeddings/oleObject109.bin"/><Relationship Id="rId7" Type="http://schemas.openxmlformats.org/officeDocument/2006/relationships/oleObject" Target="../embeddings/oleObject102.bin"/><Relationship Id="rId12" Type="http://schemas.openxmlformats.org/officeDocument/2006/relationships/image" Target="../media/image77.wmf"/><Relationship Id="rId17" Type="http://schemas.openxmlformats.org/officeDocument/2006/relationships/oleObject" Target="../embeddings/oleObject107.bin"/><Relationship Id="rId2" Type="http://schemas.openxmlformats.org/officeDocument/2006/relationships/tags" Target="../tags/tag100.xml"/><Relationship Id="rId16" Type="http://schemas.openxmlformats.org/officeDocument/2006/relationships/image" Target="../media/image76.wmf"/><Relationship Id="rId20" Type="http://schemas.openxmlformats.org/officeDocument/2006/relationships/image" Target="../media/image82.wmf"/><Relationship Id="rId1" Type="http://schemas.openxmlformats.org/officeDocument/2006/relationships/vmlDrawing" Target="../drawings/vmlDrawing12.vml"/><Relationship Id="rId6" Type="http://schemas.openxmlformats.org/officeDocument/2006/relationships/image" Target="../media/image74.wmf"/><Relationship Id="rId11" Type="http://schemas.openxmlformats.org/officeDocument/2006/relationships/oleObject" Target="../embeddings/oleObject104.bin"/><Relationship Id="rId24" Type="http://schemas.openxmlformats.org/officeDocument/2006/relationships/image" Target="../media/image83.wmf"/><Relationship Id="rId5" Type="http://schemas.openxmlformats.org/officeDocument/2006/relationships/oleObject" Target="../embeddings/oleObject101.bin"/><Relationship Id="rId15" Type="http://schemas.openxmlformats.org/officeDocument/2006/relationships/oleObject" Target="../embeddings/oleObject106.bin"/><Relationship Id="rId23" Type="http://schemas.openxmlformats.org/officeDocument/2006/relationships/oleObject" Target="../embeddings/oleObject110.bin"/><Relationship Id="rId10" Type="http://schemas.openxmlformats.org/officeDocument/2006/relationships/image" Target="../media/image75.wmf"/><Relationship Id="rId19" Type="http://schemas.openxmlformats.org/officeDocument/2006/relationships/oleObject" Target="../embeddings/oleObject108.bin"/><Relationship Id="rId4" Type="http://schemas.openxmlformats.org/officeDocument/2006/relationships/slideLayout" Target="../slideLayouts/slideLayout7.xml"/><Relationship Id="rId9" Type="http://schemas.openxmlformats.org/officeDocument/2006/relationships/oleObject" Target="../embeddings/oleObject103.bin"/><Relationship Id="rId14" Type="http://schemas.openxmlformats.org/officeDocument/2006/relationships/image" Target="../media/image78.wmf"/><Relationship Id="rId22" Type="http://schemas.openxmlformats.org/officeDocument/2006/relationships/image" Target="../media/image84.wmf"/></Relationships>
</file>

<file path=ppt/slides/_rels/slide46.xml.rels><?xml version="1.0" encoding="UTF-8" standalone="yes"?>
<Relationships xmlns="http://schemas.openxmlformats.org/package/2006/relationships"><Relationship Id="rId8" Type="http://schemas.openxmlformats.org/officeDocument/2006/relationships/tags" Target="../tags/tag109.xml"/><Relationship Id="rId3" Type="http://schemas.openxmlformats.org/officeDocument/2006/relationships/tags" Target="../tags/tag104.xml"/><Relationship Id="rId7" Type="http://schemas.openxmlformats.org/officeDocument/2006/relationships/tags" Target="../tags/tag108.xml"/><Relationship Id="rId2" Type="http://schemas.openxmlformats.org/officeDocument/2006/relationships/tags" Target="../tags/tag103.xml"/><Relationship Id="rId1" Type="http://schemas.openxmlformats.org/officeDocument/2006/relationships/tags" Target="../tags/tag102.xml"/><Relationship Id="rId6" Type="http://schemas.openxmlformats.org/officeDocument/2006/relationships/tags" Target="../tags/tag107.xml"/><Relationship Id="rId5" Type="http://schemas.openxmlformats.org/officeDocument/2006/relationships/tags" Target="../tags/tag106.xml"/><Relationship Id="rId4" Type="http://schemas.openxmlformats.org/officeDocument/2006/relationships/tags" Target="../tags/tag105.xml"/><Relationship Id="rId9"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8" Type="http://schemas.openxmlformats.org/officeDocument/2006/relationships/image" Target="../media/image87.wmf"/><Relationship Id="rId13" Type="http://schemas.openxmlformats.org/officeDocument/2006/relationships/oleObject" Target="../embeddings/oleObject116.bin"/><Relationship Id="rId18" Type="http://schemas.openxmlformats.org/officeDocument/2006/relationships/image" Target="../media/image92.wmf"/><Relationship Id="rId26" Type="http://schemas.openxmlformats.org/officeDocument/2006/relationships/image" Target="../media/image96.wmf"/><Relationship Id="rId3" Type="http://schemas.openxmlformats.org/officeDocument/2006/relationships/oleObject" Target="../embeddings/oleObject111.bin"/><Relationship Id="rId21" Type="http://schemas.openxmlformats.org/officeDocument/2006/relationships/oleObject" Target="../embeddings/oleObject120.bin"/><Relationship Id="rId7" Type="http://schemas.openxmlformats.org/officeDocument/2006/relationships/oleObject" Target="../embeddings/oleObject113.bin"/><Relationship Id="rId12" Type="http://schemas.openxmlformats.org/officeDocument/2006/relationships/image" Target="../media/image89.wmf"/><Relationship Id="rId17" Type="http://schemas.openxmlformats.org/officeDocument/2006/relationships/oleObject" Target="../embeddings/oleObject118.bin"/><Relationship Id="rId25" Type="http://schemas.openxmlformats.org/officeDocument/2006/relationships/oleObject" Target="../embeddings/oleObject122.bin"/><Relationship Id="rId2" Type="http://schemas.openxmlformats.org/officeDocument/2006/relationships/slideLayout" Target="../slideLayouts/slideLayout7.xml"/><Relationship Id="rId16" Type="http://schemas.openxmlformats.org/officeDocument/2006/relationships/image" Target="../media/image91.wmf"/><Relationship Id="rId20" Type="http://schemas.openxmlformats.org/officeDocument/2006/relationships/image" Target="../media/image93.wmf"/><Relationship Id="rId29" Type="http://schemas.openxmlformats.org/officeDocument/2006/relationships/oleObject" Target="../embeddings/oleObject124.bin"/><Relationship Id="rId1" Type="http://schemas.openxmlformats.org/officeDocument/2006/relationships/vmlDrawing" Target="../drawings/vmlDrawing13.vml"/><Relationship Id="rId6" Type="http://schemas.openxmlformats.org/officeDocument/2006/relationships/image" Target="../media/image86.wmf"/><Relationship Id="rId11" Type="http://schemas.openxmlformats.org/officeDocument/2006/relationships/oleObject" Target="../embeddings/oleObject115.bin"/><Relationship Id="rId24" Type="http://schemas.openxmlformats.org/officeDocument/2006/relationships/image" Target="../media/image95.wmf"/><Relationship Id="rId5" Type="http://schemas.openxmlformats.org/officeDocument/2006/relationships/oleObject" Target="../embeddings/oleObject112.bin"/><Relationship Id="rId15" Type="http://schemas.openxmlformats.org/officeDocument/2006/relationships/oleObject" Target="../embeddings/oleObject117.bin"/><Relationship Id="rId23" Type="http://schemas.openxmlformats.org/officeDocument/2006/relationships/oleObject" Target="../embeddings/oleObject121.bin"/><Relationship Id="rId28" Type="http://schemas.openxmlformats.org/officeDocument/2006/relationships/image" Target="../media/image97.wmf"/><Relationship Id="rId10" Type="http://schemas.openxmlformats.org/officeDocument/2006/relationships/image" Target="../media/image88.wmf"/><Relationship Id="rId19" Type="http://schemas.openxmlformats.org/officeDocument/2006/relationships/oleObject" Target="../embeddings/oleObject119.bin"/><Relationship Id="rId31" Type="http://schemas.openxmlformats.org/officeDocument/2006/relationships/image" Target="../media/image100.png"/><Relationship Id="rId4" Type="http://schemas.openxmlformats.org/officeDocument/2006/relationships/image" Target="../media/image85.wmf"/><Relationship Id="rId9" Type="http://schemas.openxmlformats.org/officeDocument/2006/relationships/oleObject" Target="../embeddings/oleObject114.bin"/><Relationship Id="rId14" Type="http://schemas.openxmlformats.org/officeDocument/2006/relationships/image" Target="../media/image90.wmf"/><Relationship Id="rId22" Type="http://schemas.openxmlformats.org/officeDocument/2006/relationships/image" Target="../media/image94.wmf"/><Relationship Id="rId27" Type="http://schemas.openxmlformats.org/officeDocument/2006/relationships/oleObject" Target="../embeddings/oleObject123.bin"/><Relationship Id="rId30" Type="http://schemas.openxmlformats.org/officeDocument/2006/relationships/image" Target="../media/image98.wmf"/></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1.xml"/><Relationship Id="rId1" Type="http://schemas.openxmlformats.org/officeDocument/2006/relationships/tags" Target="../tags/tag110.xml"/><Relationship Id="rId4" Type="http://schemas.openxmlformats.org/officeDocument/2006/relationships/image" Target="../media/image102.png"/></Relationships>
</file>

<file path=ppt/slides/_rels/slide49.xml.rels><?xml version="1.0" encoding="UTF-8" standalone="yes"?>
<Relationships xmlns="http://schemas.openxmlformats.org/package/2006/relationships"><Relationship Id="rId3" Type="http://schemas.openxmlformats.org/officeDocument/2006/relationships/tags" Target="../tags/tag114.xml"/><Relationship Id="rId2" Type="http://schemas.openxmlformats.org/officeDocument/2006/relationships/tags" Target="../tags/tag113.xml"/><Relationship Id="rId1" Type="http://schemas.openxmlformats.org/officeDocument/2006/relationships/tags" Target="../tags/tag112.xml"/><Relationship Id="rId5" Type="http://schemas.openxmlformats.org/officeDocument/2006/relationships/slideLayout" Target="../slideLayouts/slideLayout7.xml"/><Relationship Id="rId4" Type="http://schemas.openxmlformats.org/officeDocument/2006/relationships/tags" Target="../tags/tag115.xml"/></Relationships>
</file>

<file path=ppt/slides/_rels/slide50.xml.rels><?xml version="1.0" encoding="UTF-8" standalone="yes"?>
<Relationships xmlns="http://schemas.openxmlformats.org/package/2006/relationships"><Relationship Id="rId8" Type="http://schemas.openxmlformats.org/officeDocument/2006/relationships/image" Target="../media/image100.wmf"/><Relationship Id="rId13" Type="http://schemas.openxmlformats.org/officeDocument/2006/relationships/oleObject" Target="../embeddings/oleObject129.bin"/><Relationship Id="rId18" Type="http://schemas.openxmlformats.org/officeDocument/2006/relationships/image" Target="../media/image105.wmf"/><Relationship Id="rId26" Type="http://schemas.openxmlformats.org/officeDocument/2006/relationships/image" Target="../media/image109.wmf"/><Relationship Id="rId3" Type="http://schemas.openxmlformats.org/officeDocument/2006/relationships/tags" Target="../tags/tag117.xml"/><Relationship Id="rId21" Type="http://schemas.openxmlformats.org/officeDocument/2006/relationships/oleObject" Target="../embeddings/oleObject133.bin"/><Relationship Id="rId7" Type="http://schemas.openxmlformats.org/officeDocument/2006/relationships/oleObject" Target="../embeddings/oleObject126.bin"/><Relationship Id="rId12" Type="http://schemas.openxmlformats.org/officeDocument/2006/relationships/image" Target="../media/image102.wmf"/><Relationship Id="rId17" Type="http://schemas.openxmlformats.org/officeDocument/2006/relationships/oleObject" Target="../embeddings/oleObject131.bin"/><Relationship Id="rId25" Type="http://schemas.openxmlformats.org/officeDocument/2006/relationships/oleObject" Target="../embeddings/oleObject135.bin"/><Relationship Id="rId2" Type="http://schemas.openxmlformats.org/officeDocument/2006/relationships/tags" Target="../tags/tag116.xml"/><Relationship Id="rId16" Type="http://schemas.openxmlformats.org/officeDocument/2006/relationships/image" Target="../media/image104.wmf"/><Relationship Id="rId20" Type="http://schemas.openxmlformats.org/officeDocument/2006/relationships/image" Target="../media/image106.wmf"/><Relationship Id="rId29" Type="http://schemas.openxmlformats.org/officeDocument/2006/relationships/oleObject" Target="../embeddings/oleObject137.bin"/><Relationship Id="rId1" Type="http://schemas.openxmlformats.org/officeDocument/2006/relationships/vmlDrawing" Target="../drawings/vmlDrawing14.vml"/><Relationship Id="rId6" Type="http://schemas.openxmlformats.org/officeDocument/2006/relationships/image" Target="../media/image99.wmf"/><Relationship Id="rId11" Type="http://schemas.openxmlformats.org/officeDocument/2006/relationships/oleObject" Target="../embeddings/oleObject128.bin"/><Relationship Id="rId24" Type="http://schemas.openxmlformats.org/officeDocument/2006/relationships/image" Target="../media/image108.wmf"/><Relationship Id="rId5" Type="http://schemas.openxmlformats.org/officeDocument/2006/relationships/oleObject" Target="../embeddings/oleObject125.bin"/><Relationship Id="rId15" Type="http://schemas.openxmlformats.org/officeDocument/2006/relationships/oleObject" Target="../embeddings/oleObject130.bin"/><Relationship Id="rId23" Type="http://schemas.openxmlformats.org/officeDocument/2006/relationships/oleObject" Target="../embeddings/oleObject134.bin"/><Relationship Id="rId28" Type="http://schemas.openxmlformats.org/officeDocument/2006/relationships/image" Target="../media/image110.wmf"/><Relationship Id="rId10" Type="http://schemas.openxmlformats.org/officeDocument/2006/relationships/image" Target="../media/image101.wmf"/><Relationship Id="rId19" Type="http://schemas.openxmlformats.org/officeDocument/2006/relationships/oleObject" Target="../embeddings/oleObject132.bin"/><Relationship Id="rId4" Type="http://schemas.openxmlformats.org/officeDocument/2006/relationships/slideLayout" Target="../slideLayouts/slideLayout7.xml"/><Relationship Id="rId9" Type="http://schemas.openxmlformats.org/officeDocument/2006/relationships/oleObject" Target="../embeddings/oleObject127.bin"/><Relationship Id="rId14" Type="http://schemas.openxmlformats.org/officeDocument/2006/relationships/image" Target="../media/image103.wmf"/><Relationship Id="rId22" Type="http://schemas.openxmlformats.org/officeDocument/2006/relationships/image" Target="../media/image107.wmf"/><Relationship Id="rId27" Type="http://schemas.openxmlformats.org/officeDocument/2006/relationships/oleObject" Target="../embeddings/oleObject136.bin"/><Relationship Id="rId30" Type="http://schemas.openxmlformats.org/officeDocument/2006/relationships/image" Target="../media/image111.wmf"/></Relationships>
</file>

<file path=ppt/slides/_rels/slide51.xml.rels><?xml version="1.0" encoding="UTF-8" standalone="yes"?>
<Relationships xmlns="http://schemas.openxmlformats.org/package/2006/relationships"><Relationship Id="rId8" Type="http://schemas.openxmlformats.org/officeDocument/2006/relationships/image" Target="../media/image102.wmf"/><Relationship Id="rId13" Type="http://schemas.openxmlformats.org/officeDocument/2006/relationships/oleObject" Target="../embeddings/oleObject135.bin"/><Relationship Id="rId18" Type="http://schemas.openxmlformats.org/officeDocument/2006/relationships/image" Target="../media/image111.wmf"/><Relationship Id="rId3" Type="http://schemas.openxmlformats.org/officeDocument/2006/relationships/tags" Target="../tags/tag119.xml"/><Relationship Id="rId7" Type="http://schemas.openxmlformats.org/officeDocument/2006/relationships/oleObject" Target="../embeddings/oleObject128.bin"/><Relationship Id="rId12" Type="http://schemas.openxmlformats.org/officeDocument/2006/relationships/image" Target="../media/image108.wmf"/><Relationship Id="rId17" Type="http://schemas.openxmlformats.org/officeDocument/2006/relationships/oleObject" Target="../embeddings/oleObject137.bin"/><Relationship Id="rId2" Type="http://schemas.openxmlformats.org/officeDocument/2006/relationships/tags" Target="../tags/tag118.xml"/><Relationship Id="rId16" Type="http://schemas.openxmlformats.org/officeDocument/2006/relationships/image" Target="../media/image110.wmf"/><Relationship Id="rId1" Type="http://schemas.openxmlformats.org/officeDocument/2006/relationships/vmlDrawing" Target="../drawings/vmlDrawing15.vml"/><Relationship Id="rId6" Type="http://schemas.openxmlformats.org/officeDocument/2006/relationships/image" Target="../media/image99.wmf"/><Relationship Id="rId11" Type="http://schemas.openxmlformats.org/officeDocument/2006/relationships/oleObject" Target="../embeddings/oleObject134.bin"/><Relationship Id="rId5" Type="http://schemas.openxmlformats.org/officeDocument/2006/relationships/oleObject" Target="../embeddings/oleObject125.bin"/><Relationship Id="rId15" Type="http://schemas.openxmlformats.org/officeDocument/2006/relationships/oleObject" Target="../embeddings/oleObject136.bin"/><Relationship Id="rId10" Type="http://schemas.openxmlformats.org/officeDocument/2006/relationships/image" Target="../media/image105.wmf"/><Relationship Id="rId4" Type="http://schemas.openxmlformats.org/officeDocument/2006/relationships/slideLayout" Target="../slideLayouts/slideLayout7.xml"/><Relationship Id="rId9" Type="http://schemas.openxmlformats.org/officeDocument/2006/relationships/oleObject" Target="../embeddings/oleObject131.bin"/><Relationship Id="rId14" Type="http://schemas.openxmlformats.org/officeDocument/2006/relationships/image" Target="../media/image109.wmf"/></Relationships>
</file>

<file path=ppt/slides/_rels/slide52.xml.rels><?xml version="1.0" encoding="UTF-8" standalone="yes"?>
<Relationships xmlns="http://schemas.openxmlformats.org/package/2006/relationships"><Relationship Id="rId8" Type="http://schemas.openxmlformats.org/officeDocument/2006/relationships/image" Target="../media/image102.wmf"/><Relationship Id="rId13" Type="http://schemas.openxmlformats.org/officeDocument/2006/relationships/oleObject" Target="../embeddings/oleObject135.bin"/><Relationship Id="rId18" Type="http://schemas.openxmlformats.org/officeDocument/2006/relationships/image" Target="../media/image111.wmf"/><Relationship Id="rId3" Type="http://schemas.openxmlformats.org/officeDocument/2006/relationships/tags" Target="../tags/tag121.xml"/><Relationship Id="rId7" Type="http://schemas.openxmlformats.org/officeDocument/2006/relationships/oleObject" Target="../embeddings/oleObject128.bin"/><Relationship Id="rId12" Type="http://schemas.openxmlformats.org/officeDocument/2006/relationships/image" Target="../media/image108.wmf"/><Relationship Id="rId17" Type="http://schemas.openxmlformats.org/officeDocument/2006/relationships/oleObject" Target="../embeddings/oleObject137.bin"/><Relationship Id="rId2" Type="http://schemas.openxmlformats.org/officeDocument/2006/relationships/tags" Target="../tags/tag120.xml"/><Relationship Id="rId16" Type="http://schemas.openxmlformats.org/officeDocument/2006/relationships/image" Target="../media/image110.wmf"/><Relationship Id="rId1" Type="http://schemas.openxmlformats.org/officeDocument/2006/relationships/vmlDrawing" Target="../drawings/vmlDrawing16.vml"/><Relationship Id="rId6" Type="http://schemas.openxmlformats.org/officeDocument/2006/relationships/image" Target="../media/image99.wmf"/><Relationship Id="rId11" Type="http://schemas.openxmlformats.org/officeDocument/2006/relationships/oleObject" Target="../embeddings/oleObject134.bin"/><Relationship Id="rId5" Type="http://schemas.openxmlformats.org/officeDocument/2006/relationships/oleObject" Target="../embeddings/oleObject125.bin"/><Relationship Id="rId15" Type="http://schemas.openxmlformats.org/officeDocument/2006/relationships/oleObject" Target="../embeddings/oleObject136.bin"/><Relationship Id="rId10" Type="http://schemas.openxmlformats.org/officeDocument/2006/relationships/image" Target="../media/image105.wmf"/><Relationship Id="rId4" Type="http://schemas.openxmlformats.org/officeDocument/2006/relationships/slideLayout" Target="../slideLayouts/slideLayout7.xml"/><Relationship Id="rId9" Type="http://schemas.openxmlformats.org/officeDocument/2006/relationships/oleObject" Target="../embeddings/oleObject131.bin"/><Relationship Id="rId14" Type="http://schemas.openxmlformats.org/officeDocument/2006/relationships/image" Target="../media/image109.wmf"/></Relationships>
</file>

<file path=ppt/slides/_rels/slide53.xml.rels><?xml version="1.0" encoding="UTF-8" standalone="yes"?>
<Relationships xmlns="http://schemas.openxmlformats.org/package/2006/relationships"><Relationship Id="rId8" Type="http://schemas.openxmlformats.org/officeDocument/2006/relationships/image" Target="../media/image102.wmf"/><Relationship Id="rId13" Type="http://schemas.openxmlformats.org/officeDocument/2006/relationships/oleObject" Target="../embeddings/oleObject135.bin"/><Relationship Id="rId18" Type="http://schemas.openxmlformats.org/officeDocument/2006/relationships/image" Target="../media/image111.wmf"/><Relationship Id="rId3" Type="http://schemas.openxmlformats.org/officeDocument/2006/relationships/tags" Target="../tags/tag123.xml"/><Relationship Id="rId7" Type="http://schemas.openxmlformats.org/officeDocument/2006/relationships/oleObject" Target="../embeddings/oleObject128.bin"/><Relationship Id="rId12" Type="http://schemas.openxmlformats.org/officeDocument/2006/relationships/image" Target="../media/image108.wmf"/><Relationship Id="rId17" Type="http://schemas.openxmlformats.org/officeDocument/2006/relationships/oleObject" Target="../embeddings/oleObject138.bin"/><Relationship Id="rId2" Type="http://schemas.openxmlformats.org/officeDocument/2006/relationships/tags" Target="../tags/tag122.xml"/><Relationship Id="rId16" Type="http://schemas.openxmlformats.org/officeDocument/2006/relationships/image" Target="../media/image110.wmf"/><Relationship Id="rId1" Type="http://schemas.openxmlformats.org/officeDocument/2006/relationships/vmlDrawing" Target="../drawings/vmlDrawing17.vml"/><Relationship Id="rId6" Type="http://schemas.openxmlformats.org/officeDocument/2006/relationships/image" Target="../media/image99.wmf"/><Relationship Id="rId11" Type="http://schemas.openxmlformats.org/officeDocument/2006/relationships/oleObject" Target="../embeddings/oleObject134.bin"/><Relationship Id="rId5" Type="http://schemas.openxmlformats.org/officeDocument/2006/relationships/oleObject" Target="../embeddings/oleObject125.bin"/><Relationship Id="rId15" Type="http://schemas.openxmlformats.org/officeDocument/2006/relationships/oleObject" Target="../embeddings/oleObject136.bin"/><Relationship Id="rId10" Type="http://schemas.openxmlformats.org/officeDocument/2006/relationships/image" Target="../media/image105.wmf"/><Relationship Id="rId4" Type="http://schemas.openxmlformats.org/officeDocument/2006/relationships/slideLayout" Target="../slideLayouts/slideLayout7.xml"/><Relationship Id="rId9" Type="http://schemas.openxmlformats.org/officeDocument/2006/relationships/oleObject" Target="../embeddings/oleObject131.bin"/><Relationship Id="rId14" Type="http://schemas.openxmlformats.org/officeDocument/2006/relationships/image" Target="../media/image109.wmf"/></Relationships>
</file>

<file path=ppt/slides/_rels/slide54.xml.rels><?xml version="1.0" encoding="UTF-8" standalone="yes"?>
<Relationships xmlns="http://schemas.openxmlformats.org/package/2006/relationships"><Relationship Id="rId13" Type="http://schemas.openxmlformats.org/officeDocument/2006/relationships/oleObject" Target="../embeddings/oleObject143.bin"/><Relationship Id="rId18" Type="http://schemas.openxmlformats.org/officeDocument/2006/relationships/image" Target="../media/image99.wmf"/><Relationship Id="rId26" Type="http://schemas.openxmlformats.org/officeDocument/2006/relationships/image" Target="../media/image112.wmf"/><Relationship Id="rId39" Type="http://schemas.openxmlformats.org/officeDocument/2006/relationships/oleObject" Target="../embeddings/oleObject157.bin"/><Relationship Id="rId21" Type="http://schemas.openxmlformats.org/officeDocument/2006/relationships/oleObject" Target="../embeddings/oleObject147.bin"/><Relationship Id="rId34" Type="http://schemas.openxmlformats.org/officeDocument/2006/relationships/image" Target="../media/image116.wmf"/><Relationship Id="rId42" Type="http://schemas.openxmlformats.org/officeDocument/2006/relationships/image" Target="../media/image120.wmf"/><Relationship Id="rId7" Type="http://schemas.openxmlformats.org/officeDocument/2006/relationships/oleObject" Target="../embeddings/oleObject140.bin"/><Relationship Id="rId2" Type="http://schemas.openxmlformats.org/officeDocument/2006/relationships/tags" Target="../tags/tag124.xml"/><Relationship Id="rId16" Type="http://schemas.openxmlformats.org/officeDocument/2006/relationships/image" Target="../media/image107.wmf"/><Relationship Id="rId20" Type="http://schemas.openxmlformats.org/officeDocument/2006/relationships/image" Target="../media/image101.wmf"/><Relationship Id="rId29" Type="http://schemas.openxmlformats.org/officeDocument/2006/relationships/oleObject" Target="../embeddings/oleObject152.bin"/><Relationship Id="rId41" Type="http://schemas.openxmlformats.org/officeDocument/2006/relationships/oleObject" Target="../embeddings/oleObject158.bin"/><Relationship Id="rId1" Type="http://schemas.openxmlformats.org/officeDocument/2006/relationships/vmlDrawing" Target="../drawings/vmlDrawing18.vml"/><Relationship Id="rId6" Type="http://schemas.openxmlformats.org/officeDocument/2006/relationships/image" Target="../media/image108.wmf"/><Relationship Id="rId11" Type="http://schemas.openxmlformats.org/officeDocument/2006/relationships/oleObject" Target="../embeddings/oleObject142.bin"/><Relationship Id="rId24" Type="http://schemas.openxmlformats.org/officeDocument/2006/relationships/oleObject" Target="../embeddings/oleObject149.bin"/><Relationship Id="rId32" Type="http://schemas.openxmlformats.org/officeDocument/2006/relationships/image" Target="../media/image115.wmf"/><Relationship Id="rId37" Type="http://schemas.openxmlformats.org/officeDocument/2006/relationships/oleObject" Target="../embeddings/oleObject156.bin"/><Relationship Id="rId40" Type="http://schemas.openxmlformats.org/officeDocument/2006/relationships/image" Target="../media/image119.wmf"/><Relationship Id="rId5" Type="http://schemas.openxmlformats.org/officeDocument/2006/relationships/oleObject" Target="../embeddings/oleObject139.bin"/><Relationship Id="rId15" Type="http://schemas.openxmlformats.org/officeDocument/2006/relationships/oleObject" Target="../embeddings/oleObject144.bin"/><Relationship Id="rId23" Type="http://schemas.openxmlformats.org/officeDocument/2006/relationships/image" Target="../media/image110.wmf"/><Relationship Id="rId28" Type="http://schemas.openxmlformats.org/officeDocument/2006/relationships/image" Target="../media/image113.wmf"/><Relationship Id="rId36" Type="http://schemas.openxmlformats.org/officeDocument/2006/relationships/image" Target="../media/image117.wmf"/><Relationship Id="rId10" Type="http://schemas.openxmlformats.org/officeDocument/2006/relationships/image" Target="../media/image102.wmf"/><Relationship Id="rId19" Type="http://schemas.openxmlformats.org/officeDocument/2006/relationships/oleObject" Target="../embeddings/oleObject146.bin"/><Relationship Id="rId31" Type="http://schemas.openxmlformats.org/officeDocument/2006/relationships/oleObject" Target="../embeddings/oleObject153.bin"/><Relationship Id="rId44" Type="http://schemas.openxmlformats.org/officeDocument/2006/relationships/image" Target="../media/image121.wmf"/><Relationship Id="rId4" Type="http://schemas.openxmlformats.org/officeDocument/2006/relationships/slideLayout" Target="../slideLayouts/slideLayout7.xml"/><Relationship Id="rId9" Type="http://schemas.openxmlformats.org/officeDocument/2006/relationships/oleObject" Target="../embeddings/oleObject141.bin"/><Relationship Id="rId14" Type="http://schemas.openxmlformats.org/officeDocument/2006/relationships/image" Target="../media/image105.wmf"/><Relationship Id="rId22" Type="http://schemas.openxmlformats.org/officeDocument/2006/relationships/oleObject" Target="../embeddings/oleObject148.bin"/><Relationship Id="rId27" Type="http://schemas.openxmlformats.org/officeDocument/2006/relationships/oleObject" Target="../embeddings/oleObject151.bin"/><Relationship Id="rId30" Type="http://schemas.openxmlformats.org/officeDocument/2006/relationships/image" Target="../media/image114.wmf"/><Relationship Id="rId35" Type="http://schemas.openxmlformats.org/officeDocument/2006/relationships/oleObject" Target="../embeddings/oleObject155.bin"/><Relationship Id="rId43" Type="http://schemas.openxmlformats.org/officeDocument/2006/relationships/oleObject" Target="../embeddings/oleObject159.bin"/><Relationship Id="rId8" Type="http://schemas.openxmlformats.org/officeDocument/2006/relationships/image" Target="../media/image109.wmf"/><Relationship Id="rId3" Type="http://schemas.openxmlformats.org/officeDocument/2006/relationships/tags" Target="../tags/tag125.xml"/><Relationship Id="rId12" Type="http://schemas.openxmlformats.org/officeDocument/2006/relationships/image" Target="../media/image104.wmf"/><Relationship Id="rId17" Type="http://schemas.openxmlformats.org/officeDocument/2006/relationships/oleObject" Target="../embeddings/oleObject145.bin"/><Relationship Id="rId25" Type="http://schemas.openxmlformats.org/officeDocument/2006/relationships/oleObject" Target="../embeddings/oleObject150.bin"/><Relationship Id="rId33" Type="http://schemas.openxmlformats.org/officeDocument/2006/relationships/oleObject" Target="../embeddings/oleObject154.bin"/><Relationship Id="rId38" Type="http://schemas.openxmlformats.org/officeDocument/2006/relationships/image" Target="../media/image118.wmf"/></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27.xml"/><Relationship Id="rId1" Type="http://schemas.openxmlformats.org/officeDocument/2006/relationships/tags" Target="../tags/tag126.xml"/></Relationships>
</file>

<file path=ppt/slides/_rels/slide56.xml.rels><?xml version="1.0" encoding="UTF-8" standalone="yes"?>
<Relationships xmlns="http://schemas.openxmlformats.org/package/2006/relationships"><Relationship Id="rId13" Type="http://schemas.openxmlformats.org/officeDocument/2006/relationships/oleObject" Target="../embeddings/oleObject164.bin"/><Relationship Id="rId18" Type="http://schemas.openxmlformats.org/officeDocument/2006/relationships/image" Target="../media/image128.wmf"/><Relationship Id="rId26" Type="http://schemas.openxmlformats.org/officeDocument/2006/relationships/image" Target="../media/image132.wmf"/><Relationship Id="rId21" Type="http://schemas.openxmlformats.org/officeDocument/2006/relationships/oleObject" Target="../embeddings/oleObject168.bin"/><Relationship Id="rId34" Type="http://schemas.openxmlformats.org/officeDocument/2006/relationships/image" Target="../media/image136.wmf"/><Relationship Id="rId7" Type="http://schemas.openxmlformats.org/officeDocument/2006/relationships/oleObject" Target="../embeddings/oleObject161.bin"/><Relationship Id="rId12" Type="http://schemas.openxmlformats.org/officeDocument/2006/relationships/image" Target="../media/image125.wmf"/><Relationship Id="rId17" Type="http://schemas.openxmlformats.org/officeDocument/2006/relationships/oleObject" Target="../embeddings/oleObject166.bin"/><Relationship Id="rId25" Type="http://schemas.openxmlformats.org/officeDocument/2006/relationships/oleObject" Target="../embeddings/oleObject170.bin"/><Relationship Id="rId33" Type="http://schemas.openxmlformats.org/officeDocument/2006/relationships/oleObject" Target="../embeddings/oleObject174.bin"/><Relationship Id="rId38" Type="http://schemas.openxmlformats.org/officeDocument/2006/relationships/image" Target="../media/image138.wmf"/><Relationship Id="rId2" Type="http://schemas.openxmlformats.org/officeDocument/2006/relationships/tags" Target="../tags/tag128.xml"/><Relationship Id="rId16" Type="http://schemas.openxmlformats.org/officeDocument/2006/relationships/image" Target="../media/image127.wmf"/><Relationship Id="rId20" Type="http://schemas.openxmlformats.org/officeDocument/2006/relationships/image" Target="../media/image129.wmf"/><Relationship Id="rId29" Type="http://schemas.openxmlformats.org/officeDocument/2006/relationships/oleObject" Target="../embeddings/oleObject172.bin"/><Relationship Id="rId1" Type="http://schemas.openxmlformats.org/officeDocument/2006/relationships/vmlDrawing" Target="../drawings/vmlDrawing19.vml"/><Relationship Id="rId6" Type="http://schemas.openxmlformats.org/officeDocument/2006/relationships/image" Target="../media/image122.wmf"/><Relationship Id="rId11" Type="http://schemas.openxmlformats.org/officeDocument/2006/relationships/oleObject" Target="../embeddings/oleObject163.bin"/><Relationship Id="rId24" Type="http://schemas.openxmlformats.org/officeDocument/2006/relationships/image" Target="../media/image131.wmf"/><Relationship Id="rId32" Type="http://schemas.openxmlformats.org/officeDocument/2006/relationships/image" Target="../media/image135.wmf"/><Relationship Id="rId37" Type="http://schemas.openxmlformats.org/officeDocument/2006/relationships/oleObject" Target="../embeddings/oleObject176.bin"/><Relationship Id="rId5" Type="http://schemas.openxmlformats.org/officeDocument/2006/relationships/oleObject" Target="../embeddings/oleObject160.bin"/><Relationship Id="rId15" Type="http://schemas.openxmlformats.org/officeDocument/2006/relationships/oleObject" Target="../embeddings/oleObject165.bin"/><Relationship Id="rId23" Type="http://schemas.openxmlformats.org/officeDocument/2006/relationships/oleObject" Target="../embeddings/oleObject169.bin"/><Relationship Id="rId28" Type="http://schemas.openxmlformats.org/officeDocument/2006/relationships/image" Target="../media/image133.wmf"/><Relationship Id="rId36" Type="http://schemas.openxmlformats.org/officeDocument/2006/relationships/image" Target="../media/image137.wmf"/><Relationship Id="rId10" Type="http://schemas.openxmlformats.org/officeDocument/2006/relationships/image" Target="../media/image124.wmf"/><Relationship Id="rId19" Type="http://schemas.openxmlformats.org/officeDocument/2006/relationships/oleObject" Target="../embeddings/oleObject167.bin"/><Relationship Id="rId31" Type="http://schemas.openxmlformats.org/officeDocument/2006/relationships/oleObject" Target="../embeddings/oleObject173.bin"/><Relationship Id="rId4" Type="http://schemas.openxmlformats.org/officeDocument/2006/relationships/slideLayout" Target="../slideLayouts/slideLayout7.xml"/><Relationship Id="rId9" Type="http://schemas.openxmlformats.org/officeDocument/2006/relationships/oleObject" Target="../embeddings/oleObject162.bin"/><Relationship Id="rId14" Type="http://schemas.openxmlformats.org/officeDocument/2006/relationships/image" Target="../media/image126.wmf"/><Relationship Id="rId22" Type="http://schemas.openxmlformats.org/officeDocument/2006/relationships/image" Target="../media/image130.wmf"/><Relationship Id="rId27" Type="http://schemas.openxmlformats.org/officeDocument/2006/relationships/oleObject" Target="../embeddings/oleObject171.bin"/><Relationship Id="rId30" Type="http://schemas.openxmlformats.org/officeDocument/2006/relationships/image" Target="../media/image134.wmf"/><Relationship Id="rId35" Type="http://schemas.openxmlformats.org/officeDocument/2006/relationships/oleObject" Target="../embeddings/oleObject175.bin"/><Relationship Id="rId8" Type="http://schemas.openxmlformats.org/officeDocument/2006/relationships/image" Target="../media/image123.wmf"/><Relationship Id="rId3" Type="http://schemas.openxmlformats.org/officeDocument/2006/relationships/tags" Target="../tags/tag129.xml"/></Relationships>
</file>

<file path=ppt/slides/_rels/slide57.xml.rels><?xml version="1.0" encoding="UTF-8" standalone="yes"?>
<Relationships xmlns="http://schemas.openxmlformats.org/package/2006/relationships"><Relationship Id="rId13" Type="http://schemas.openxmlformats.org/officeDocument/2006/relationships/oleObject" Target="../embeddings/oleObject181.bin"/><Relationship Id="rId18" Type="http://schemas.openxmlformats.org/officeDocument/2006/relationships/image" Target="../media/image128.wmf"/><Relationship Id="rId26" Type="http://schemas.openxmlformats.org/officeDocument/2006/relationships/image" Target="../media/image132.wmf"/><Relationship Id="rId39" Type="http://schemas.openxmlformats.org/officeDocument/2006/relationships/oleObject" Target="../embeddings/oleObject194.bin"/><Relationship Id="rId21" Type="http://schemas.openxmlformats.org/officeDocument/2006/relationships/oleObject" Target="../embeddings/oleObject185.bin"/><Relationship Id="rId34" Type="http://schemas.openxmlformats.org/officeDocument/2006/relationships/image" Target="../media/image131.wmf"/><Relationship Id="rId42" Type="http://schemas.openxmlformats.org/officeDocument/2006/relationships/image" Target="../media/image140.wmf"/><Relationship Id="rId47" Type="http://schemas.openxmlformats.org/officeDocument/2006/relationships/oleObject" Target="../embeddings/oleObject198.bin"/><Relationship Id="rId50" Type="http://schemas.openxmlformats.org/officeDocument/2006/relationships/image" Target="../media/image144.wmf"/><Relationship Id="rId55" Type="http://schemas.openxmlformats.org/officeDocument/2006/relationships/oleObject" Target="../embeddings/oleObject202.bin"/><Relationship Id="rId7" Type="http://schemas.openxmlformats.org/officeDocument/2006/relationships/oleObject" Target="../embeddings/oleObject178.bin"/><Relationship Id="rId2" Type="http://schemas.openxmlformats.org/officeDocument/2006/relationships/tags" Target="../tags/tag130.xml"/><Relationship Id="rId16" Type="http://schemas.openxmlformats.org/officeDocument/2006/relationships/image" Target="../media/image125.wmf"/><Relationship Id="rId29" Type="http://schemas.openxmlformats.org/officeDocument/2006/relationships/oleObject" Target="../embeddings/oleObject189.bin"/><Relationship Id="rId11" Type="http://schemas.openxmlformats.org/officeDocument/2006/relationships/oleObject" Target="../embeddings/oleObject180.bin"/><Relationship Id="rId24" Type="http://schemas.openxmlformats.org/officeDocument/2006/relationships/image" Target="../media/image137.wmf"/><Relationship Id="rId32" Type="http://schemas.openxmlformats.org/officeDocument/2006/relationships/image" Target="../media/image138.wmf"/><Relationship Id="rId37" Type="http://schemas.openxmlformats.org/officeDocument/2006/relationships/oleObject" Target="../embeddings/oleObject193.bin"/><Relationship Id="rId40" Type="http://schemas.openxmlformats.org/officeDocument/2006/relationships/image" Target="../media/image139.wmf"/><Relationship Id="rId45" Type="http://schemas.openxmlformats.org/officeDocument/2006/relationships/oleObject" Target="../embeddings/oleObject197.bin"/><Relationship Id="rId53" Type="http://schemas.openxmlformats.org/officeDocument/2006/relationships/oleObject" Target="../embeddings/oleObject201.bin"/><Relationship Id="rId58" Type="http://schemas.openxmlformats.org/officeDocument/2006/relationships/image" Target="../media/image148.wmf"/><Relationship Id="rId5" Type="http://schemas.openxmlformats.org/officeDocument/2006/relationships/oleObject" Target="../embeddings/oleObject177.bin"/><Relationship Id="rId61" Type="http://schemas.openxmlformats.org/officeDocument/2006/relationships/oleObject" Target="../embeddings/oleObject205.bin"/><Relationship Id="rId19" Type="http://schemas.openxmlformats.org/officeDocument/2006/relationships/oleObject" Target="../embeddings/oleObject184.bin"/><Relationship Id="rId14" Type="http://schemas.openxmlformats.org/officeDocument/2006/relationships/image" Target="../media/image124.wmf"/><Relationship Id="rId22" Type="http://schemas.openxmlformats.org/officeDocument/2006/relationships/image" Target="../media/image136.wmf"/><Relationship Id="rId27" Type="http://schemas.openxmlformats.org/officeDocument/2006/relationships/oleObject" Target="../embeddings/oleObject188.bin"/><Relationship Id="rId30" Type="http://schemas.openxmlformats.org/officeDocument/2006/relationships/image" Target="../media/image135.wmf"/><Relationship Id="rId35" Type="http://schemas.openxmlformats.org/officeDocument/2006/relationships/oleObject" Target="../embeddings/oleObject192.bin"/><Relationship Id="rId43" Type="http://schemas.openxmlformats.org/officeDocument/2006/relationships/oleObject" Target="../embeddings/oleObject196.bin"/><Relationship Id="rId48" Type="http://schemas.openxmlformats.org/officeDocument/2006/relationships/image" Target="../media/image143.wmf"/><Relationship Id="rId56" Type="http://schemas.openxmlformats.org/officeDocument/2006/relationships/image" Target="../media/image147.wmf"/><Relationship Id="rId8" Type="http://schemas.openxmlformats.org/officeDocument/2006/relationships/image" Target="../media/image127.wmf"/><Relationship Id="rId51" Type="http://schemas.openxmlformats.org/officeDocument/2006/relationships/oleObject" Target="../embeddings/oleObject200.bin"/><Relationship Id="rId3" Type="http://schemas.openxmlformats.org/officeDocument/2006/relationships/tags" Target="../tags/tag131.xml"/><Relationship Id="rId12" Type="http://schemas.openxmlformats.org/officeDocument/2006/relationships/image" Target="../media/image123.wmf"/><Relationship Id="rId17" Type="http://schemas.openxmlformats.org/officeDocument/2006/relationships/oleObject" Target="../embeddings/oleObject183.bin"/><Relationship Id="rId25" Type="http://schemas.openxmlformats.org/officeDocument/2006/relationships/oleObject" Target="../embeddings/oleObject187.bin"/><Relationship Id="rId33" Type="http://schemas.openxmlformats.org/officeDocument/2006/relationships/oleObject" Target="../embeddings/oleObject191.bin"/><Relationship Id="rId38" Type="http://schemas.openxmlformats.org/officeDocument/2006/relationships/image" Target="../media/image134.wmf"/><Relationship Id="rId46" Type="http://schemas.openxmlformats.org/officeDocument/2006/relationships/image" Target="../media/image142.wmf"/><Relationship Id="rId59" Type="http://schemas.openxmlformats.org/officeDocument/2006/relationships/oleObject" Target="../embeddings/oleObject204.bin"/><Relationship Id="rId20" Type="http://schemas.openxmlformats.org/officeDocument/2006/relationships/image" Target="../media/image129.wmf"/><Relationship Id="rId41" Type="http://schemas.openxmlformats.org/officeDocument/2006/relationships/oleObject" Target="../embeddings/oleObject195.bin"/><Relationship Id="rId54" Type="http://schemas.openxmlformats.org/officeDocument/2006/relationships/image" Target="../media/image146.wmf"/><Relationship Id="rId62" Type="http://schemas.openxmlformats.org/officeDocument/2006/relationships/image" Target="../media/image150.wmf"/><Relationship Id="rId1" Type="http://schemas.openxmlformats.org/officeDocument/2006/relationships/vmlDrawing" Target="../drawings/vmlDrawing20.vml"/><Relationship Id="rId6" Type="http://schemas.openxmlformats.org/officeDocument/2006/relationships/image" Target="../media/image130.wmf"/><Relationship Id="rId15" Type="http://schemas.openxmlformats.org/officeDocument/2006/relationships/oleObject" Target="../embeddings/oleObject182.bin"/><Relationship Id="rId23" Type="http://schemas.openxmlformats.org/officeDocument/2006/relationships/oleObject" Target="../embeddings/oleObject186.bin"/><Relationship Id="rId28" Type="http://schemas.openxmlformats.org/officeDocument/2006/relationships/image" Target="../media/image126.wmf"/><Relationship Id="rId36" Type="http://schemas.openxmlformats.org/officeDocument/2006/relationships/image" Target="../media/image133.wmf"/><Relationship Id="rId49" Type="http://schemas.openxmlformats.org/officeDocument/2006/relationships/oleObject" Target="../embeddings/oleObject199.bin"/><Relationship Id="rId57" Type="http://schemas.openxmlformats.org/officeDocument/2006/relationships/oleObject" Target="../embeddings/oleObject203.bin"/><Relationship Id="rId10" Type="http://schemas.openxmlformats.org/officeDocument/2006/relationships/image" Target="../media/image122.wmf"/><Relationship Id="rId31" Type="http://schemas.openxmlformats.org/officeDocument/2006/relationships/oleObject" Target="../embeddings/oleObject190.bin"/><Relationship Id="rId44" Type="http://schemas.openxmlformats.org/officeDocument/2006/relationships/image" Target="../media/image141.wmf"/><Relationship Id="rId52" Type="http://schemas.openxmlformats.org/officeDocument/2006/relationships/image" Target="../media/image145.wmf"/><Relationship Id="rId60" Type="http://schemas.openxmlformats.org/officeDocument/2006/relationships/image" Target="../media/image149.wmf"/><Relationship Id="rId4" Type="http://schemas.openxmlformats.org/officeDocument/2006/relationships/slideLayout" Target="../slideLayouts/slideLayout7.xml"/><Relationship Id="rId9" Type="http://schemas.openxmlformats.org/officeDocument/2006/relationships/oleObject" Target="../embeddings/oleObject179.bin"/></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3.xml"/><Relationship Id="rId1" Type="http://schemas.openxmlformats.org/officeDocument/2006/relationships/tags" Target="../tags/tag132.xml"/></Relationships>
</file>

<file path=ppt/slides/_rels/slide59.xml.rels><?xml version="1.0" encoding="UTF-8" standalone="yes"?>
<Relationships xmlns="http://schemas.openxmlformats.org/package/2006/relationships"><Relationship Id="rId8" Type="http://schemas.openxmlformats.org/officeDocument/2006/relationships/tags" Target="../tags/tag141.xml"/><Relationship Id="rId13" Type="http://schemas.openxmlformats.org/officeDocument/2006/relationships/tags" Target="../tags/tag146.xml"/><Relationship Id="rId3" Type="http://schemas.openxmlformats.org/officeDocument/2006/relationships/tags" Target="../tags/tag136.xml"/><Relationship Id="rId7" Type="http://schemas.openxmlformats.org/officeDocument/2006/relationships/tags" Target="../tags/tag140.xml"/><Relationship Id="rId12" Type="http://schemas.openxmlformats.org/officeDocument/2006/relationships/tags" Target="../tags/tag145.xml"/><Relationship Id="rId2" Type="http://schemas.openxmlformats.org/officeDocument/2006/relationships/tags" Target="../tags/tag135.xml"/><Relationship Id="rId1" Type="http://schemas.openxmlformats.org/officeDocument/2006/relationships/tags" Target="../tags/tag134.xml"/><Relationship Id="rId6" Type="http://schemas.openxmlformats.org/officeDocument/2006/relationships/tags" Target="../tags/tag139.xml"/><Relationship Id="rId11" Type="http://schemas.openxmlformats.org/officeDocument/2006/relationships/tags" Target="../tags/tag144.xml"/><Relationship Id="rId5" Type="http://schemas.openxmlformats.org/officeDocument/2006/relationships/tags" Target="../tags/tag138.xml"/><Relationship Id="rId15" Type="http://schemas.openxmlformats.org/officeDocument/2006/relationships/slideLayout" Target="../slideLayouts/slideLayout7.xml"/><Relationship Id="rId10" Type="http://schemas.openxmlformats.org/officeDocument/2006/relationships/tags" Target="../tags/tag143.xml"/><Relationship Id="rId4" Type="http://schemas.openxmlformats.org/officeDocument/2006/relationships/tags" Target="../tags/tag137.xml"/><Relationship Id="rId9" Type="http://schemas.openxmlformats.org/officeDocument/2006/relationships/tags" Target="../tags/tag142.xml"/><Relationship Id="rId14" Type="http://schemas.openxmlformats.org/officeDocument/2006/relationships/tags" Target="../tags/tag147.xml"/></Relationships>
</file>

<file path=ppt/slides/_rels/slide60.xml.rels><?xml version="1.0" encoding="UTF-8" standalone="yes"?>
<Relationships xmlns="http://schemas.openxmlformats.org/package/2006/relationships"><Relationship Id="rId3" Type="http://schemas.openxmlformats.org/officeDocument/2006/relationships/tags" Target="../tags/tag150.xml"/><Relationship Id="rId2" Type="http://schemas.openxmlformats.org/officeDocument/2006/relationships/tags" Target="../tags/tag149.xml"/><Relationship Id="rId1" Type="http://schemas.openxmlformats.org/officeDocument/2006/relationships/tags" Target="../tags/tag148.xml"/><Relationship Id="rId5" Type="http://schemas.openxmlformats.org/officeDocument/2006/relationships/slideLayout" Target="../slideLayouts/slideLayout7.xml"/><Relationship Id="rId4" Type="http://schemas.openxmlformats.org/officeDocument/2006/relationships/tags" Target="../tags/tag151.xml"/></Relationships>
</file>

<file path=ppt/slides/_rels/slide61.xml.rels><?xml version="1.0" encoding="UTF-8" standalone="yes"?>
<Relationships xmlns="http://schemas.openxmlformats.org/package/2006/relationships"><Relationship Id="rId13" Type="http://schemas.openxmlformats.org/officeDocument/2006/relationships/oleObject" Target="../embeddings/oleObject210.bin"/><Relationship Id="rId18" Type="http://schemas.openxmlformats.org/officeDocument/2006/relationships/image" Target="../media/image157.wmf"/><Relationship Id="rId26" Type="http://schemas.openxmlformats.org/officeDocument/2006/relationships/image" Target="../media/image161.wmf"/><Relationship Id="rId39" Type="http://schemas.openxmlformats.org/officeDocument/2006/relationships/oleObject" Target="../embeddings/oleObject223.bin"/><Relationship Id="rId21" Type="http://schemas.openxmlformats.org/officeDocument/2006/relationships/oleObject" Target="../embeddings/oleObject214.bin"/><Relationship Id="rId34" Type="http://schemas.openxmlformats.org/officeDocument/2006/relationships/image" Target="../media/image165.wmf"/><Relationship Id="rId42" Type="http://schemas.openxmlformats.org/officeDocument/2006/relationships/image" Target="../media/image169.wmf"/><Relationship Id="rId7" Type="http://schemas.openxmlformats.org/officeDocument/2006/relationships/oleObject" Target="../embeddings/oleObject207.bin"/><Relationship Id="rId2" Type="http://schemas.openxmlformats.org/officeDocument/2006/relationships/tags" Target="../tags/tag152.xml"/><Relationship Id="rId16" Type="http://schemas.openxmlformats.org/officeDocument/2006/relationships/image" Target="../media/image156.wmf"/><Relationship Id="rId20" Type="http://schemas.openxmlformats.org/officeDocument/2006/relationships/image" Target="../media/image158.wmf"/><Relationship Id="rId29" Type="http://schemas.openxmlformats.org/officeDocument/2006/relationships/oleObject" Target="../embeddings/oleObject218.bin"/><Relationship Id="rId41" Type="http://schemas.openxmlformats.org/officeDocument/2006/relationships/oleObject" Target="../embeddings/oleObject224.bin"/><Relationship Id="rId1" Type="http://schemas.openxmlformats.org/officeDocument/2006/relationships/vmlDrawing" Target="../drawings/vmlDrawing21.vml"/><Relationship Id="rId6" Type="http://schemas.openxmlformats.org/officeDocument/2006/relationships/image" Target="../media/image151.wmf"/><Relationship Id="rId11" Type="http://schemas.openxmlformats.org/officeDocument/2006/relationships/oleObject" Target="../embeddings/oleObject209.bin"/><Relationship Id="rId24" Type="http://schemas.openxmlformats.org/officeDocument/2006/relationships/image" Target="../media/image160.wmf"/><Relationship Id="rId32" Type="http://schemas.openxmlformats.org/officeDocument/2006/relationships/image" Target="../media/image164.wmf"/><Relationship Id="rId37" Type="http://schemas.openxmlformats.org/officeDocument/2006/relationships/oleObject" Target="../embeddings/oleObject222.bin"/><Relationship Id="rId40" Type="http://schemas.openxmlformats.org/officeDocument/2006/relationships/image" Target="../media/image168.wmf"/><Relationship Id="rId5" Type="http://schemas.openxmlformats.org/officeDocument/2006/relationships/oleObject" Target="../embeddings/oleObject206.bin"/><Relationship Id="rId15" Type="http://schemas.openxmlformats.org/officeDocument/2006/relationships/oleObject" Target="../embeddings/oleObject211.bin"/><Relationship Id="rId23" Type="http://schemas.openxmlformats.org/officeDocument/2006/relationships/oleObject" Target="../embeddings/oleObject215.bin"/><Relationship Id="rId28" Type="http://schemas.openxmlformats.org/officeDocument/2006/relationships/image" Target="../media/image162.wmf"/><Relationship Id="rId36" Type="http://schemas.openxmlformats.org/officeDocument/2006/relationships/image" Target="../media/image166.wmf"/><Relationship Id="rId10" Type="http://schemas.openxmlformats.org/officeDocument/2006/relationships/image" Target="../media/image153.wmf"/><Relationship Id="rId19" Type="http://schemas.openxmlformats.org/officeDocument/2006/relationships/oleObject" Target="../embeddings/oleObject213.bin"/><Relationship Id="rId31" Type="http://schemas.openxmlformats.org/officeDocument/2006/relationships/oleObject" Target="../embeddings/oleObject219.bin"/><Relationship Id="rId4" Type="http://schemas.openxmlformats.org/officeDocument/2006/relationships/slideLayout" Target="../slideLayouts/slideLayout7.xml"/><Relationship Id="rId9" Type="http://schemas.openxmlformats.org/officeDocument/2006/relationships/oleObject" Target="../embeddings/oleObject208.bin"/><Relationship Id="rId14" Type="http://schemas.openxmlformats.org/officeDocument/2006/relationships/image" Target="../media/image155.wmf"/><Relationship Id="rId22" Type="http://schemas.openxmlformats.org/officeDocument/2006/relationships/image" Target="../media/image159.wmf"/><Relationship Id="rId27" Type="http://schemas.openxmlformats.org/officeDocument/2006/relationships/oleObject" Target="../embeddings/oleObject217.bin"/><Relationship Id="rId30" Type="http://schemas.openxmlformats.org/officeDocument/2006/relationships/image" Target="../media/image163.wmf"/><Relationship Id="rId35" Type="http://schemas.openxmlformats.org/officeDocument/2006/relationships/oleObject" Target="../embeddings/oleObject221.bin"/><Relationship Id="rId8" Type="http://schemas.openxmlformats.org/officeDocument/2006/relationships/image" Target="../media/image152.wmf"/><Relationship Id="rId3" Type="http://schemas.openxmlformats.org/officeDocument/2006/relationships/tags" Target="../tags/tag153.xml"/><Relationship Id="rId12" Type="http://schemas.openxmlformats.org/officeDocument/2006/relationships/image" Target="../media/image154.wmf"/><Relationship Id="rId17" Type="http://schemas.openxmlformats.org/officeDocument/2006/relationships/oleObject" Target="../embeddings/oleObject212.bin"/><Relationship Id="rId25" Type="http://schemas.openxmlformats.org/officeDocument/2006/relationships/oleObject" Target="../embeddings/oleObject216.bin"/><Relationship Id="rId33" Type="http://schemas.openxmlformats.org/officeDocument/2006/relationships/oleObject" Target="../embeddings/oleObject220.bin"/><Relationship Id="rId38" Type="http://schemas.openxmlformats.org/officeDocument/2006/relationships/image" Target="../media/image167.wmf"/></Relationships>
</file>

<file path=ppt/slides/_rels/slide62.xml.rels><?xml version="1.0" encoding="UTF-8" standalone="yes"?>
<Relationships xmlns="http://schemas.openxmlformats.org/package/2006/relationships"><Relationship Id="rId13" Type="http://schemas.openxmlformats.org/officeDocument/2006/relationships/image" Target="../media/image159.wmf"/><Relationship Id="rId18" Type="http://schemas.openxmlformats.org/officeDocument/2006/relationships/oleObject" Target="../embeddings/oleObject231.bin"/><Relationship Id="rId26" Type="http://schemas.openxmlformats.org/officeDocument/2006/relationships/oleObject" Target="../embeddings/oleObject235.bin"/><Relationship Id="rId39" Type="http://schemas.openxmlformats.org/officeDocument/2006/relationships/image" Target="../media/image167.wmf"/><Relationship Id="rId21" Type="http://schemas.openxmlformats.org/officeDocument/2006/relationships/image" Target="../media/image153.wmf"/><Relationship Id="rId34" Type="http://schemas.openxmlformats.org/officeDocument/2006/relationships/oleObject" Target="../embeddings/oleObject239.bin"/><Relationship Id="rId42" Type="http://schemas.openxmlformats.org/officeDocument/2006/relationships/oleObject" Target="../embeddings/oleObject243.bin"/><Relationship Id="rId7" Type="http://schemas.openxmlformats.org/officeDocument/2006/relationships/image" Target="../media/image155.wmf"/><Relationship Id="rId2" Type="http://schemas.openxmlformats.org/officeDocument/2006/relationships/tags" Target="../tags/tag154.xml"/><Relationship Id="rId16" Type="http://schemas.openxmlformats.org/officeDocument/2006/relationships/oleObject" Target="../embeddings/oleObject230.bin"/><Relationship Id="rId20" Type="http://schemas.openxmlformats.org/officeDocument/2006/relationships/oleObject" Target="../embeddings/oleObject232.bin"/><Relationship Id="rId29" Type="http://schemas.openxmlformats.org/officeDocument/2006/relationships/image" Target="../media/image158.wmf"/><Relationship Id="rId41" Type="http://schemas.openxmlformats.org/officeDocument/2006/relationships/image" Target="../media/image168.wmf"/><Relationship Id="rId1" Type="http://schemas.openxmlformats.org/officeDocument/2006/relationships/vmlDrawing" Target="../drawings/vmlDrawing22.vml"/><Relationship Id="rId6" Type="http://schemas.openxmlformats.org/officeDocument/2006/relationships/oleObject" Target="../embeddings/oleObject225.bin"/><Relationship Id="rId11" Type="http://schemas.openxmlformats.org/officeDocument/2006/relationships/image" Target="../media/image165.wmf"/><Relationship Id="rId24" Type="http://schemas.openxmlformats.org/officeDocument/2006/relationships/oleObject" Target="../embeddings/oleObject234.bin"/><Relationship Id="rId32" Type="http://schemas.openxmlformats.org/officeDocument/2006/relationships/oleObject" Target="../embeddings/oleObject238.bin"/><Relationship Id="rId37" Type="http://schemas.openxmlformats.org/officeDocument/2006/relationships/image" Target="../media/image166.wmf"/><Relationship Id="rId40" Type="http://schemas.openxmlformats.org/officeDocument/2006/relationships/oleObject" Target="../embeddings/oleObject242.bin"/><Relationship Id="rId5" Type="http://schemas.openxmlformats.org/officeDocument/2006/relationships/notesSlide" Target="../notesSlides/notesSlide2.xml"/><Relationship Id="rId15" Type="http://schemas.openxmlformats.org/officeDocument/2006/relationships/image" Target="../media/image160.wmf"/><Relationship Id="rId23" Type="http://schemas.openxmlformats.org/officeDocument/2006/relationships/image" Target="../media/image154.wmf"/><Relationship Id="rId28" Type="http://schemas.openxmlformats.org/officeDocument/2006/relationships/oleObject" Target="../embeddings/oleObject236.bin"/><Relationship Id="rId36" Type="http://schemas.openxmlformats.org/officeDocument/2006/relationships/oleObject" Target="../embeddings/oleObject240.bin"/><Relationship Id="rId10" Type="http://schemas.openxmlformats.org/officeDocument/2006/relationships/oleObject" Target="../embeddings/oleObject227.bin"/><Relationship Id="rId19" Type="http://schemas.openxmlformats.org/officeDocument/2006/relationships/image" Target="../media/image152.wmf"/><Relationship Id="rId31" Type="http://schemas.openxmlformats.org/officeDocument/2006/relationships/image" Target="../media/image161.wmf"/><Relationship Id="rId4" Type="http://schemas.openxmlformats.org/officeDocument/2006/relationships/slideLayout" Target="../slideLayouts/slideLayout7.xml"/><Relationship Id="rId9" Type="http://schemas.openxmlformats.org/officeDocument/2006/relationships/image" Target="../media/image164.wmf"/><Relationship Id="rId14" Type="http://schemas.openxmlformats.org/officeDocument/2006/relationships/oleObject" Target="../embeddings/oleObject229.bin"/><Relationship Id="rId22" Type="http://schemas.openxmlformats.org/officeDocument/2006/relationships/oleObject" Target="../embeddings/oleObject233.bin"/><Relationship Id="rId27" Type="http://schemas.openxmlformats.org/officeDocument/2006/relationships/image" Target="../media/image157.wmf"/><Relationship Id="rId30" Type="http://schemas.openxmlformats.org/officeDocument/2006/relationships/oleObject" Target="../embeddings/oleObject237.bin"/><Relationship Id="rId35" Type="http://schemas.openxmlformats.org/officeDocument/2006/relationships/image" Target="../media/image163.wmf"/><Relationship Id="rId43" Type="http://schemas.openxmlformats.org/officeDocument/2006/relationships/image" Target="../media/image169.wmf"/><Relationship Id="rId8" Type="http://schemas.openxmlformats.org/officeDocument/2006/relationships/oleObject" Target="../embeddings/oleObject226.bin"/><Relationship Id="rId3" Type="http://schemas.openxmlformats.org/officeDocument/2006/relationships/tags" Target="../tags/tag155.xml"/><Relationship Id="rId12" Type="http://schemas.openxmlformats.org/officeDocument/2006/relationships/oleObject" Target="../embeddings/oleObject228.bin"/><Relationship Id="rId17" Type="http://schemas.openxmlformats.org/officeDocument/2006/relationships/image" Target="../media/image151.wmf"/><Relationship Id="rId25" Type="http://schemas.openxmlformats.org/officeDocument/2006/relationships/image" Target="../media/image156.wmf"/><Relationship Id="rId33" Type="http://schemas.openxmlformats.org/officeDocument/2006/relationships/image" Target="../media/image162.wmf"/><Relationship Id="rId38" Type="http://schemas.openxmlformats.org/officeDocument/2006/relationships/oleObject" Target="../embeddings/oleObject241.bin"/></Relationships>
</file>

<file path=ppt/slides/_rels/slide63.xml.rels><?xml version="1.0" encoding="UTF-8" standalone="yes"?>
<Relationships xmlns="http://schemas.openxmlformats.org/package/2006/relationships"><Relationship Id="rId13" Type="http://schemas.openxmlformats.org/officeDocument/2006/relationships/oleObject" Target="../embeddings/oleObject249.bin"/><Relationship Id="rId18" Type="http://schemas.openxmlformats.org/officeDocument/2006/relationships/image" Target="../media/image156.wmf"/><Relationship Id="rId26" Type="http://schemas.openxmlformats.org/officeDocument/2006/relationships/image" Target="../media/image165.wmf"/><Relationship Id="rId39" Type="http://schemas.openxmlformats.org/officeDocument/2006/relationships/oleObject" Target="../embeddings/oleObject262.bin"/><Relationship Id="rId21" Type="http://schemas.openxmlformats.org/officeDocument/2006/relationships/oleObject" Target="../embeddings/oleObject253.bin"/><Relationship Id="rId34" Type="http://schemas.openxmlformats.org/officeDocument/2006/relationships/image" Target="../media/image166.wmf"/><Relationship Id="rId7" Type="http://schemas.openxmlformats.org/officeDocument/2006/relationships/oleObject" Target="../embeddings/oleObject246.bin"/><Relationship Id="rId12" Type="http://schemas.openxmlformats.org/officeDocument/2006/relationships/image" Target="../media/image170.wmf"/><Relationship Id="rId17" Type="http://schemas.openxmlformats.org/officeDocument/2006/relationships/oleObject" Target="../embeddings/oleObject251.bin"/><Relationship Id="rId25" Type="http://schemas.openxmlformats.org/officeDocument/2006/relationships/oleObject" Target="../embeddings/oleObject255.bin"/><Relationship Id="rId33" Type="http://schemas.openxmlformats.org/officeDocument/2006/relationships/oleObject" Target="../embeddings/oleObject259.bin"/><Relationship Id="rId38" Type="http://schemas.openxmlformats.org/officeDocument/2006/relationships/image" Target="../media/image168.wmf"/><Relationship Id="rId2" Type="http://schemas.openxmlformats.org/officeDocument/2006/relationships/slideLayout" Target="../slideLayouts/slideLayout7.xml"/><Relationship Id="rId16" Type="http://schemas.openxmlformats.org/officeDocument/2006/relationships/image" Target="../media/image154.wmf"/><Relationship Id="rId20" Type="http://schemas.openxmlformats.org/officeDocument/2006/relationships/image" Target="../media/image157.wmf"/><Relationship Id="rId29" Type="http://schemas.openxmlformats.org/officeDocument/2006/relationships/oleObject" Target="../embeddings/oleObject257.bin"/><Relationship Id="rId1" Type="http://schemas.openxmlformats.org/officeDocument/2006/relationships/vmlDrawing" Target="../drawings/vmlDrawing23.vml"/><Relationship Id="rId6" Type="http://schemas.openxmlformats.org/officeDocument/2006/relationships/image" Target="../media/image159.wmf"/><Relationship Id="rId11" Type="http://schemas.openxmlformats.org/officeDocument/2006/relationships/oleObject" Target="../embeddings/oleObject248.bin"/><Relationship Id="rId24" Type="http://schemas.openxmlformats.org/officeDocument/2006/relationships/image" Target="../media/image164.wmf"/><Relationship Id="rId32" Type="http://schemas.openxmlformats.org/officeDocument/2006/relationships/image" Target="../media/image163.wmf"/><Relationship Id="rId37" Type="http://schemas.openxmlformats.org/officeDocument/2006/relationships/oleObject" Target="../embeddings/oleObject261.bin"/><Relationship Id="rId40" Type="http://schemas.openxmlformats.org/officeDocument/2006/relationships/image" Target="../media/image169.wmf"/><Relationship Id="rId5" Type="http://schemas.openxmlformats.org/officeDocument/2006/relationships/oleObject" Target="../embeddings/oleObject245.bin"/><Relationship Id="rId15" Type="http://schemas.openxmlformats.org/officeDocument/2006/relationships/oleObject" Target="../embeddings/oleObject250.bin"/><Relationship Id="rId23" Type="http://schemas.openxmlformats.org/officeDocument/2006/relationships/oleObject" Target="../embeddings/oleObject254.bin"/><Relationship Id="rId28" Type="http://schemas.openxmlformats.org/officeDocument/2006/relationships/image" Target="../media/image161.wmf"/><Relationship Id="rId36" Type="http://schemas.openxmlformats.org/officeDocument/2006/relationships/image" Target="../media/image167.wmf"/><Relationship Id="rId10" Type="http://schemas.openxmlformats.org/officeDocument/2006/relationships/image" Target="../media/image151.wmf"/><Relationship Id="rId19" Type="http://schemas.openxmlformats.org/officeDocument/2006/relationships/oleObject" Target="../embeddings/oleObject252.bin"/><Relationship Id="rId31" Type="http://schemas.openxmlformats.org/officeDocument/2006/relationships/oleObject" Target="../embeddings/oleObject258.bin"/><Relationship Id="rId4" Type="http://schemas.openxmlformats.org/officeDocument/2006/relationships/image" Target="../media/image155.wmf"/><Relationship Id="rId9" Type="http://schemas.openxmlformats.org/officeDocument/2006/relationships/oleObject" Target="../embeddings/oleObject247.bin"/><Relationship Id="rId14" Type="http://schemas.openxmlformats.org/officeDocument/2006/relationships/image" Target="../media/image153.wmf"/><Relationship Id="rId22" Type="http://schemas.openxmlformats.org/officeDocument/2006/relationships/image" Target="../media/image158.wmf"/><Relationship Id="rId27" Type="http://schemas.openxmlformats.org/officeDocument/2006/relationships/oleObject" Target="../embeddings/oleObject256.bin"/><Relationship Id="rId30" Type="http://schemas.openxmlformats.org/officeDocument/2006/relationships/image" Target="../media/image162.wmf"/><Relationship Id="rId35" Type="http://schemas.openxmlformats.org/officeDocument/2006/relationships/oleObject" Target="../embeddings/oleObject260.bin"/><Relationship Id="rId8" Type="http://schemas.openxmlformats.org/officeDocument/2006/relationships/image" Target="../media/image160.wmf"/><Relationship Id="rId3" Type="http://schemas.openxmlformats.org/officeDocument/2006/relationships/oleObject" Target="../embeddings/oleObject244.bin"/></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57.xml"/><Relationship Id="rId1" Type="http://schemas.openxmlformats.org/officeDocument/2006/relationships/tags" Target="../tags/tag156.xml"/></Relationships>
</file>

<file path=ppt/slides/_rels/slide65.xml.rels><?xml version="1.0" encoding="UTF-8" standalone="yes"?>
<Relationships xmlns="http://schemas.openxmlformats.org/package/2006/relationships"><Relationship Id="rId26" Type="http://schemas.openxmlformats.org/officeDocument/2006/relationships/image" Target="../media/image167.wmf"/><Relationship Id="rId21" Type="http://schemas.openxmlformats.org/officeDocument/2006/relationships/oleObject" Target="../embeddings/oleObject270.bin"/><Relationship Id="rId42" Type="http://schemas.openxmlformats.org/officeDocument/2006/relationships/image" Target="../media/image171.wmf"/><Relationship Id="rId47" Type="http://schemas.openxmlformats.org/officeDocument/2006/relationships/oleObject" Target="../embeddings/oleObject283.bin"/><Relationship Id="rId63" Type="http://schemas.openxmlformats.org/officeDocument/2006/relationships/oleObject" Target="../embeddings/oleObject293.bin"/><Relationship Id="rId68" Type="http://schemas.openxmlformats.org/officeDocument/2006/relationships/oleObject" Target="../embeddings/oleObject298.bin"/><Relationship Id="rId84" Type="http://schemas.openxmlformats.org/officeDocument/2006/relationships/image" Target="../media/image181.wmf"/><Relationship Id="rId89" Type="http://schemas.openxmlformats.org/officeDocument/2006/relationships/oleObject" Target="../embeddings/oleObject312.bin"/><Relationship Id="rId16" Type="http://schemas.openxmlformats.org/officeDocument/2006/relationships/image" Target="../media/image152.wmf"/><Relationship Id="rId11" Type="http://schemas.openxmlformats.org/officeDocument/2006/relationships/oleObject" Target="../embeddings/oleObject265.bin"/><Relationship Id="rId32" Type="http://schemas.openxmlformats.org/officeDocument/2006/relationships/image" Target="../media/image161.wmf"/><Relationship Id="rId37" Type="http://schemas.openxmlformats.org/officeDocument/2006/relationships/oleObject" Target="../embeddings/oleObject278.bin"/><Relationship Id="rId53" Type="http://schemas.openxmlformats.org/officeDocument/2006/relationships/oleObject" Target="../embeddings/oleObject286.bin"/><Relationship Id="rId58" Type="http://schemas.openxmlformats.org/officeDocument/2006/relationships/oleObject" Target="../embeddings/oleObject289.bin"/><Relationship Id="rId74" Type="http://schemas.openxmlformats.org/officeDocument/2006/relationships/oleObject" Target="../embeddings/oleObject302.bin"/><Relationship Id="rId79" Type="http://schemas.openxmlformats.org/officeDocument/2006/relationships/oleObject" Target="../embeddings/oleObject307.bin"/><Relationship Id="rId5" Type="http://schemas.openxmlformats.org/officeDocument/2006/relationships/tags" Target="../tags/tag161.xml"/><Relationship Id="rId90" Type="http://schemas.openxmlformats.org/officeDocument/2006/relationships/image" Target="../media/image184.wmf"/><Relationship Id="rId95" Type="http://schemas.openxmlformats.org/officeDocument/2006/relationships/oleObject" Target="../embeddings/oleObject315.bin"/><Relationship Id="rId22" Type="http://schemas.openxmlformats.org/officeDocument/2006/relationships/image" Target="../media/image158.wmf"/><Relationship Id="rId27" Type="http://schemas.openxmlformats.org/officeDocument/2006/relationships/oleObject" Target="../embeddings/oleObject273.bin"/><Relationship Id="rId43" Type="http://schemas.openxmlformats.org/officeDocument/2006/relationships/oleObject" Target="../embeddings/oleObject281.bin"/><Relationship Id="rId48" Type="http://schemas.openxmlformats.org/officeDocument/2006/relationships/image" Target="../media/image174.wmf"/><Relationship Id="rId64" Type="http://schemas.openxmlformats.org/officeDocument/2006/relationships/oleObject" Target="../embeddings/oleObject294.bin"/><Relationship Id="rId69" Type="http://schemas.openxmlformats.org/officeDocument/2006/relationships/oleObject" Target="../embeddings/oleObject299.bin"/><Relationship Id="rId8" Type="http://schemas.openxmlformats.org/officeDocument/2006/relationships/image" Target="../media/image154.wmf"/><Relationship Id="rId51" Type="http://schemas.openxmlformats.org/officeDocument/2006/relationships/oleObject" Target="../embeddings/oleObject285.bin"/><Relationship Id="rId72" Type="http://schemas.openxmlformats.org/officeDocument/2006/relationships/oleObject" Target="../embeddings/oleObject301.bin"/><Relationship Id="rId80" Type="http://schemas.openxmlformats.org/officeDocument/2006/relationships/image" Target="../media/image179.wmf"/><Relationship Id="rId85" Type="http://schemas.openxmlformats.org/officeDocument/2006/relationships/oleObject" Target="../embeddings/oleObject310.bin"/><Relationship Id="rId93" Type="http://schemas.openxmlformats.org/officeDocument/2006/relationships/oleObject" Target="../embeddings/oleObject314.bin"/><Relationship Id="rId3" Type="http://schemas.openxmlformats.org/officeDocument/2006/relationships/tags" Target="../tags/tag159.xml"/><Relationship Id="rId12" Type="http://schemas.openxmlformats.org/officeDocument/2006/relationships/image" Target="../media/image151.wmf"/><Relationship Id="rId17" Type="http://schemas.openxmlformats.org/officeDocument/2006/relationships/oleObject" Target="../embeddings/oleObject268.bin"/><Relationship Id="rId25" Type="http://schemas.openxmlformats.org/officeDocument/2006/relationships/oleObject" Target="../embeddings/oleObject272.bin"/><Relationship Id="rId33" Type="http://schemas.openxmlformats.org/officeDocument/2006/relationships/oleObject" Target="../embeddings/oleObject276.bin"/><Relationship Id="rId38" Type="http://schemas.openxmlformats.org/officeDocument/2006/relationships/image" Target="../media/image168.wmf"/><Relationship Id="rId46" Type="http://schemas.openxmlformats.org/officeDocument/2006/relationships/image" Target="../media/image173.wmf"/><Relationship Id="rId59" Type="http://schemas.openxmlformats.org/officeDocument/2006/relationships/image" Target="../media/image170.wmf"/><Relationship Id="rId67" Type="http://schemas.openxmlformats.org/officeDocument/2006/relationships/oleObject" Target="../embeddings/oleObject297.bin"/><Relationship Id="rId20" Type="http://schemas.openxmlformats.org/officeDocument/2006/relationships/image" Target="../media/image157.wmf"/><Relationship Id="rId41" Type="http://schemas.openxmlformats.org/officeDocument/2006/relationships/oleObject" Target="../embeddings/oleObject280.bin"/><Relationship Id="rId54" Type="http://schemas.openxmlformats.org/officeDocument/2006/relationships/image" Target="../media/image177.wmf"/><Relationship Id="rId62" Type="http://schemas.openxmlformats.org/officeDocument/2006/relationships/oleObject" Target="../embeddings/oleObject292.bin"/><Relationship Id="rId70" Type="http://schemas.openxmlformats.org/officeDocument/2006/relationships/oleObject" Target="../embeddings/oleObject300.bin"/><Relationship Id="rId75" Type="http://schemas.openxmlformats.org/officeDocument/2006/relationships/oleObject" Target="../embeddings/oleObject303.bin"/><Relationship Id="rId83" Type="http://schemas.openxmlformats.org/officeDocument/2006/relationships/oleObject" Target="../embeddings/oleObject309.bin"/><Relationship Id="rId88" Type="http://schemas.openxmlformats.org/officeDocument/2006/relationships/image" Target="../media/image183.wmf"/><Relationship Id="rId91" Type="http://schemas.openxmlformats.org/officeDocument/2006/relationships/oleObject" Target="../embeddings/oleObject313.bin"/><Relationship Id="rId96" Type="http://schemas.openxmlformats.org/officeDocument/2006/relationships/oleObject" Target="../embeddings/oleObject316.bin"/><Relationship Id="rId1" Type="http://schemas.openxmlformats.org/officeDocument/2006/relationships/vmlDrawing" Target="../drawings/vmlDrawing24.vml"/><Relationship Id="rId6" Type="http://schemas.openxmlformats.org/officeDocument/2006/relationships/slideLayout" Target="../slideLayouts/slideLayout7.xml"/><Relationship Id="rId15" Type="http://schemas.openxmlformats.org/officeDocument/2006/relationships/oleObject" Target="../embeddings/oleObject267.bin"/><Relationship Id="rId23" Type="http://schemas.openxmlformats.org/officeDocument/2006/relationships/oleObject" Target="../embeddings/oleObject271.bin"/><Relationship Id="rId28" Type="http://schemas.openxmlformats.org/officeDocument/2006/relationships/image" Target="../media/image165.wmf"/><Relationship Id="rId36" Type="http://schemas.openxmlformats.org/officeDocument/2006/relationships/image" Target="../media/image163.wmf"/><Relationship Id="rId49" Type="http://schemas.openxmlformats.org/officeDocument/2006/relationships/oleObject" Target="../embeddings/oleObject284.bin"/><Relationship Id="rId57" Type="http://schemas.openxmlformats.org/officeDocument/2006/relationships/oleObject" Target="../embeddings/oleObject288.bin"/><Relationship Id="rId10" Type="http://schemas.openxmlformats.org/officeDocument/2006/relationships/image" Target="../media/image155.wmf"/><Relationship Id="rId31" Type="http://schemas.openxmlformats.org/officeDocument/2006/relationships/oleObject" Target="../embeddings/oleObject275.bin"/><Relationship Id="rId44" Type="http://schemas.openxmlformats.org/officeDocument/2006/relationships/image" Target="../media/image172.wmf"/><Relationship Id="rId52" Type="http://schemas.openxmlformats.org/officeDocument/2006/relationships/image" Target="../media/image176.wmf"/><Relationship Id="rId60" Type="http://schemas.openxmlformats.org/officeDocument/2006/relationships/oleObject" Target="../embeddings/oleObject290.bin"/><Relationship Id="rId65" Type="http://schemas.openxmlformats.org/officeDocument/2006/relationships/oleObject" Target="../embeddings/oleObject295.bin"/><Relationship Id="rId73" Type="http://schemas.openxmlformats.org/officeDocument/2006/relationships/image" Target="../media/image160.wmf"/><Relationship Id="rId78" Type="http://schemas.openxmlformats.org/officeDocument/2006/relationships/oleObject" Target="../embeddings/oleObject306.bin"/><Relationship Id="rId81" Type="http://schemas.openxmlformats.org/officeDocument/2006/relationships/oleObject" Target="../embeddings/oleObject308.bin"/><Relationship Id="rId86" Type="http://schemas.openxmlformats.org/officeDocument/2006/relationships/image" Target="../media/image182.wmf"/><Relationship Id="rId94" Type="http://schemas.openxmlformats.org/officeDocument/2006/relationships/image" Target="../media/image186.wmf"/><Relationship Id="rId4" Type="http://schemas.openxmlformats.org/officeDocument/2006/relationships/tags" Target="../tags/tag160.xml"/><Relationship Id="rId9" Type="http://schemas.openxmlformats.org/officeDocument/2006/relationships/oleObject" Target="../embeddings/oleObject264.bin"/><Relationship Id="rId13" Type="http://schemas.openxmlformats.org/officeDocument/2006/relationships/oleObject" Target="../embeddings/oleObject266.bin"/><Relationship Id="rId18" Type="http://schemas.openxmlformats.org/officeDocument/2006/relationships/image" Target="../media/image156.wmf"/><Relationship Id="rId39" Type="http://schemas.openxmlformats.org/officeDocument/2006/relationships/oleObject" Target="../embeddings/oleObject279.bin"/><Relationship Id="rId34" Type="http://schemas.openxmlformats.org/officeDocument/2006/relationships/image" Target="../media/image162.wmf"/><Relationship Id="rId50" Type="http://schemas.openxmlformats.org/officeDocument/2006/relationships/image" Target="../media/image175.wmf"/><Relationship Id="rId55" Type="http://schemas.openxmlformats.org/officeDocument/2006/relationships/oleObject" Target="../embeddings/oleObject287.bin"/><Relationship Id="rId76" Type="http://schemas.openxmlformats.org/officeDocument/2006/relationships/oleObject" Target="../embeddings/oleObject304.bin"/><Relationship Id="rId7" Type="http://schemas.openxmlformats.org/officeDocument/2006/relationships/oleObject" Target="../embeddings/oleObject263.bin"/><Relationship Id="rId71" Type="http://schemas.openxmlformats.org/officeDocument/2006/relationships/image" Target="../media/image159.wmf"/><Relationship Id="rId92" Type="http://schemas.openxmlformats.org/officeDocument/2006/relationships/image" Target="../media/image185.wmf"/><Relationship Id="rId2" Type="http://schemas.openxmlformats.org/officeDocument/2006/relationships/tags" Target="../tags/tag158.xml"/><Relationship Id="rId29" Type="http://schemas.openxmlformats.org/officeDocument/2006/relationships/oleObject" Target="../embeddings/oleObject274.bin"/><Relationship Id="rId24" Type="http://schemas.openxmlformats.org/officeDocument/2006/relationships/image" Target="../media/image166.wmf"/><Relationship Id="rId40" Type="http://schemas.openxmlformats.org/officeDocument/2006/relationships/image" Target="../media/image169.wmf"/><Relationship Id="rId45" Type="http://schemas.openxmlformats.org/officeDocument/2006/relationships/oleObject" Target="../embeddings/oleObject282.bin"/><Relationship Id="rId66" Type="http://schemas.openxmlformats.org/officeDocument/2006/relationships/oleObject" Target="../embeddings/oleObject296.bin"/><Relationship Id="rId87" Type="http://schemas.openxmlformats.org/officeDocument/2006/relationships/oleObject" Target="../embeddings/oleObject311.bin"/><Relationship Id="rId61" Type="http://schemas.openxmlformats.org/officeDocument/2006/relationships/oleObject" Target="../embeddings/oleObject291.bin"/><Relationship Id="rId82" Type="http://schemas.openxmlformats.org/officeDocument/2006/relationships/image" Target="../media/image180.wmf"/><Relationship Id="rId19" Type="http://schemas.openxmlformats.org/officeDocument/2006/relationships/oleObject" Target="../embeddings/oleObject269.bin"/><Relationship Id="rId14" Type="http://schemas.openxmlformats.org/officeDocument/2006/relationships/image" Target="../media/image153.wmf"/><Relationship Id="rId30" Type="http://schemas.openxmlformats.org/officeDocument/2006/relationships/image" Target="../media/image164.wmf"/><Relationship Id="rId35" Type="http://schemas.openxmlformats.org/officeDocument/2006/relationships/oleObject" Target="../embeddings/oleObject277.bin"/><Relationship Id="rId56" Type="http://schemas.openxmlformats.org/officeDocument/2006/relationships/image" Target="../media/image178.wmf"/><Relationship Id="rId77" Type="http://schemas.openxmlformats.org/officeDocument/2006/relationships/oleObject" Target="../embeddings/oleObject305.bin"/></Relationships>
</file>

<file path=ppt/slides/_rels/slide66.xml.rels><?xml version="1.0" encoding="UTF-8" standalone="yes"?>
<Relationships xmlns="http://schemas.openxmlformats.org/package/2006/relationships"><Relationship Id="rId8" Type="http://schemas.openxmlformats.org/officeDocument/2006/relationships/tags" Target="../tags/tag169.xml"/><Relationship Id="rId3" Type="http://schemas.openxmlformats.org/officeDocument/2006/relationships/tags" Target="../tags/tag164.xml"/><Relationship Id="rId7" Type="http://schemas.openxmlformats.org/officeDocument/2006/relationships/tags" Target="../tags/tag168.xml"/><Relationship Id="rId12" Type="http://schemas.openxmlformats.org/officeDocument/2006/relationships/slideLayout" Target="../slideLayouts/slideLayout7.xml"/><Relationship Id="rId2" Type="http://schemas.openxmlformats.org/officeDocument/2006/relationships/tags" Target="../tags/tag163.xml"/><Relationship Id="rId1" Type="http://schemas.openxmlformats.org/officeDocument/2006/relationships/tags" Target="../tags/tag162.xml"/><Relationship Id="rId6" Type="http://schemas.openxmlformats.org/officeDocument/2006/relationships/tags" Target="../tags/tag167.xml"/><Relationship Id="rId11" Type="http://schemas.openxmlformats.org/officeDocument/2006/relationships/tags" Target="../tags/tag172.xml"/><Relationship Id="rId5" Type="http://schemas.openxmlformats.org/officeDocument/2006/relationships/tags" Target="../tags/tag166.xml"/><Relationship Id="rId10" Type="http://schemas.openxmlformats.org/officeDocument/2006/relationships/tags" Target="../tags/tag171.xml"/><Relationship Id="rId4" Type="http://schemas.openxmlformats.org/officeDocument/2006/relationships/tags" Target="../tags/tag165.xml"/><Relationship Id="rId9" Type="http://schemas.openxmlformats.org/officeDocument/2006/relationships/tags" Target="../tags/tag170.xml"/></Relationships>
</file>

<file path=ppt/slides/_rels/slide67.xml.rels><?xml version="1.0" encoding="UTF-8" standalone="yes"?>
<Relationships xmlns="http://schemas.openxmlformats.org/package/2006/relationships"><Relationship Id="rId3" Type="http://schemas.openxmlformats.org/officeDocument/2006/relationships/tags" Target="../tags/tag175.xml"/><Relationship Id="rId2" Type="http://schemas.openxmlformats.org/officeDocument/2006/relationships/tags" Target="../tags/tag174.xml"/><Relationship Id="rId1" Type="http://schemas.openxmlformats.org/officeDocument/2006/relationships/tags" Target="../tags/tag173.xml"/><Relationship Id="rId5" Type="http://schemas.openxmlformats.org/officeDocument/2006/relationships/slideLayout" Target="../slideLayouts/slideLayout7.xml"/><Relationship Id="rId4" Type="http://schemas.openxmlformats.org/officeDocument/2006/relationships/tags" Target="../tags/tag176.xml"/></Relationships>
</file>

<file path=ppt/slides/_rels/slide68.xml.rels><?xml version="1.0" encoding="UTF-8" standalone="yes"?>
<Relationships xmlns="http://schemas.openxmlformats.org/package/2006/relationships"><Relationship Id="rId3" Type="http://schemas.openxmlformats.org/officeDocument/2006/relationships/tags" Target="../tags/tag179.xml"/><Relationship Id="rId2" Type="http://schemas.openxmlformats.org/officeDocument/2006/relationships/tags" Target="../tags/tag178.xml"/><Relationship Id="rId1" Type="http://schemas.openxmlformats.org/officeDocument/2006/relationships/tags" Target="../tags/tag177.xml"/><Relationship Id="rId5" Type="http://schemas.openxmlformats.org/officeDocument/2006/relationships/slideLayout" Target="../slideLayouts/slideLayout7.xml"/><Relationship Id="rId4" Type="http://schemas.openxmlformats.org/officeDocument/2006/relationships/tags" Target="../tags/tag180.xml"/></Relationships>
</file>

<file path=ppt/slides/_rels/slide6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82.xml"/><Relationship Id="rId1" Type="http://schemas.openxmlformats.org/officeDocument/2006/relationships/tags" Target="../tags/tag18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8" Type="http://schemas.openxmlformats.org/officeDocument/2006/relationships/image" Target="../media/image188.wmf"/><Relationship Id="rId13" Type="http://schemas.openxmlformats.org/officeDocument/2006/relationships/oleObject" Target="../embeddings/oleObject321.bin"/><Relationship Id="rId18" Type="http://schemas.openxmlformats.org/officeDocument/2006/relationships/image" Target="../media/image193.wmf"/><Relationship Id="rId26" Type="http://schemas.openxmlformats.org/officeDocument/2006/relationships/image" Target="../media/image197.wmf"/><Relationship Id="rId3" Type="http://schemas.openxmlformats.org/officeDocument/2006/relationships/tags" Target="../tags/tag184.xml"/><Relationship Id="rId21" Type="http://schemas.openxmlformats.org/officeDocument/2006/relationships/oleObject" Target="../embeddings/oleObject325.bin"/><Relationship Id="rId7" Type="http://schemas.openxmlformats.org/officeDocument/2006/relationships/oleObject" Target="../embeddings/oleObject318.bin"/><Relationship Id="rId12" Type="http://schemas.openxmlformats.org/officeDocument/2006/relationships/image" Target="../media/image190.wmf"/><Relationship Id="rId17" Type="http://schemas.openxmlformats.org/officeDocument/2006/relationships/oleObject" Target="../embeddings/oleObject323.bin"/><Relationship Id="rId25" Type="http://schemas.openxmlformats.org/officeDocument/2006/relationships/oleObject" Target="../embeddings/oleObject327.bin"/><Relationship Id="rId2" Type="http://schemas.openxmlformats.org/officeDocument/2006/relationships/tags" Target="../tags/tag183.xml"/><Relationship Id="rId16" Type="http://schemas.openxmlformats.org/officeDocument/2006/relationships/image" Target="../media/image192.wmf"/><Relationship Id="rId20" Type="http://schemas.openxmlformats.org/officeDocument/2006/relationships/image" Target="../media/image194.wmf"/><Relationship Id="rId29" Type="http://schemas.openxmlformats.org/officeDocument/2006/relationships/oleObject" Target="../embeddings/oleObject329.bin"/><Relationship Id="rId1" Type="http://schemas.openxmlformats.org/officeDocument/2006/relationships/vmlDrawing" Target="../drawings/vmlDrawing25.vml"/><Relationship Id="rId6" Type="http://schemas.openxmlformats.org/officeDocument/2006/relationships/image" Target="../media/image187.wmf"/><Relationship Id="rId11" Type="http://schemas.openxmlformats.org/officeDocument/2006/relationships/oleObject" Target="../embeddings/oleObject320.bin"/><Relationship Id="rId24" Type="http://schemas.openxmlformats.org/officeDocument/2006/relationships/image" Target="../media/image196.wmf"/><Relationship Id="rId32" Type="http://schemas.openxmlformats.org/officeDocument/2006/relationships/image" Target="../media/image200.wmf"/><Relationship Id="rId5" Type="http://schemas.openxmlformats.org/officeDocument/2006/relationships/oleObject" Target="../embeddings/oleObject317.bin"/><Relationship Id="rId15" Type="http://schemas.openxmlformats.org/officeDocument/2006/relationships/oleObject" Target="../embeddings/oleObject322.bin"/><Relationship Id="rId23" Type="http://schemas.openxmlformats.org/officeDocument/2006/relationships/oleObject" Target="../embeddings/oleObject326.bin"/><Relationship Id="rId28" Type="http://schemas.openxmlformats.org/officeDocument/2006/relationships/image" Target="../media/image198.wmf"/><Relationship Id="rId10" Type="http://schemas.openxmlformats.org/officeDocument/2006/relationships/image" Target="../media/image189.wmf"/><Relationship Id="rId19" Type="http://schemas.openxmlformats.org/officeDocument/2006/relationships/oleObject" Target="../embeddings/oleObject324.bin"/><Relationship Id="rId31" Type="http://schemas.openxmlformats.org/officeDocument/2006/relationships/oleObject" Target="../embeddings/oleObject330.bin"/><Relationship Id="rId4" Type="http://schemas.openxmlformats.org/officeDocument/2006/relationships/slideLayout" Target="../slideLayouts/slideLayout7.xml"/><Relationship Id="rId9" Type="http://schemas.openxmlformats.org/officeDocument/2006/relationships/oleObject" Target="../embeddings/oleObject319.bin"/><Relationship Id="rId14" Type="http://schemas.openxmlformats.org/officeDocument/2006/relationships/image" Target="../media/image191.wmf"/><Relationship Id="rId22" Type="http://schemas.openxmlformats.org/officeDocument/2006/relationships/image" Target="../media/image195.wmf"/><Relationship Id="rId27" Type="http://schemas.openxmlformats.org/officeDocument/2006/relationships/oleObject" Target="../embeddings/oleObject328.bin"/><Relationship Id="rId30" Type="http://schemas.openxmlformats.org/officeDocument/2006/relationships/image" Target="../media/image199.wmf"/></Relationships>
</file>

<file path=ppt/slides/_rels/slide72.xml.rels><?xml version="1.0" encoding="UTF-8" standalone="yes"?>
<Relationships xmlns="http://schemas.openxmlformats.org/package/2006/relationships"><Relationship Id="rId8" Type="http://schemas.openxmlformats.org/officeDocument/2006/relationships/image" Target="../media/image188.wmf"/><Relationship Id="rId13" Type="http://schemas.openxmlformats.org/officeDocument/2006/relationships/oleObject" Target="../embeddings/oleObject335.bin"/><Relationship Id="rId18" Type="http://schemas.openxmlformats.org/officeDocument/2006/relationships/image" Target="../media/image193.wmf"/><Relationship Id="rId26" Type="http://schemas.openxmlformats.org/officeDocument/2006/relationships/image" Target="../media/image201.wmf"/><Relationship Id="rId3" Type="http://schemas.openxmlformats.org/officeDocument/2006/relationships/tags" Target="../tags/tag186.xml"/><Relationship Id="rId21" Type="http://schemas.openxmlformats.org/officeDocument/2006/relationships/oleObject" Target="../embeddings/oleObject339.bin"/><Relationship Id="rId7" Type="http://schemas.openxmlformats.org/officeDocument/2006/relationships/oleObject" Target="../embeddings/oleObject332.bin"/><Relationship Id="rId12" Type="http://schemas.openxmlformats.org/officeDocument/2006/relationships/image" Target="../media/image190.wmf"/><Relationship Id="rId17" Type="http://schemas.openxmlformats.org/officeDocument/2006/relationships/oleObject" Target="../embeddings/oleObject337.bin"/><Relationship Id="rId25" Type="http://schemas.openxmlformats.org/officeDocument/2006/relationships/oleObject" Target="../embeddings/oleObject341.bin"/><Relationship Id="rId2" Type="http://schemas.openxmlformats.org/officeDocument/2006/relationships/tags" Target="../tags/tag185.xml"/><Relationship Id="rId16" Type="http://schemas.openxmlformats.org/officeDocument/2006/relationships/image" Target="../media/image192.wmf"/><Relationship Id="rId20" Type="http://schemas.openxmlformats.org/officeDocument/2006/relationships/image" Target="../media/image194.wmf"/><Relationship Id="rId1" Type="http://schemas.openxmlformats.org/officeDocument/2006/relationships/vmlDrawing" Target="../drawings/vmlDrawing26.vml"/><Relationship Id="rId6" Type="http://schemas.openxmlformats.org/officeDocument/2006/relationships/image" Target="../media/image187.wmf"/><Relationship Id="rId11" Type="http://schemas.openxmlformats.org/officeDocument/2006/relationships/oleObject" Target="../embeddings/oleObject334.bin"/><Relationship Id="rId24" Type="http://schemas.openxmlformats.org/officeDocument/2006/relationships/image" Target="../media/image197.wmf"/><Relationship Id="rId5" Type="http://schemas.openxmlformats.org/officeDocument/2006/relationships/oleObject" Target="../embeddings/oleObject331.bin"/><Relationship Id="rId15" Type="http://schemas.openxmlformats.org/officeDocument/2006/relationships/oleObject" Target="../embeddings/oleObject336.bin"/><Relationship Id="rId23" Type="http://schemas.openxmlformats.org/officeDocument/2006/relationships/oleObject" Target="../embeddings/oleObject340.bin"/><Relationship Id="rId28" Type="http://schemas.openxmlformats.org/officeDocument/2006/relationships/image" Target="../media/image200.wmf"/><Relationship Id="rId10" Type="http://schemas.openxmlformats.org/officeDocument/2006/relationships/image" Target="../media/image189.wmf"/><Relationship Id="rId19" Type="http://schemas.openxmlformats.org/officeDocument/2006/relationships/oleObject" Target="../embeddings/oleObject338.bin"/><Relationship Id="rId4" Type="http://schemas.openxmlformats.org/officeDocument/2006/relationships/slideLayout" Target="../slideLayouts/slideLayout7.xml"/><Relationship Id="rId9" Type="http://schemas.openxmlformats.org/officeDocument/2006/relationships/oleObject" Target="../embeddings/oleObject333.bin"/><Relationship Id="rId14" Type="http://schemas.openxmlformats.org/officeDocument/2006/relationships/image" Target="../media/image191.wmf"/><Relationship Id="rId22" Type="http://schemas.openxmlformats.org/officeDocument/2006/relationships/image" Target="../media/image196.wmf"/><Relationship Id="rId27" Type="http://schemas.openxmlformats.org/officeDocument/2006/relationships/oleObject" Target="../embeddings/oleObject342.bin"/></Relationships>
</file>

<file path=ppt/slides/_rels/slide73.xml.rels><?xml version="1.0" encoding="UTF-8" standalone="yes"?>
<Relationships xmlns="http://schemas.openxmlformats.org/package/2006/relationships"><Relationship Id="rId8" Type="http://schemas.openxmlformats.org/officeDocument/2006/relationships/image" Target="../media/image188.wmf"/><Relationship Id="rId13" Type="http://schemas.openxmlformats.org/officeDocument/2006/relationships/oleObject" Target="../embeddings/oleObject347.bin"/><Relationship Id="rId18" Type="http://schemas.openxmlformats.org/officeDocument/2006/relationships/image" Target="../media/image193.wmf"/><Relationship Id="rId26" Type="http://schemas.openxmlformats.org/officeDocument/2006/relationships/image" Target="../media/image197.wmf"/><Relationship Id="rId3" Type="http://schemas.openxmlformats.org/officeDocument/2006/relationships/tags" Target="../tags/tag188.xml"/><Relationship Id="rId21" Type="http://schemas.openxmlformats.org/officeDocument/2006/relationships/oleObject" Target="../embeddings/oleObject351.bin"/><Relationship Id="rId7" Type="http://schemas.openxmlformats.org/officeDocument/2006/relationships/oleObject" Target="../embeddings/oleObject344.bin"/><Relationship Id="rId12" Type="http://schemas.openxmlformats.org/officeDocument/2006/relationships/image" Target="../media/image190.wmf"/><Relationship Id="rId17" Type="http://schemas.openxmlformats.org/officeDocument/2006/relationships/oleObject" Target="../embeddings/oleObject349.bin"/><Relationship Id="rId25" Type="http://schemas.openxmlformats.org/officeDocument/2006/relationships/oleObject" Target="../embeddings/oleObject353.bin"/><Relationship Id="rId2" Type="http://schemas.openxmlformats.org/officeDocument/2006/relationships/tags" Target="../tags/tag187.xml"/><Relationship Id="rId16" Type="http://schemas.openxmlformats.org/officeDocument/2006/relationships/image" Target="../media/image192.wmf"/><Relationship Id="rId20" Type="http://schemas.openxmlformats.org/officeDocument/2006/relationships/image" Target="../media/image194.wmf"/><Relationship Id="rId29" Type="http://schemas.openxmlformats.org/officeDocument/2006/relationships/oleObject" Target="../embeddings/oleObject355.bin"/><Relationship Id="rId1" Type="http://schemas.openxmlformats.org/officeDocument/2006/relationships/vmlDrawing" Target="../drawings/vmlDrawing27.vml"/><Relationship Id="rId6" Type="http://schemas.openxmlformats.org/officeDocument/2006/relationships/image" Target="../media/image187.wmf"/><Relationship Id="rId11" Type="http://schemas.openxmlformats.org/officeDocument/2006/relationships/oleObject" Target="../embeddings/oleObject346.bin"/><Relationship Id="rId24" Type="http://schemas.openxmlformats.org/officeDocument/2006/relationships/image" Target="../media/image196.wmf"/><Relationship Id="rId32" Type="http://schemas.openxmlformats.org/officeDocument/2006/relationships/image" Target="../media/image200.wmf"/><Relationship Id="rId5" Type="http://schemas.openxmlformats.org/officeDocument/2006/relationships/oleObject" Target="../embeddings/oleObject343.bin"/><Relationship Id="rId15" Type="http://schemas.openxmlformats.org/officeDocument/2006/relationships/oleObject" Target="../embeddings/oleObject348.bin"/><Relationship Id="rId23" Type="http://schemas.openxmlformats.org/officeDocument/2006/relationships/oleObject" Target="../embeddings/oleObject352.bin"/><Relationship Id="rId28" Type="http://schemas.openxmlformats.org/officeDocument/2006/relationships/image" Target="../media/image198.wmf"/><Relationship Id="rId10" Type="http://schemas.openxmlformats.org/officeDocument/2006/relationships/image" Target="../media/image189.wmf"/><Relationship Id="rId19" Type="http://schemas.openxmlformats.org/officeDocument/2006/relationships/oleObject" Target="../embeddings/oleObject350.bin"/><Relationship Id="rId31" Type="http://schemas.openxmlformats.org/officeDocument/2006/relationships/oleObject" Target="../embeddings/oleObject356.bin"/><Relationship Id="rId4" Type="http://schemas.openxmlformats.org/officeDocument/2006/relationships/slideLayout" Target="../slideLayouts/slideLayout7.xml"/><Relationship Id="rId9" Type="http://schemas.openxmlformats.org/officeDocument/2006/relationships/oleObject" Target="../embeddings/oleObject345.bin"/><Relationship Id="rId14" Type="http://schemas.openxmlformats.org/officeDocument/2006/relationships/image" Target="../media/image191.wmf"/><Relationship Id="rId22" Type="http://schemas.openxmlformats.org/officeDocument/2006/relationships/image" Target="../media/image195.wmf"/><Relationship Id="rId27" Type="http://schemas.openxmlformats.org/officeDocument/2006/relationships/oleObject" Target="../embeddings/oleObject354.bin"/><Relationship Id="rId30" Type="http://schemas.openxmlformats.org/officeDocument/2006/relationships/image" Target="../media/image199.wmf"/></Relationships>
</file>

<file path=ppt/slides/_rels/slide7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90.xml"/><Relationship Id="rId1" Type="http://schemas.openxmlformats.org/officeDocument/2006/relationships/tags" Target="../tags/tag189.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20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ctrTitle" idx="4294967295"/>
          </p:nvPr>
        </p:nvSpPr>
        <p:spPr>
          <a:xfrm>
            <a:off x="1816893" y="2627792"/>
            <a:ext cx="5510213" cy="623286"/>
          </a:xfrm>
        </p:spPr>
        <p:txBody>
          <a:bodyPr/>
          <a:lstStyle/>
          <a:p>
            <a:pPr algn="ctr" defTabSz="457200" eaLnBrk="1" hangingPunct="1"/>
            <a:r>
              <a:rPr lang="zh-CN" altLang="en-US" dirty="0">
                <a:solidFill>
                  <a:schemeClr val="tx1"/>
                </a:solidFill>
                <a:latin typeface="微软雅黑" panose="020B0503020204020204" pitchFamily="34" charset="-122"/>
                <a:ea typeface="微软雅黑" panose="020B0503020204020204" pitchFamily="34" charset="-122"/>
              </a:rPr>
              <a:t>第二章</a:t>
            </a:r>
            <a:r>
              <a:rPr lang="en-US" altLang="zh-CN" dirty="0">
                <a:solidFill>
                  <a:schemeClr val="tx1"/>
                </a:solidFill>
                <a:latin typeface="微软雅黑" panose="020B0503020204020204" pitchFamily="34" charset="-122"/>
                <a:ea typeface="微软雅黑" panose="020B0503020204020204" pitchFamily="34" charset="-122"/>
              </a:rPr>
              <a:t>	</a:t>
            </a:r>
            <a:r>
              <a:rPr lang="zh-CN" altLang="en-US" dirty="0">
                <a:solidFill>
                  <a:schemeClr val="tx1"/>
                </a:solidFill>
                <a:latin typeface="微软雅黑" panose="020B0503020204020204" pitchFamily="34" charset="-122"/>
                <a:ea typeface="微软雅黑" panose="020B0503020204020204" pitchFamily="34" charset="-122"/>
              </a:rPr>
              <a:t>消费者选择</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blinds(horizontal)">
                                      <p:cBhvr>
                                        <p:cTn id="7" dur="1000"/>
                                        <p:tgtEl>
                                          <p:spTgt spid="40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8" grpId="0" autoUpdateAnimBg="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EF89612-2433-41B7-9D7D-AE3BFA1A8498}"/>
              </a:ext>
            </a:extLst>
          </p:cNvPr>
          <p:cNvSpPr>
            <a:spLocks noGrp="1"/>
          </p:cNvSpPr>
          <p:nvPr>
            <p:ph idx="1"/>
          </p:nvPr>
        </p:nvSpPr>
        <p:spPr>
          <a:xfrm>
            <a:off x="457200" y="598516"/>
            <a:ext cx="8229600" cy="5527647"/>
          </a:xfrm>
        </p:spPr>
        <p:txBody>
          <a:bodyPr/>
          <a:lstStyle/>
          <a:p>
            <a:r>
              <a:rPr lang="zh-CN" altLang="en-US" dirty="0"/>
              <a:t>前面一章中，需求被看成消费者对应于一系列可能的价格而就需求量制定的一项计划。</a:t>
            </a:r>
            <a:endParaRPr lang="en-US" altLang="zh-CN" dirty="0"/>
          </a:p>
          <a:p>
            <a:r>
              <a:rPr lang="zh-CN" altLang="en-US" dirty="0"/>
              <a:t>本章讨论消费者是根据什么原则来制定这些需求计划的。</a:t>
            </a:r>
          </a:p>
        </p:txBody>
      </p:sp>
    </p:spTree>
    <p:extLst>
      <p:ext uri="{BB962C8B-B14F-4D97-AF65-F5344CB8AC3E}">
        <p14:creationId xmlns:p14="http://schemas.microsoft.com/office/powerpoint/2010/main" val="3297860018"/>
      </p:ext>
    </p:extLst>
  </p:cSld>
  <p:clrMapOvr>
    <a:masterClrMapping/>
  </p:clrMapOvr>
  <p:transition>
    <p:rand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平行四边形 23">
            <a:extLst>
              <a:ext uri="{FF2B5EF4-FFF2-40B4-BE49-F238E27FC236}">
                <a16:creationId xmlns:a16="http://schemas.microsoft.com/office/drawing/2014/main" id="{C77FC59C-0090-4081-AF46-9749D422C8D9}"/>
              </a:ext>
            </a:extLst>
          </p:cNvPr>
          <p:cNvSpPr/>
          <p:nvPr/>
        </p:nvSpPr>
        <p:spPr>
          <a:xfrm rot="16200000">
            <a:off x="2641317" y="2185629"/>
            <a:ext cx="2103957" cy="518653"/>
          </a:xfrm>
          <a:prstGeom prst="parallelogram">
            <a:avLst>
              <a:gd name="adj" fmla="val 156667"/>
            </a:avLst>
          </a:prstGeom>
          <a:solidFill>
            <a:srgbClr val="AFD9E6"/>
          </a:solidFill>
          <a:ln w="12700" cap="flat" cmpd="sng" algn="ctr">
            <a:noFill/>
            <a:prstDash val="solid"/>
            <a:miter lim="800000"/>
          </a:ln>
          <a:effectLst/>
        </p:spPr>
        <p:txBody>
          <a:bodyPr rtlCol="0" anchor="ctr">
            <a:normAutofit fontScale="65000" lnSpcReduction="20000"/>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26" name="直角三角形 25">
            <a:extLst>
              <a:ext uri="{FF2B5EF4-FFF2-40B4-BE49-F238E27FC236}">
                <a16:creationId xmlns:a16="http://schemas.microsoft.com/office/drawing/2014/main" id="{3EA37763-8881-48A1-8AD1-E6F90909AE5F}"/>
              </a:ext>
            </a:extLst>
          </p:cNvPr>
          <p:cNvSpPr/>
          <p:nvPr/>
        </p:nvSpPr>
        <p:spPr>
          <a:xfrm>
            <a:off x="2653549" y="1216833"/>
            <a:ext cx="185932" cy="176146"/>
          </a:xfrm>
          <a:prstGeom prst="rtTriangle">
            <a:avLst/>
          </a:prstGeom>
          <a:solidFill>
            <a:srgbClr val="3B9DBB">
              <a:lumMod val="40000"/>
              <a:lumOff val="60000"/>
            </a:srgbClr>
          </a:solidFill>
          <a:ln w="12700" cap="flat" cmpd="sng" algn="ctr">
            <a:noFill/>
            <a:prstDash val="solid"/>
            <a:miter lim="800000"/>
          </a:ln>
          <a:effectLst/>
        </p:spPr>
        <p:txBody>
          <a:bodyPr rtlCol="0" anchor="ctr">
            <a:normAutofit fontScale="25000" lnSpcReduction="20000"/>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27" name="矩形 26">
            <a:extLst>
              <a:ext uri="{FF2B5EF4-FFF2-40B4-BE49-F238E27FC236}">
                <a16:creationId xmlns:a16="http://schemas.microsoft.com/office/drawing/2014/main" id="{75AB4C28-A412-4C96-9284-EA64F38CCD7F}"/>
              </a:ext>
            </a:extLst>
          </p:cNvPr>
          <p:cNvSpPr/>
          <p:nvPr/>
        </p:nvSpPr>
        <p:spPr>
          <a:xfrm>
            <a:off x="2051720" y="1392977"/>
            <a:ext cx="1389590" cy="2103957"/>
          </a:xfrm>
          <a:prstGeom prst="rect">
            <a:avLst/>
          </a:prstGeom>
          <a:solidFill>
            <a:srgbClr val="FFFFFF"/>
          </a:solidFill>
          <a:ln w="3175" cap="flat" cmpd="sng" algn="ctr">
            <a:solidFill>
              <a:srgbClr val="3B9DBB"/>
            </a:solidFill>
            <a:prstDash val="solid"/>
            <a:miter lim="800000"/>
          </a:ln>
          <a:effectLst>
            <a:outerShdw blurRad="50800" dist="38100" algn="l" rotWithShape="0">
              <a:prstClr val="black">
                <a:alpha val="40000"/>
              </a:prstClr>
            </a:outerShdw>
          </a:effectLst>
        </p:spPr>
        <p:txBody>
          <a:bodyPr rtlCol="0" anchor="ctr">
            <a:norm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srgbClr val="3B9DBB"/>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34" name="任意多边形 42">
            <a:extLst>
              <a:ext uri="{FF2B5EF4-FFF2-40B4-BE49-F238E27FC236}">
                <a16:creationId xmlns:a16="http://schemas.microsoft.com/office/drawing/2014/main" id="{61587435-0F77-492F-B770-0239FBED7128}"/>
              </a:ext>
            </a:extLst>
          </p:cNvPr>
          <p:cNvSpPr/>
          <p:nvPr/>
        </p:nvSpPr>
        <p:spPr>
          <a:xfrm>
            <a:off x="2164257" y="1216833"/>
            <a:ext cx="1164516" cy="548009"/>
          </a:xfrm>
          <a:custGeom>
            <a:avLst/>
            <a:gdLst>
              <a:gd name="connsiteX0" fmla="*/ 0 w 466725"/>
              <a:gd name="connsiteY0" fmla="*/ 0 h 533401"/>
              <a:gd name="connsiteX1" fmla="*/ 466725 w 466725"/>
              <a:gd name="connsiteY1" fmla="*/ 0 h 533401"/>
              <a:gd name="connsiteX2" fmla="*/ 466725 w 466725"/>
              <a:gd name="connsiteY2" fmla="*/ 300038 h 533401"/>
              <a:gd name="connsiteX3" fmla="*/ 233362 w 466725"/>
              <a:gd name="connsiteY3" fmla="*/ 533401 h 533401"/>
              <a:gd name="connsiteX4" fmla="*/ 233363 w 466725"/>
              <a:gd name="connsiteY4" fmla="*/ 533400 h 533401"/>
              <a:gd name="connsiteX5" fmla="*/ 0 w 466725"/>
              <a:gd name="connsiteY5" fmla="*/ 300037 h 533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725" h="533401">
                <a:moveTo>
                  <a:pt x="0" y="0"/>
                </a:moveTo>
                <a:lnTo>
                  <a:pt x="466725" y="0"/>
                </a:lnTo>
                <a:lnTo>
                  <a:pt x="466725" y="300038"/>
                </a:lnTo>
                <a:cubicBezTo>
                  <a:pt x="466725" y="428921"/>
                  <a:pt x="362245" y="533401"/>
                  <a:pt x="233362" y="533401"/>
                </a:cubicBezTo>
                <a:lnTo>
                  <a:pt x="233363" y="533400"/>
                </a:lnTo>
                <a:cubicBezTo>
                  <a:pt x="104480" y="533400"/>
                  <a:pt x="0" y="428920"/>
                  <a:pt x="0" y="300037"/>
                </a:cubicBezTo>
                <a:close/>
              </a:path>
            </a:pathLst>
          </a:custGeom>
          <a:solidFill>
            <a:srgbClr val="E5AB71"/>
          </a:solidFill>
          <a:ln w="12700" cap="flat" cmpd="sng" algn="ctr">
            <a:noFill/>
            <a:prstDash val="solid"/>
            <a:miter lim="800000"/>
          </a:ln>
          <a:effectLst>
            <a:outerShdw blurRad="50800" dist="25400" dir="10800000" algn="r" rotWithShape="0">
              <a:prstClr val="black">
                <a:alpha val="40000"/>
              </a:prstClr>
            </a:outerShdw>
          </a:effectLst>
        </p:spPr>
        <p:txBody>
          <a:bodyPr rtlCol="0" anchor="ctr">
            <a:norm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35" name="平行四边形 34">
            <a:extLst>
              <a:ext uri="{FF2B5EF4-FFF2-40B4-BE49-F238E27FC236}">
                <a16:creationId xmlns:a16="http://schemas.microsoft.com/office/drawing/2014/main" id="{6104E89D-68B1-45CB-93B4-C16F0B5A2348}"/>
              </a:ext>
            </a:extLst>
          </p:cNvPr>
          <p:cNvSpPr/>
          <p:nvPr/>
        </p:nvSpPr>
        <p:spPr>
          <a:xfrm rot="16200000">
            <a:off x="4542221" y="2185629"/>
            <a:ext cx="2103957" cy="518653"/>
          </a:xfrm>
          <a:prstGeom prst="parallelogram">
            <a:avLst>
              <a:gd name="adj" fmla="val 156667"/>
            </a:avLst>
          </a:prstGeom>
          <a:solidFill>
            <a:srgbClr val="3B9DBB">
              <a:lumMod val="40000"/>
              <a:lumOff val="60000"/>
            </a:srgbClr>
          </a:solidFill>
          <a:ln w="12700" cap="flat" cmpd="sng" algn="ctr">
            <a:noFill/>
            <a:prstDash val="solid"/>
            <a:miter lim="800000"/>
          </a:ln>
          <a:effectLst/>
        </p:spPr>
        <p:txBody>
          <a:bodyPr rtlCol="0" anchor="ctr">
            <a:normAutofit fontScale="65000" lnSpcReduction="20000"/>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37" name="直角三角形 36">
            <a:extLst>
              <a:ext uri="{FF2B5EF4-FFF2-40B4-BE49-F238E27FC236}">
                <a16:creationId xmlns:a16="http://schemas.microsoft.com/office/drawing/2014/main" id="{0E49BE39-24B4-44B7-8764-79F37DDAFFBA}"/>
              </a:ext>
            </a:extLst>
          </p:cNvPr>
          <p:cNvSpPr/>
          <p:nvPr/>
        </p:nvSpPr>
        <p:spPr>
          <a:xfrm>
            <a:off x="4560921" y="1216833"/>
            <a:ext cx="185932" cy="176146"/>
          </a:xfrm>
          <a:prstGeom prst="rtTriangle">
            <a:avLst/>
          </a:prstGeom>
          <a:solidFill>
            <a:srgbClr val="3B9DBB">
              <a:lumMod val="40000"/>
              <a:lumOff val="60000"/>
            </a:srgbClr>
          </a:solidFill>
          <a:ln w="12700" cap="flat" cmpd="sng" algn="ctr">
            <a:noFill/>
            <a:prstDash val="solid"/>
            <a:miter lim="800000"/>
          </a:ln>
          <a:effectLst/>
        </p:spPr>
        <p:txBody>
          <a:bodyPr rtlCol="0" anchor="ctr">
            <a:normAutofit fontScale="25000" lnSpcReduction="20000"/>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38" name="矩形 37">
            <a:extLst>
              <a:ext uri="{FF2B5EF4-FFF2-40B4-BE49-F238E27FC236}">
                <a16:creationId xmlns:a16="http://schemas.microsoft.com/office/drawing/2014/main" id="{9B719ECF-DECB-41B1-B135-03A68E426FCD}"/>
              </a:ext>
            </a:extLst>
          </p:cNvPr>
          <p:cNvSpPr/>
          <p:nvPr/>
        </p:nvSpPr>
        <p:spPr>
          <a:xfrm>
            <a:off x="3959092" y="1392977"/>
            <a:ext cx="1389590" cy="2103957"/>
          </a:xfrm>
          <a:prstGeom prst="rect">
            <a:avLst/>
          </a:prstGeom>
          <a:solidFill>
            <a:srgbClr val="FFFFFF"/>
          </a:solidFill>
          <a:ln w="3175" cap="flat" cmpd="sng" algn="ctr">
            <a:solidFill>
              <a:srgbClr val="3B9DBB"/>
            </a:solidFill>
            <a:prstDash val="solid"/>
            <a:miter lim="800000"/>
          </a:ln>
          <a:effectLst>
            <a:outerShdw blurRad="50800" dist="38100" algn="l" rotWithShape="0">
              <a:prstClr val="black">
                <a:alpha val="40000"/>
              </a:prstClr>
            </a:outerShdw>
          </a:effectLst>
        </p:spPr>
        <p:txBody>
          <a:bodyPr rtlCol="0" anchor="ctr">
            <a:norm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srgbClr val="3B9DBB"/>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39" name="任意多边形 47">
            <a:extLst>
              <a:ext uri="{FF2B5EF4-FFF2-40B4-BE49-F238E27FC236}">
                <a16:creationId xmlns:a16="http://schemas.microsoft.com/office/drawing/2014/main" id="{3A06CCE9-318C-4B70-A26C-C315774BD0E9}"/>
              </a:ext>
            </a:extLst>
          </p:cNvPr>
          <p:cNvSpPr/>
          <p:nvPr/>
        </p:nvSpPr>
        <p:spPr>
          <a:xfrm>
            <a:off x="4071629" y="1216833"/>
            <a:ext cx="1164516" cy="548009"/>
          </a:xfrm>
          <a:custGeom>
            <a:avLst/>
            <a:gdLst>
              <a:gd name="connsiteX0" fmla="*/ 0 w 466725"/>
              <a:gd name="connsiteY0" fmla="*/ 0 h 533401"/>
              <a:gd name="connsiteX1" fmla="*/ 466725 w 466725"/>
              <a:gd name="connsiteY1" fmla="*/ 0 h 533401"/>
              <a:gd name="connsiteX2" fmla="*/ 466725 w 466725"/>
              <a:gd name="connsiteY2" fmla="*/ 300038 h 533401"/>
              <a:gd name="connsiteX3" fmla="*/ 233362 w 466725"/>
              <a:gd name="connsiteY3" fmla="*/ 533401 h 533401"/>
              <a:gd name="connsiteX4" fmla="*/ 233363 w 466725"/>
              <a:gd name="connsiteY4" fmla="*/ 533400 h 533401"/>
              <a:gd name="connsiteX5" fmla="*/ 0 w 466725"/>
              <a:gd name="connsiteY5" fmla="*/ 300037 h 533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725" h="533401">
                <a:moveTo>
                  <a:pt x="0" y="0"/>
                </a:moveTo>
                <a:lnTo>
                  <a:pt x="466725" y="0"/>
                </a:lnTo>
                <a:lnTo>
                  <a:pt x="466725" y="300038"/>
                </a:lnTo>
                <a:cubicBezTo>
                  <a:pt x="466725" y="428921"/>
                  <a:pt x="362245" y="533401"/>
                  <a:pt x="233362" y="533401"/>
                </a:cubicBezTo>
                <a:lnTo>
                  <a:pt x="233363" y="533400"/>
                </a:lnTo>
                <a:cubicBezTo>
                  <a:pt x="104480" y="533400"/>
                  <a:pt x="0" y="428920"/>
                  <a:pt x="0" y="300037"/>
                </a:cubicBezTo>
                <a:close/>
              </a:path>
            </a:pathLst>
          </a:custGeom>
          <a:solidFill>
            <a:srgbClr val="E5AB71"/>
          </a:solidFill>
          <a:ln w="12700" cap="flat" cmpd="sng" algn="ctr">
            <a:noFill/>
            <a:prstDash val="solid"/>
            <a:miter lim="800000"/>
          </a:ln>
          <a:effectLst>
            <a:outerShdw blurRad="50800" dist="25400" dir="10800000" algn="r" rotWithShape="0">
              <a:prstClr val="black">
                <a:alpha val="40000"/>
              </a:prstClr>
            </a:outerShdw>
          </a:effectLst>
        </p:spPr>
        <p:txBody>
          <a:bodyPr rtlCol="0" anchor="ctr">
            <a:norm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40" name="直角三角形 39">
            <a:extLst>
              <a:ext uri="{FF2B5EF4-FFF2-40B4-BE49-F238E27FC236}">
                <a16:creationId xmlns:a16="http://schemas.microsoft.com/office/drawing/2014/main" id="{B29DCB78-C928-4B3A-ADCA-96D046E1D065}"/>
              </a:ext>
            </a:extLst>
          </p:cNvPr>
          <p:cNvSpPr/>
          <p:nvPr/>
        </p:nvSpPr>
        <p:spPr>
          <a:xfrm>
            <a:off x="6455355" y="1216833"/>
            <a:ext cx="185932" cy="176146"/>
          </a:xfrm>
          <a:prstGeom prst="rtTriangle">
            <a:avLst/>
          </a:prstGeom>
          <a:solidFill>
            <a:srgbClr val="3B9DBB">
              <a:lumMod val="40000"/>
              <a:lumOff val="60000"/>
            </a:srgbClr>
          </a:solidFill>
          <a:ln w="12700" cap="flat" cmpd="sng" algn="ctr">
            <a:noFill/>
            <a:prstDash val="solid"/>
            <a:miter lim="800000"/>
          </a:ln>
          <a:effectLst/>
        </p:spPr>
        <p:txBody>
          <a:bodyPr rtlCol="0" anchor="ctr">
            <a:normAutofit fontScale="25000" lnSpcReduction="20000"/>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41" name="矩形 40">
            <a:extLst>
              <a:ext uri="{FF2B5EF4-FFF2-40B4-BE49-F238E27FC236}">
                <a16:creationId xmlns:a16="http://schemas.microsoft.com/office/drawing/2014/main" id="{ACC6EF95-1CCF-472E-BBE2-E4D578B61A24}"/>
              </a:ext>
            </a:extLst>
          </p:cNvPr>
          <p:cNvSpPr/>
          <p:nvPr/>
        </p:nvSpPr>
        <p:spPr>
          <a:xfrm>
            <a:off x="5853526" y="1392977"/>
            <a:ext cx="1389590" cy="2103957"/>
          </a:xfrm>
          <a:prstGeom prst="rect">
            <a:avLst/>
          </a:prstGeom>
          <a:solidFill>
            <a:srgbClr val="FFFFFF"/>
          </a:solidFill>
          <a:ln w="3175" cap="flat" cmpd="sng" algn="ctr">
            <a:solidFill>
              <a:srgbClr val="3B9DBB"/>
            </a:solidFill>
            <a:prstDash val="solid"/>
            <a:miter lim="800000"/>
          </a:ln>
          <a:effectLst>
            <a:outerShdw blurRad="50800" dist="38100" algn="l" rotWithShape="0">
              <a:prstClr val="black">
                <a:alpha val="40000"/>
              </a:prstClr>
            </a:outerShdw>
          </a:effectLst>
        </p:spPr>
        <p:txBody>
          <a:bodyPr rtlCol="0" anchor="ctr">
            <a:norm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srgbClr val="3B9DBB"/>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42" name="任意多边形 52">
            <a:extLst>
              <a:ext uri="{FF2B5EF4-FFF2-40B4-BE49-F238E27FC236}">
                <a16:creationId xmlns:a16="http://schemas.microsoft.com/office/drawing/2014/main" id="{D44FC128-F9B8-41CB-BB8F-2C2C3C7B490C}"/>
              </a:ext>
            </a:extLst>
          </p:cNvPr>
          <p:cNvSpPr/>
          <p:nvPr/>
        </p:nvSpPr>
        <p:spPr>
          <a:xfrm>
            <a:off x="5966063" y="1216833"/>
            <a:ext cx="1164516" cy="548009"/>
          </a:xfrm>
          <a:custGeom>
            <a:avLst/>
            <a:gdLst>
              <a:gd name="connsiteX0" fmla="*/ 0 w 466725"/>
              <a:gd name="connsiteY0" fmla="*/ 0 h 533401"/>
              <a:gd name="connsiteX1" fmla="*/ 466725 w 466725"/>
              <a:gd name="connsiteY1" fmla="*/ 0 h 533401"/>
              <a:gd name="connsiteX2" fmla="*/ 466725 w 466725"/>
              <a:gd name="connsiteY2" fmla="*/ 300038 h 533401"/>
              <a:gd name="connsiteX3" fmla="*/ 233362 w 466725"/>
              <a:gd name="connsiteY3" fmla="*/ 533401 h 533401"/>
              <a:gd name="connsiteX4" fmla="*/ 233363 w 466725"/>
              <a:gd name="connsiteY4" fmla="*/ 533400 h 533401"/>
              <a:gd name="connsiteX5" fmla="*/ 0 w 466725"/>
              <a:gd name="connsiteY5" fmla="*/ 300037 h 533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725" h="533401">
                <a:moveTo>
                  <a:pt x="0" y="0"/>
                </a:moveTo>
                <a:lnTo>
                  <a:pt x="466725" y="0"/>
                </a:lnTo>
                <a:lnTo>
                  <a:pt x="466725" y="300038"/>
                </a:lnTo>
                <a:cubicBezTo>
                  <a:pt x="466725" y="428921"/>
                  <a:pt x="362245" y="533401"/>
                  <a:pt x="233362" y="533401"/>
                </a:cubicBezTo>
                <a:lnTo>
                  <a:pt x="233363" y="533400"/>
                </a:lnTo>
                <a:cubicBezTo>
                  <a:pt x="104480" y="533400"/>
                  <a:pt x="0" y="428920"/>
                  <a:pt x="0" y="300037"/>
                </a:cubicBezTo>
                <a:close/>
              </a:path>
            </a:pathLst>
          </a:custGeom>
          <a:solidFill>
            <a:srgbClr val="E5AB71"/>
          </a:solidFill>
          <a:ln w="12700" cap="flat" cmpd="sng" algn="ctr">
            <a:noFill/>
            <a:prstDash val="solid"/>
            <a:miter lim="800000"/>
          </a:ln>
          <a:effectLst>
            <a:outerShdw blurRad="50800" dist="25400" dir="10800000" algn="r" rotWithShape="0">
              <a:prstClr val="black">
                <a:alpha val="40000"/>
              </a:prstClr>
            </a:outerShdw>
          </a:effectLst>
        </p:spPr>
        <p:txBody>
          <a:bodyPr rtlCol="0" anchor="ctr">
            <a:norm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43" name="文本框 32">
            <a:extLst>
              <a:ext uri="{FF2B5EF4-FFF2-40B4-BE49-F238E27FC236}">
                <a16:creationId xmlns:a16="http://schemas.microsoft.com/office/drawing/2014/main" id="{F24BC8CC-B3A3-4EF1-9BFE-580C876C1FDE}"/>
              </a:ext>
            </a:extLst>
          </p:cNvPr>
          <p:cNvSpPr txBox="1"/>
          <p:nvPr/>
        </p:nvSpPr>
        <p:spPr>
          <a:xfrm>
            <a:off x="2132680" y="1196752"/>
            <a:ext cx="1227671"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spc="150" dirty="0">
                <a:solidFill>
                  <a:schemeClr val="bg1"/>
                </a:solidFill>
                <a:latin typeface="微软雅黑" panose="020B0503020204020204" pitchFamily="34" charset="-122"/>
                <a:ea typeface="微软雅黑" panose="020B0503020204020204" pitchFamily="34" charset="-122"/>
              </a:rPr>
              <a:t>第一节</a:t>
            </a:r>
          </a:p>
        </p:txBody>
      </p:sp>
      <p:sp>
        <p:nvSpPr>
          <p:cNvPr id="44" name="文本框 33">
            <a:extLst>
              <a:ext uri="{FF2B5EF4-FFF2-40B4-BE49-F238E27FC236}">
                <a16:creationId xmlns:a16="http://schemas.microsoft.com/office/drawing/2014/main" id="{6CA69E55-0A56-41BA-8F63-BB7FA17615E2}"/>
              </a:ext>
            </a:extLst>
          </p:cNvPr>
          <p:cNvSpPr txBox="1"/>
          <p:nvPr/>
        </p:nvSpPr>
        <p:spPr>
          <a:xfrm>
            <a:off x="4071630" y="1196752"/>
            <a:ext cx="1164515"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spc="150" dirty="0">
                <a:solidFill>
                  <a:schemeClr val="bg1"/>
                </a:solidFill>
                <a:latin typeface="微软雅黑" panose="020B0503020204020204" pitchFamily="34" charset="-122"/>
                <a:ea typeface="微软雅黑" panose="020B0503020204020204" pitchFamily="34" charset="-122"/>
              </a:rPr>
              <a:t>第二节</a:t>
            </a:r>
          </a:p>
        </p:txBody>
      </p:sp>
      <p:sp>
        <p:nvSpPr>
          <p:cNvPr id="45" name="文本框 34">
            <a:extLst>
              <a:ext uri="{FF2B5EF4-FFF2-40B4-BE49-F238E27FC236}">
                <a16:creationId xmlns:a16="http://schemas.microsoft.com/office/drawing/2014/main" id="{0F9B6E28-76C8-49B8-BFA0-B6856293ADAD}"/>
              </a:ext>
            </a:extLst>
          </p:cNvPr>
          <p:cNvSpPr txBox="1"/>
          <p:nvPr/>
        </p:nvSpPr>
        <p:spPr>
          <a:xfrm>
            <a:off x="5924843" y="1196752"/>
            <a:ext cx="1246956"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spc="150" dirty="0">
                <a:solidFill>
                  <a:schemeClr val="bg1"/>
                </a:solidFill>
                <a:latin typeface="微软雅黑" panose="020B0503020204020204" pitchFamily="34" charset="-122"/>
                <a:ea typeface="微软雅黑" panose="020B0503020204020204" pitchFamily="34" charset="-122"/>
              </a:rPr>
              <a:t>第三节</a:t>
            </a:r>
          </a:p>
        </p:txBody>
      </p:sp>
      <p:sp>
        <p:nvSpPr>
          <p:cNvPr id="46" name="文本框 1">
            <a:extLst>
              <a:ext uri="{FF2B5EF4-FFF2-40B4-BE49-F238E27FC236}">
                <a16:creationId xmlns:a16="http://schemas.microsoft.com/office/drawing/2014/main" id="{36B1587A-ED26-47FA-8D20-6B124AC1FEF0}"/>
              </a:ext>
            </a:extLst>
          </p:cNvPr>
          <p:cNvSpPr txBox="1"/>
          <p:nvPr/>
        </p:nvSpPr>
        <p:spPr>
          <a:xfrm>
            <a:off x="2051720" y="1764842"/>
            <a:ext cx="1389590" cy="1732092"/>
          </a:xfrm>
          <a:prstGeom prst="rect">
            <a:avLst/>
          </a:prstGeom>
          <a:noFill/>
        </p:spPr>
        <p:txBody>
          <a:bodyPr wrap="square"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lang="zh-CN" altLang="en-US" sz="2400" dirty="0">
                <a:latin typeface="微软雅黑" panose="020B0503020204020204" pitchFamily="34" charset="-122"/>
                <a:ea typeface="微软雅黑" panose="020B0503020204020204" pitchFamily="34" charset="-122"/>
              </a:rPr>
              <a:t>效用理论概述</a:t>
            </a:r>
            <a:endParaRPr lang="zh-CN" altLang="en-US" sz="2400" spc="150" dirty="0">
              <a:latin typeface="微软雅黑" panose="020B0503020204020204" pitchFamily="34" charset="-122"/>
              <a:ea typeface="微软雅黑" panose="020B0503020204020204" pitchFamily="34" charset="-122"/>
            </a:endParaRPr>
          </a:p>
        </p:txBody>
      </p:sp>
      <p:sp>
        <p:nvSpPr>
          <p:cNvPr id="47" name="文本框 44">
            <a:extLst>
              <a:ext uri="{FF2B5EF4-FFF2-40B4-BE49-F238E27FC236}">
                <a16:creationId xmlns:a16="http://schemas.microsoft.com/office/drawing/2014/main" id="{68EEE467-A26B-484D-8967-B6880FBFC08C}"/>
              </a:ext>
            </a:extLst>
          </p:cNvPr>
          <p:cNvSpPr txBox="1"/>
          <p:nvPr/>
        </p:nvSpPr>
        <p:spPr>
          <a:xfrm>
            <a:off x="3959092" y="1764842"/>
            <a:ext cx="1389590" cy="1732092"/>
          </a:xfrm>
          <a:prstGeom prst="rect">
            <a:avLst/>
          </a:prstGeom>
          <a:noFill/>
        </p:spPr>
        <p:txBody>
          <a:bodyPr wrap="square"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lang="zh-CN" altLang="en-US" sz="2400" dirty="0">
                <a:latin typeface="微软雅黑" panose="020B0503020204020204" pitchFamily="34" charset="-122"/>
                <a:ea typeface="微软雅黑" panose="020B0503020204020204" pitchFamily="34" charset="-122"/>
              </a:rPr>
              <a:t>无差异曲线</a:t>
            </a:r>
            <a:endParaRPr lang="zh-CN" altLang="en-US" sz="2400" spc="150" dirty="0">
              <a:latin typeface="微软雅黑" panose="020B0503020204020204" pitchFamily="34" charset="-122"/>
              <a:ea typeface="微软雅黑" panose="020B0503020204020204" pitchFamily="34" charset="-122"/>
            </a:endParaRPr>
          </a:p>
        </p:txBody>
      </p:sp>
      <p:sp>
        <p:nvSpPr>
          <p:cNvPr id="48" name="文本框 48">
            <a:extLst>
              <a:ext uri="{FF2B5EF4-FFF2-40B4-BE49-F238E27FC236}">
                <a16:creationId xmlns:a16="http://schemas.microsoft.com/office/drawing/2014/main" id="{109712A4-532C-4724-A388-C719A3B5A7B2}"/>
              </a:ext>
            </a:extLst>
          </p:cNvPr>
          <p:cNvSpPr txBox="1"/>
          <p:nvPr/>
        </p:nvSpPr>
        <p:spPr>
          <a:xfrm>
            <a:off x="5853526" y="1764842"/>
            <a:ext cx="1389590" cy="1732092"/>
          </a:xfrm>
          <a:prstGeom prst="rect">
            <a:avLst/>
          </a:prstGeom>
          <a:noFill/>
        </p:spPr>
        <p:txBody>
          <a:bodyPr wrap="square"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lang="zh-CN" altLang="en-US" sz="2400" spc="150" dirty="0">
                <a:latin typeface="微软雅黑" panose="020B0503020204020204" pitchFamily="34" charset="-122"/>
                <a:ea typeface="微软雅黑" panose="020B0503020204020204" pitchFamily="34" charset="-122"/>
              </a:rPr>
              <a:t>预算约束线</a:t>
            </a:r>
          </a:p>
        </p:txBody>
      </p:sp>
      <p:sp>
        <p:nvSpPr>
          <p:cNvPr id="49" name="平行四边形 48">
            <a:extLst>
              <a:ext uri="{FF2B5EF4-FFF2-40B4-BE49-F238E27FC236}">
                <a16:creationId xmlns:a16="http://schemas.microsoft.com/office/drawing/2014/main" id="{17453EDA-FA4C-43E8-89A1-E160C3CD33B0}"/>
              </a:ext>
            </a:extLst>
          </p:cNvPr>
          <p:cNvSpPr/>
          <p:nvPr/>
        </p:nvSpPr>
        <p:spPr>
          <a:xfrm rot="16200000">
            <a:off x="1668194" y="4641875"/>
            <a:ext cx="2103957" cy="518653"/>
          </a:xfrm>
          <a:prstGeom prst="parallelogram">
            <a:avLst>
              <a:gd name="adj" fmla="val 156667"/>
            </a:avLst>
          </a:prstGeom>
          <a:solidFill>
            <a:srgbClr val="3B9DBB">
              <a:lumMod val="40000"/>
              <a:lumOff val="60000"/>
            </a:srgbClr>
          </a:solidFill>
          <a:ln w="12700" cap="flat" cmpd="sng" algn="ctr">
            <a:noFill/>
            <a:prstDash val="solid"/>
            <a:miter lim="800000"/>
          </a:ln>
          <a:effectLst/>
        </p:spPr>
        <p:txBody>
          <a:bodyPr rtlCol="0" anchor="ctr">
            <a:normAutofit fontScale="65000" lnSpcReduction="20000"/>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50" name="直角三角形 49">
            <a:extLst>
              <a:ext uri="{FF2B5EF4-FFF2-40B4-BE49-F238E27FC236}">
                <a16:creationId xmlns:a16="http://schemas.microsoft.com/office/drawing/2014/main" id="{1E90CD07-E350-4B54-A4D0-F902C53C68CF}"/>
              </a:ext>
            </a:extLst>
          </p:cNvPr>
          <p:cNvSpPr/>
          <p:nvPr/>
        </p:nvSpPr>
        <p:spPr>
          <a:xfrm>
            <a:off x="1680426" y="3673079"/>
            <a:ext cx="185932" cy="176146"/>
          </a:xfrm>
          <a:prstGeom prst="rtTriangle">
            <a:avLst/>
          </a:prstGeom>
          <a:solidFill>
            <a:srgbClr val="3B9DBB">
              <a:lumMod val="40000"/>
              <a:lumOff val="60000"/>
            </a:srgbClr>
          </a:solidFill>
          <a:ln w="12700" cap="flat" cmpd="sng" algn="ctr">
            <a:noFill/>
            <a:prstDash val="solid"/>
            <a:miter lim="800000"/>
          </a:ln>
          <a:effectLst/>
        </p:spPr>
        <p:txBody>
          <a:bodyPr rtlCol="0" anchor="ctr">
            <a:normAutofit fontScale="25000" lnSpcReduction="20000"/>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51" name="矩形 50">
            <a:extLst>
              <a:ext uri="{FF2B5EF4-FFF2-40B4-BE49-F238E27FC236}">
                <a16:creationId xmlns:a16="http://schemas.microsoft.com/office/drawing/2014/main" id="{1B408C7C-E05E-42B2-88AA-942A8E0CA38F}"/>
              </a:ext>
            </a:extLst>
          </p:cNvPr>
          <p:cNvSpPr/>
          <p:nvPr/>
        </p:nvSpPr>
        <p:spPr>
          <a:xfrm>
            <a:off x="1078597" y="3849223"/>
            <a:ext cx="1389590" cy="2103957"/>
          </a:xfrm>
          <a:prstGeom prst="rect">
            <a:avLst/>
          </a:prstGeom>
          <a:solidFill>
            <a:srgbClr val="FFFFFF"/>
          </a:solidFill>
          <a:ln w="3175" cap="flat" cmpd="sng" algn="ctr">
            <a:solidFill>
              <a:srgbClr val="3B9DBB"/>
            </a:solidFill>
            <a:prstDash val="solid"/>
            <a:miter lim="800000"/>
          </a:ln>
          <a:effectLst>
            <a:outerShdw blurRad="50800" dist="38100" algn="l" rotWithShape="0">
              <a:prstClr val="black">
                <a:alpha val="40000"/>
              </a:prstClr>
            </a:outerShdw>
          </a:effectLst>
        </p:spPr>
        <p:txBody>
          <a:bodyPr rtlCol="0" anchor="ctr">
            <a:norm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srgbClr val="3B9DBB"/>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52" name="任意多边形 30">
            <a:extLst>
              <a:ext uri="{FF2B5EF4-FFF2-40B4-BE49-F238E27FC236}">
                <a16:creationId xmlns:a16="http://schemas.microsoft.com/office/drawing/2014/main" id="{CAA09F64-EA75-4AAA-B194-37887B384037}"/>
              </a:ext>
            </a:extLst>
          </p:cNvPr>
          <p:cNvSpPr/>
          <p:nvPr/>
        </p:nvSpPr>
        <p:spPr>
          <a:xfrm>
            <a:off x="1169116" y="3673079"/>
            <a:ext cx="1208552" cy="548009"/>
          </a:xfrm>
          <a:custGeom>
            <a:avLst/>
            <a:gdLst>
              <a:gd name="connsiteX0" fmla="*/ 0 w 466725"/>
              <a:gd name="connsiteY0" fmla="*/ 0 h 533401"/>
              <a:gd name="connsiteX1" fmla="*/ 466725 w 466725"/>
              <a:gd name="connsiteY1" fmla="*/ 0 h 533401"/>
              <a:gd name="connsiteX2" fmla="*/ 466725 w 466725"/>
              <a:gd name="connsiteY2" fmla="*/ 300038 h 533401"/>
              <a:gd name="connsiteX3" fmla="*/ 233362 w 466725"/>
              <a:gd name="connsiteY3" fmla="*/ 533401 h 533401"/>
              <a:gd name="connsiteX4" fmla="*/ 233363 w 466725"/>
              <a:gd name="connsiteY4" fmla="*/ 533400 h 533401"/>
              <a:gd name="connsiteX5" fmla="*/ 0 w 466725"/>
              <a:gd name="connsiteY5" fmla="*/ 300037 h 533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725" h="533401">
                <a:moveTo>
                  <a:pt x="0" y="0"/>
                </a:moveTo>
                <a:lnTo>
                  <a:pt x="466725" y="0"/>
                </a:lnTo>
                <a:lnTo>
                  <a:pt x="466725" y="300038"/>
                </a:lnTo>
                <a:cubicBezTo>
                  <a:pt x="466725" y="428921"/>
                  <a:pt x="362245" y="533401"/>
                  <a:pt x="233362" y="533401"/>
                </a:cubicBezTo>
                <a:lnTo>
                  <a:pt x="233363" y="533400"/>
                </a:lnTo>
                <a:cubicBezTo>
                  <a:pt x="104480" y="533400"/>
                  <a:pt x="0" y="428920"/>
                  <a:pt x="0" y="300037"/>
                </a:cubicBezTo>
                <a:close/>
              </a:path>
            </a:pathLst>
          </a:custGeom>
          <a:solidFill>
            <a:srgbClr val="E5AB71"/>
          </a:solidFill>
          <a:ln w="12700" cap="flat" cmpd="sng" algn="ctr">
            <a:noFill/>
            <a:prstDash val="solid"/>
            <a:miter lim="800000"/>
          </a:ln>
          <a:effectLst>
            <a:outerShdw blurRad="50800" dist="25400" dir="10800000" algn="r" rotWithShape="0">
              <a:prstClr val="black">
                <a:alpha val="40000"/>
              </a:prstClr>
            </a:outerShdw>
          </a:effectLst>
        </p:spPr>
        <p:txBody>
          <a:bodyPr rtlCol="0" anchor="ctr">
            <a:norm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53" name="平行四边形 52">
            <a:extLst>
              <a:ext uri="{FF2B5EF4-FFF2-40B4-BE49-F238E27FC236}">
                <a16:creationId xmlns:a16="http://schemas.microsoft.com/office/drawing/2014/main" id="{1FEDFFED-C1DD-4EBE-B8DE-03B6723432B9}"/>
              </a:ext>
            </a:extLst>
          </p:cNvPr>
          <p:cNvSpPr/>
          <p:nvPr/>
        </p:nvSpPr>
        <p:spPr>
          <a:xfrm rot="16200000">
            <a:off x="3569098" y="4641875"/>
            <a:ext cx="2103957" cy="518653"/>
          </a:xfrm>
          <a:prstGeom prst="parallelogram">
            <a:avLst>
              <a:gd name="adj" fmla="val 156667"/>
            </a:avLst>
          </a:prstGeom>
          <a:solidFill>
            <a:srgbClr val="3B9DBB">
              <a:lumMod val="40000"/>
              <a:lumOff val="60000"/>
            </a:srgbClr>
          </a:solidFill>
          <a:ln w="12700" cap="flat" cmpd="sng" algn="ctr">
            <a:noFill/>
            <a:prstDash val="solid"/>
            <a:miter lim="800000"/>
          </a:ln>
          <a:effectLst/>
        </p:spPr>
        <p:txBody>
          <a:bodyPr rtlCol="0" anchor="ctr">
            <a:normAutofit fontScale="65000" lnSpcReduction="20000"/>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54" name="直角三角形 53">
            <a:extLst>
              <a:ext uri="{FF2B5EF4-FFF2-40B4-BE49-F238E27FC236}">
                <a16:creationId xmlns:a16="http://schemas.microsoft.com/office/drawing/2014/main" id="{B99D19FA-34A2-45C7-AB75-299A45A8A9DB}"/>
              </a:ext>
            </a:extLst>
          </p:cNvPr>
          <p:cNvSpPr/>
          <p:nvPr/>
        </p:nvSpPr>
        <p:spPr>
          <a:xfrm>
            <a:off x="3581329" y="3673079"/>
            <a:ext cx="185932" cy="176146"/>
          </a:xfrm>
          <a:prstGeom prst="rtTriangle">
            <a:avLst/>
          </a:prstGeom>
          <a:solidFill>
            <a:srgbClr val="3B9DBB">
              <a:lumMod val="40000"/>
              <a:lumOff val="60000"/>
            </a:srgbClr>
          </a:solidFill>
          <a:ln w="12700" cap="flat" cmpd="sng" algn="ctr">
            <a:noFill/>
            <a:prstDash val="solid"/>
            <a:miter lim="800000"/>
          </a:ln>
          <a:effectLst/>
        </p:spPr>
        <p:txBody>
          <a:bodyPr rtlCol="0" anchor="ctr">
            <a:normAutofit fontScale="25000" lnSpcReduction="20000"/>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55" name="矩形 54">
            <a:extLst>
              <a:ext uri="{FF2B5EF4-FFF2-40B4-BE49-F238E27FC236}">
                <a16:creationId xmlns:a16="http://schemas.microsoft.com/office/drawing/2014/main" id="{50C54FEB-EDF1-4CE4-A74F-5F4A5BD7C5C9}"/>
              </a:ext>
            </a:extLst>
          </p:cNvPr>
          <p:cNvSpPr/>
          <p:nvPr/>
        </p:nvSpPr>
        <p:spPr>
          <a:xfrm>
            <a:off x="2979500" y="3849223"/>
            <a:ext cx="1389590" cy="2103957"/>
          </a:xfrm>
          <a:prstGeom prst="rect">
            <a:avLst/>
          </a:prstGeom>
          <a:solidFill>
            <a:srgbClr val="FFFFFF"/>
          </a:solidFill>
          <a:ln w="3175" cap="flat" cmpd="sng" algn="ctr">
            <a:solidFill>
              <a:srgbClr val="3B9DBB"/>
            </a:solidFill>
            <a:prstDash val="solid"/>
            <a:miter lim="800000"/>
          </a:ln>
          <a:effectLst>
            <a:outerShdw blurRad="50800" dist="38100" algn="l" rotWithShape="0">
              <a:prstClr val="black">
                <a:alpha val="40000"/>
              </a:prstClr>
            </a:outerShdw>
          </a:effectLst>
        </p:spPr>
        <p:txBody>
          <a:bodyPr rtlCol="0" anchor="ctr">
            <a:norm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srgbClr val="3B9DBB"/>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56" name="任意多边形 27">
            <a:extLst>
              <a:ext uri="{FF2B5EF4-FFF2-40B4-BE49-F238E27FC236}">
                <a16:creationId xmlns:a16="http://schemas.microsoft.com/office/drawing/2014/main" id="{5CB9E096-CF75-49E1-8432-4055C5A945DB}"/>
              </a:ext>
            </a:extLst>
          </p:cNvPr>
          <p:cNvSpPr/>
          <p:nvPr/>
        </p:nvSpPr>
        <p:spPr>
          <a:xfrm>
            <a:off x="3092037" y="3673079"/>
            <a:ext cx="1164516" cy="548009"/>
          </a:xfrm>
          <a:custGeom>
            <a:avLst/>
            <a:gdLst>
              <a:gd name="connsiteX0" fmla="*/ 0 w 466725"/>
              <a:gd name="connsiteY0" fmla="*/ 0 h 533401"/>
              <a:gd name="connsiteX1" fmla="*/ 466725 w 466725"/>
              <a:gd name="connsiteY1" fmla="*/ 0 h 533401"/>
              <a:gd name="connsiteX2" fmla="*/ 466725 w 466725"/>
              <a:gd name="connsiteY2" fmla="*/ 300038 h 533401"/>
              <a:gd name="connsiteX3" fmla="*/ 233362 w 466725"/>
              <a:gd name="connsiteY3" fmla="*/ 533401 h 533401"/>
              <a:gd name="connsiteX4" fmla="*/ 233363 w 466725"/>
              <a:gd name="connsiteY4" fmla="*/ 533400 h 533401"/>
              <a:gd name="connsiteX5" fmla="*/ 0 w 466725"/>
              <a:gd name="connsiteY5" fmla="*/ 300037 h 533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725" h="533401">
                <a:moveTo>
                  <a:pt x="0" y="0"/>
                </a:moveTo>
                <a:lnTo>
                  <a:pt x="466725" y="0"/>
                </a:lnTo>
                <a:lnTo>
                  <a:pt x="466725" y="300038"/>
                </a:lnTo>
                <a:cubicBezTo>
                  <a:pt x="466725" y="428921"/>
                  <a:pt x="362245" y="533401"/>
                  <a:pt x="233362" y="533401"/>
                </a:cubicBezTo>
                <a:lnTo>
                  <a:pt x="233363" y="533400"/>
                </a:lnTo>
                <a:cubicBezTo>
                  <a:pt x="104480" y="533400"/>
                  <a:pt x="0" y="428920"/>
                  <a:pt x="0" y="300037"/>
                </a:cubicBezTo>
                <a:close/>
              </a:path>
            </a:pathLst>
          </a:custGeom>
          <a:solidFill>
            <a:srgbClr val="E5AB71"/>
          </a:solidFill>
          <a:ln w="12700" cap="flat" cmpd="sng" algn="ctr">
            <a:noFill/>
            <a:prstDash val="solid"/>
            <a:miter lim="800000"/>
          </a:ln>
          <a:effectLst>
            <a:outerShdw blurRad="50800" dist="25400" dir="10800000" algn="r" rotWithShape="0">
              <a:prstClr val="black">
                <a:alpha val="40000"/>
              </a:prstClr>
            </a:outerShdw>
          </a:effectLst>
        </p:spPr>
        <p:txBody>
          <a:bodyPr rtlCol="0" anchor="ctr">
            <a:norm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57" name="直角三角形 56">
            <a:extLst>
              <a:ext uri="{FF2B5EF4-FFF2-40B4-BE49-F238E27FC236}">
                <a16:creationId xmlns:a16="http://schemas.microsoft.com/office/drawing/2014/main" id="{1315025A-4F7B-4F2B-A7CF-258CE08EB0C4}"/>
              </a:ext>
            </a:extLst>
          </p:cNvPr>
          <p:cNvSpPr/>
          <p:nvPr/>
        </p:nvSpPr>
        <p:spPr>
          <a:xfrm>
            <a:off x="5482232" y="3673079"/>
            <a:ext cx="185932" cy="176146"/>
          </a:xfrm>
          <a:prstGeom prst="rtTriangle">
            <a:avLst/>
          </a:prstGeom>
          <a:solidFill>
            <a:srgbClr val="3B9DBB">
              <a:lumMod val="40000"/>
              <a:lumOff val="60000"/>
            </a:srgbClr>
          </a:solidFill>
          <a:ln w="12700" cap="flat" cmpd="sng" algn="ctr">
            <a:noFill/>
            <a:prstDash val="solid"/>
            <a:miter lim="800000"/>
          </a:ln>
          <a:effectLst/>
        </p:spPr>
        <p:txBody>
          <a:bodyPr rtlCol="0" anchor="ctr">
            <a:normAutofit fontScale="25000" lnSpcReduction="20000"/>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58" name="矩形 57">
            <a:extLst>
              <a:ext uri="{FF2B5EF4-FFF2-40B4-BE49-F238E27FC236}">
                <a16:creationId xmlns:a16="http://schemas.microsoft.com/office/drawing/2014/main" id="{0D5F4772-4194-425A-887D-8ADC72EF3E35}"/>
              </a:ext>
            </a:extLst>
          </p:cNvPr>
          <p:cNvSpPr/>
          <p:nvPr/>
        </p:nvSpPr>
        <p:spPr>
          <a:xfrm>
            <a:off x="4880403" y="3849223"/>
            <a:ext cx="1389590" cy="2103957"/>
          </a:xfrm>
          <a:prstGeom prst="rect">
            <a:avLst/>
          </a:prstGeom>
          <a:solidFill>
            <a:srgbClr val="FFFFFF"/>
          </a:solidFill>
          <a:ln w="3175" cap="flat" cmpd="sng" algn="ctr">
            <a:solidFill>
              <a:srgbClr val="3B9DBB"/>
            </a:solidFill>
            <a:prstDash val="solid"/>
            <a:miter lim="800000"/>
          </a:ln>
          <a:effectLst>
            <a:outerShdw blurRad="50800" dist="38100" algn="l" rotWithShape="0">
              <a:prstClr val="black">
                <a:alpha val="40000"/>
              </a:prstClr>
            </a:outerShdw>
          </a:effectLst>
        </p:spPr>
        <p:txBody>
          <a:bodyPr rtlCol="0" anchor="ctr">
            <a:norm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srgbClr val="3B9DBB"/>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59" name="任意多边形 24">
            <a:extLst>
              <a:ext uri="{FF2B5EF4-FFF2-40B4-BE49-F238E27FC236}">
                <a16:creationId xmlns:a16="http://schemas.microsoft.com/office/drawing/2014/main" id="{CA123E3D-523D-4CDA-9E30-F719F376583D}"/>
              </a:ext>
            </a:extLst>
          </p:cNvPr>
          <p:cNvSpPr/>
          <p:nvPr/>
        </p:nvSpPr>
        <p:spPr>
          <a:xfrm>
            <a:off x="4993016" y="3673079"/>
            <a:ext cx="1164364" cy="548009"/>
          </a:xfrm>
          <a:custGeom>
            <a:avLst/>
            <a:gdLst>
              <a:gd name="connsiteX0" fmla="*/ 0 w 466725"/>
              <a:gd name="connsiteY0" fmla="*/ 0 h 533401"/>
              <a:gd name="connsiteX1" fmla="*/ 466725 w 466725"/>
              <a:gd name="connsiteY1" fmla="*/ 0 h 533401"/>
              <a:gd name="connsiteX2" fmla="*/ 466725 w 466725"/>
              <a:gd name="connsiteY2" fmla="*/ 300038 h 533401"/>
              <a:gd name="connsiteX3" fmla="*/ 233362 w 466725"/>
              <a:gd name="connsiteY3" fmla="*/ 533401 h 533401"/>
              <a:gd name="connsiteX4" fmla="*/ 233363 w 466725"/>
              <a:gd name="connsiteY4" fmla="*/ 533400 h 533401"/>
              <a:gd name="connsiteX5" fmla="*/ 0 w 466725"/>
              <a:gd name="connsiteY5" fmla="*/ 300037 h 533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725" h="533401">
                <a:moveTo>
                  <a:pt x="0" y="0"/>
                </a:moveTo>
                <a:lnTo>
                  <a:pt x="466725" y="0"/>
                </a:lnTo>
                <a:lnTo>
                  <a:pt x="466725" y="300038"/>
                </a:lnTo>
                <a:cubicBezTo>
                  <a:pt x="466725" y="428921"/>
                  <a:pt x="362245" y="533401"/>
                  <a:pt x="233362" y="533401"/>
                </a:cubicBezTo>
                <a:lnTo>
                  <a:pt x="233363" y="533400"/>
                </a:lnTo>
                <a:cubicBezTo>
                  <a:pt x="104480" y="533400"/>
                  <a:pt x="0" y="428920"/>
                  <a:pt x="0" y="300037"/>
                </a:cubicBezTo>
                <a:close/>
              </a:path>
            </a:pathLst>
          </a:custGeom>
          <a:solidFill>
            <a:srgbClr val="E5AB71"/>
          </a:solidFill>
          <a:ln w="12700" cap="flat" cmpd="sng" algn="ctr">
            <a:noFill/>
            <a:prstDash val="solid"/>
            <a:miter lim="800000"/>
          </a:ln>
          <a:effectLst>
            <a:outerShdw blurRad="50800" dist="25400" dir="10800000" algn="r" rotWithShape="0">
              <a:prstClr val="black">
                <a:alpha val="40000"/>
              </a:prstClr>
            </a:outerShdw>
          </a:effectLst>
        </p:spPr>
        <p:txBody>
          <a:bodyPr rtlCol="0" anchor="ctr">
            <a:norm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60" name="文本框 35">
            <a:extLst>
              <a:ext uri="{FF2B5EF4-FFF2-40B4-BE49-F238E27FC236}">
                <a16:creationId xmlns:a16="http://schemas.microsoft.com/office/drawing/2014/main" id="{EAFF481E-A108-4CB2-BDD8-284E239EC8B1}"/>
              </a:ext>
            </a:extLst>
          </p:cNvPr>
          <p:cNvSpPr txBox="1"/>
          <p:nvPr/>
        </p:nvSpPr>
        <p:spPr>
          <a:xfrm>
            <a:off x="1191134" y="3645024"/>
            <a:ext cx="1164516"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spc="150" dirty="0">
                <a:solidFill>
                  <a:schemeClr val="bg1"/>
                </a:solidFill>
                <a:latin typeface="微软雅黑" panose="020B0503020204020204" pitchFamily="34" charset="-122"/>
                <a:ea typeface="微软雅黑" panose="020B0503020204020204" pitchFamily="34" charset="-122"/>
              </a:rPr>
              <a:t>第四节</a:t>
            </a:r>
          </a:p>
        </p:txBody>
      </p:sp>
      <p:sp>
        <p:nvSpPr>
          <p:cNvPr id="61" name="文本框 36">
            <a:extLst>
              <a:ext uri="{FF2B5EF4-FFF2-40B4-BE49-F238E27FC236}">
                <a16:creationId xmlns:a16="http://schemas.microsoft.com/office/drawing/2014/main" id="{56F30175-1B4A-491A-BB2C-A08B00122840}"/>
              </a:ext>
            </a:extLst>
          </p:cNvPr>
          <p:cNvSpPr txBox="1"/>
          <p:nvPr/>
        </p:nvSpPr>
        <p:spPr>
          <a:xfrm>
            <a:off x="3079282" y="3645024"/>
            <a:ext cx="1190026"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spc="150" dirty="0">
                <a:solidFill>
                  <a:schemeClr val="bg1"/>
                </a:solidFill>
                <a:latin typeface="微软雅黑" panose="020B0503020204020204" pitchFamily="34" charset="-122"/>
                <a:ea typeface="微软雅黑" panose="020B0503020204020204" pitchFamily="34" charset="-122"/>
              </a:rPr>
              <a:t>第五节</a:t>
            </a:r>
          </a:p>
        </p:txBody>
      </p:sp>
      <p:sp>
        <p:nvSpPr>
          <p:cNvPr id="62" name="文本框 37">
            <a:extLst>
              <a:ext uri="{FF2B5EF4-FFF2-40B4-BE49-F238E27FC236}">
                <a16:creationId xmlns:a16="http://schemas.microsoft.com/office/drawing/2014/main" id="{0B6FB986-3407-46DF-A390-72897C83C338}"/>
              </a:ext>
            </a:extLst>
          </p:cNvPr>
          <p:cNvSpPr txBox="1"/>
          <p:nvPr/>
        </p:nvSpPr>
        <p:spPr>
          <a:xfrm>
            <a:off x="4993016" y="3645024"/>
            <a:ext cx="1164364"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spc="150" dirty="0">
                <a:solidFill>
                  <a:schemeClr val="bg1"/>
                </a:solidFill>
                <a:latin typeface="微软雅黑" panose="020B0503020204020204" pitchFamily="34" charset="-122"/>
                <a:ea typeface="微软雅黑" panose="020B0503020204020204" pitchFamily="34" charset="-122"/>
              </a:rPr>
              <a:t>第六节</a:t>
            </a:r>
          </a:p>
        </p:txBody>
      </p:sp>
      <p:sp>
        <p:nvSpPr>
          <p:cNvPr id="63" name="文本框 49">
            <a:extLst>
              <a:ext uri="{FF2B5EF4-FFF2-40B4-BE49-F238E27FC236}">
                <a16:creationId xmlns:a16="http://schemas.microsoft.com/office/drawing/2014/main" id="{5D9D5CE9-40DB-41AF-93DC-BC02375CB2F1}"/>
              </a:ext>
            </a:extLst>
          </p:cNvPr>
          <p:cNvSpPr txBox="1"/>
          <p:nvPr/>
        </p:nvSpPr>
        <p:spPr>
          <a:xfrm>
            <a:off x="1078597" y="4221088"/>
            <a:ext cx="1389590" cy="1732092"/>
          </a:xfrm>
          <a:prstGeom prst="rect">
            <a:avLst/>
          </a:prstGeom>
          <a:noFill/>
        </p:spPr>
        <p:txBody>
          <a:bodyPr wrap="square"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lang="zh-CN" altLang="en-US" sz="2400" dirty="0">
                <a:latin typeface="微软雅黑" panose="020B0503020204020204" pitchFamily="34" charset="-122"/>
                <a:ea typeface="微软雅黑" panose="020B0503020204020204" pitchFamily="34" charset="-122"/>
              </a:rPr>
              <a:t>消费者均衡</a:t>
            </a:r>
            <a:endParaRPr lang="zh-CN" altLang="en-US" sz="2400" spc="150" dirty="0">
              <a:latin typeface="微软雅黑" panose="020B0503020204020204" pitchFamily="34" charset="-122"/>
              <a:ea typeface="微软雅黑" panose="020B0503020204020204" pitchFamily="34" charset="-122"/>
            </a:endParaRPr>
          </a:p>
        </p:txBody>
      </p:sp>
      <p:sp>
        <p:nvSpPr>
          <p:cNvPr id="64" name="文本框 53">
            <a:extLst>
              <a:ext uri="{FF2B5EF4-FFF2-40B4-BE49-F238E27FC236}">
                <a16:creationId xmlns:a16="http://schemas.microsoft.com/office/drawing/2014/main" id="{2EEAB99A-BA0C-443A-902F-14B347F6E128}"/>
              </a:ext>
            </a:extLst>
          </p:cNvPr>
          <p:cNvSpPr txBox="1"/>
          <p:nvPr/>
        </p:nvSpPr>
        <p:spPr>
          <a:xfrm>
            <a:off x="2979500" y="4221088"/>
            <a:ext cx="1389590" cy="1732092"/>
          </a:xfrm>
          <a:prstGeom prst="rect">
            <a:avLst/>
          </a:prstGeom>
          <a:noFill/>
        </p:spPr>
        <p:txBody>
          <a:bodyPr wrap="square" rtlCol="0" anchor="ctr" anchorCtr="0">
            <a:normAutofit fontScale="925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lang="zh-CN" altLang="en-US" sz="2400" dirty="0">
                <a:latin typeface="微软雅黑" panose="020B0503020204020204" pitchFamily="34" charset="-122"/>
                <a:ea typeface="微软雅黑" panose="020B0503020204020204" pitchFamily="34" charset="-122"/>
              </a:rPr>
              <a:t>价格变动的替代效应和收入效应</a:t>
            </a:r>
            <a:endParaRPr lang="en-US" altLang="zh-CN" sz="2400" spc="150" dirty="0">
              <a:latin typeface="微软雅黑" panose="020B0503020204020204" pitchFamily="34" charset="-122"/>
              <a:ea typeface="微软雅黑" panose="020B0503020204020204" pitchFamily="34" charset="-122"/>
            </a:endParaRPr>
          </a:p>
        </p:txBody>
      </p:sp>
      <p:sp>
        <p:nvSpPr>
          <p:cNvPr id="65" name="文本框 54">
            <a:extLst>
              <a:ext uri="{FF2B5EF4-FFF2-40B4-BE49-F238E27FC236}">
                <a16:creationId xmlns:a16="http://schemas.microsoft.com/office/drawing/2014/main" id="{38BBF643-7788-45A6-A07C-FBE5B9201538}"/>
              </a:ext>
            </a:extLst>
          </p:cNvPr>
          <p:cNvSpPr txBox="1"/>
          <p:nvPr/>
        </p:nvSpPr>
        <p:spPr>
          <a:xfrm>
            <a:off x="4880403" y="4221088"/>
            <a:ext cx="1389590" cy="1732092"/>
          </a:xfrm>
          <a:prstGeom prst="rect">
            <a:avLst/>
          </a:prstGeom>
          <a:noFill/>
        </p:spPr>
        <p:txBody>
          <a:bodyPr wrap="square"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lang="zh-CN" altLang="en-US" sz="2400" dirty="0">
                <a:latin typeface="微软雅黑" panose="020B0503020204020204" pitchFamily="34" charset="-122"/>
                <a:ea typeface="微软雅黑" panose="020B0503020204020204" pitchFamily="34" charset="-122"/>
              </a:rPr>
              <a:t>不确定性和风险</a:t>
            </a:r>
            <a:endParaRPr lang="zh-CN" altLang="en-US" sz="2400" spc="150" dirty="0">
              <a:latin typeface="微软雅黑" panose="020B0503020204020204" pitchFamily="34" charset="-122"/>
              <a:ea typeface="微软雅黑" panose="020B0503020204020204" pitchFamily="34" charset="-122"/>
            </a:endParaRPr>
          </a:p>
        </p:txBody>
      </p:sp>
      <p:sp>
        <p:nvSpPr>
          <p:cNvPr id="66" name="矩形 65">
            <a:extLst>
              <a:ext uri="{FF2B5EF4-FFF2-40B4-BE49-F238E27FC236}">
                <a16:creationId xmlns:a16="http://schemas.microsoft.com/office/drawing/2014/main" id="{E45FD63A-4FEE-4589-955D-349BE5835558}"/>
              </a:ext>
            </a:extLst>
          </p:cNvPr>
          <p:cNvSpPr/>
          <p:nvPr/>
        </p:nvSpPr>
        <p:spPr>
          <a:xfrm>
            <a:off x="2508099" y="451158"/>
            <a:ext cx="4477508" cy="646331"/>
          </a:xfrm>
          <a:prstGeom prst="rect">
            <a:avLst/>
          </a:prstGeom>
        </p:spPr>
        <p:txBody>
          <a:bodyPr wrap="none">
            <a:spAutoFit/>
          </a:bodyPr>
          <a:lstStyle/>
          <a:p>
            <a:r>
              <a:rPr lang="zh-CN" altLang="en-US" sz="3600" b="1" dirty="0">
                <a:latin typeface="微软雅黑" panose="020B0503020204020204" pitchFamily="34" charset="-122"/>
                <a:ea typeface="微软雅黑" panose="020B0503020204020204" pitchFamily="34" charset="-122"/>
              </a:rPr>
              <a:t>第二章</a:t>
            </a:r>
            <a:r>
              <a:rPr lang="en-US" altLang="zh-CN" sz="3600" b="1" dirty="0">
                <a:latin typeface="微软雅黑" panose="020B0503020204020204" pitchFamily="34" charset="-122"/>
                <a:ea typeface="微软雅黑" panose="020B0503020204020204" pitchFamily="34" charset="-122"/>
              </a:rPr>
              <a:t>	 </a:t>
            </a:r>
            <a:r>
              <a:rPr lang="zh-CN" altLang="en-US" sz="3600" b="1" dirty="0">
                <a:latin typeface="微软雅黑" panose="020B0503020204020204" pitchFamily="34" charset="-122"/>
                <a:ea typeface="微软雅黑" panose="020B0503020204020204" pitchFamily="34" charset="-122"/>
              </a:rPr>
              <a:t>消费者选择</a:t>
            </a:r>
            <a:endParaRPr lang="zh-CN" altLang="en-US" sz="3600" b="1" dirty="0">
              <a:latin typeface="微软雅黑" panose="020B0503020204020204" pitchFamily="34" charset="-122"/>
              <a:ea typeface="微软雅黑" panose="020B0503020204020204" pitchFamily="34" charset="-122"/>
              <a:cs typeface="+mj-cs"/>
            </a:endParaRPr>
          </a:p>
        </p:txBody>
      </p:sp>
      <p:sp>
        <p:nvSpPr>
          <p:cNvPr id="73" name="平行四边形 72">
            <a:extLst>
              <a:ext uri="{FF2B5EF4-FFF2-40B4-BE49-F238E27FC236}">
                <a16:creationId xmlns:a16="http://schemas.microsoft.com/office/drawing/2014/main" id="{CA7E0C3D-F1AB-4AC9-B261-A5AE7576EB41}"/>
              </a:ext>
            </a:extLst>
          </p:cNvPr>
          <p:cNvSpPr/>
          <p:nvPr/>
        </p:nvSpPr>
        <p:spPr>
          <a:xfrm rot="16200000">
            <a:off x="5478031" y="4641875"/>
            <a:ext cx="2103957" cy="518653"/>
          </a:xfrm>
          <a:prstGeom prst="parallelogram">
            <a:avLst>
              <a:gd name="adj" fmla="val 156667"/>
            </a:avLst>
          </a:prstGeom>
          <a:solidFill>
            <a:srgbClr val="3B9DBB">
              <a:lumMod val="40000"/>
              <a:lumOff val="60000"/>
            </a:srgbClr>
          </a:solidFill>
          <a:ln w="12700" cap="flat" cmpd="sng" algn="ctr">
            <a:noFill/>
            <a:prstDash val="solid"/>
            <a:miter lim="800000"/>
          </a:ln>
          <a:effectLst/>
        </p:spPr>
        <p:txBody>
          <a:bodyPr rtlCol="0" anchor="ctr">
            <a:normAutofit fontScale="65000" lnSpcReduction="20000"/>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74" name="直角三角形 73">
            <a:extLst>
              <a:ext uri="{FF2B5EF4-FFF2-40B4-BE49-F238E27FC236}">
                <a16:creationId xmlns:a16="http://schemas.microsoft.com/office/drawing/2014/main" id="{E35ED2D6-5259-4FB5-98C8-B5BAAF689346}"/>
              </a:ext>
            </a:extLst>
          </p:cNvPr>
          <p:cNvSpPr/>
          <p:nvPr/>
        </p:nvSpPr>
        <p:spPr>
          <a:xfrm>
            <a:off x="7391165" y="3673079"/>
            <a:ext cx="185932" cy="176146"/>
          </a:xfrm>
          <a:prstGeom prst="rtTriangle">
            <a:avLst/>
          </a:prstGeom>
          <a:solidFill>
            <a:srgbClr val="3B9DBB">
              <a:lumMod val="40000"/>
              <a:lumOff val="60000"/>
            </a:srgbClr>
          </a:solidFill>
          <a:ln w="12700" cap="flat" cmpd="sng" algn="ctr">
            <a:noFill/>
            <a:prstDash val="solid"/>
            <a:miter lim="800000"/>
          </a:ln>
          <a:effectLst/>
        </p:spPr>
        <p:txBody>
          <a:bodyPr rtlCol="0" anchor="ctr">
            <a:normAutofit fontScale="25000" lnSpcReduction="20000"/>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75" name="矩形 74">
            <a:extLst>
              <a:ext uri="{FF2B5EF4-FFF2-40B4-BE49-F238E27FC236}">
                <a16:creationId xmlns:a16="http://schemas.microsoft.com/office/drawing/2014/main" id="{000F9088-F546-4005-8A79-EC1D69C4BA49}"/>
              </a:ext>
            </a:extLst>
          </p:cNvPr>
          <p:cNvSpPr/>
          <p:nvPr/>
        </p:nvSpPr>
        <p:spPr>
          <a:xfrm>
            <a:off x="6789336" y="3849223"/>
            <a:ext cx="1389590" cy="2103957"/>
          </a:xfrm>
          <a:prstGeom prst="rect">
            <a:avLst/>
          </a:prstGeom>
          <a:solidFill>
            <a:srgbClr val="FFFFFF"/>
          </a:solidFill>
          <a:ln w="3175" cap="flat" cmpd="sng" algn="ctr">
            <a:solidFill>
              <a:srgbClr val="3B9DBB"/>
            </a:solidFill>
            <a:prstDash val="solid"/>
            <a:miter lim="800000"/>
          </a:ln>
          <a:effectLst>
            <a:outerShdw blurRad="50800" dist="38100" algn="l" rotWithShape="0">
              <a:prstClr val="black">
                <a:alpha val="40000"/>
              </a:prstClr>
            </a:outerShdw>
          </a:effectLst>
        </p:spPr>
        <p:txBody>
          <a:bodyPr rtlCol="0" anchor="ctr">
            <a:norm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srgbClr val="3B9DBB"/>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76" name="任意多边形 24">
            <a:extLst>
              <a:ext uri="{FF2B5EF4-FFF2-40B4-BE49-F238E27FC236}">
                <a16:creationId xmlns:a16="http://schemas.microsoft.com/office/drawing/2014/main" id="{BC4AE5E5-0CAC-416C-81BC-8022BD773BF1}"/>
              </a:ext>
            </a:extLst>
          </p:cNvPr>
          <p:cNvSpPr/>
          <p:nvPr/>
        </p:nvSpPr>
        <p:spPr>
          <a:xfrm>
            <a:off x="6901949" y="3673079"/>
            <a:ext cx="1164364" cy="548009"/>
          </a:xfrm>
          <a:custGeom>
            <a:avLst/>
            <a:gdLst>
              <a:gd name="connsiteX0" fmla="*/ 0 w 466725"/>
              <a:gd name="connsiteY0" fmla="*/ 0 h 533401"/>
              <a:gd name="connsiteX1" fmla="*/ 466725 w 466725"/>
              <a:gd name="connsiteY1" fmla="*/ 0 h 533401"/>
              <a:gd name="connsiteX2" fmla="*/ 466725 w 466725"/>
              <a:gd name="connsiteY2" fmla="*/ 300038 h 533401"/>
              <a:gd name="connsiteX3" fmla="*/ 233362 w 466725"/>
              <a:gd name="connsiteY3" fmla="*/ 533401 h 533401"/>
              <a:gd name="connsiteX4" fmla="*/ 233363 w 466725"/>
              <a:gd name="connsiteY4" fmla="*/ 533400 h 533401"/>
              <a:gd name="connsiteX5" fmla="*/ 0 w 466725"/>
              <a:gd name="connsiteY5" fmla="*/ 300037 h 533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725" h="533401">
                <a:moveTo>
                  <a:pt x="0" y="0"/>
                </a:moveTo>
                <a:lnTo>
                  <a:pt x="466725" y="0"/>
                </a:lnTo>
                <a:lnTo>
                  <a:pt x="466725" y="300038"/>
                </a:lnTo>
                <a:cubicBezTo>
                  <a:pt x="466725" y="428921"/>
                  <a:pt x="362245" y="533401"/>
                  <a:pt x="233362" y="533401"/>
                </a:cubicBezTo>
                <a:lnTo>
                  <a:pt x="233363" y="533400"/>
                </a:lnTo>
                <a:cubicBezTo>
                  <a:pt x="104480" y="533400"/>
                  <a:pt x="0" y="428920"/>
                  <a:pt x="0" y="300037"/>
                </a:cubicBezTo>
                <a:close/>
              </a:path>
            </a:pathLst>
          </a:custGeom>
          <a:solidFill>
            <a:srgbClr val="E5AB71"/>
          </a:solidFill>
          <a:ln w="12700" cap="flat" cmpd="sng" algn="ctr">
            <a:noFill/>
            <a:prstDash val="solid"/>
            <a:miter lim="800000"/>
          </a:ln>
          <a:effectLst>
            <a:outerShdw blurRad="50800" dist="25400" dir="10800000" algn="r" rotWithShape="0">
              <a:prstClr val="black">
                <a:alpha val="40000"/>
              </a:prstClr>
            </a:outerShdw>
          </a:effectLst>
        </p:spPr>
        <p:txBody>
          <a:bodyPr rtlCol="0" anchor="ctr">
            <a:norm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77" name="文本框 37">
            <a:extLst>
              <a:ext uri="{FF2B5EF4-FFF2-40B4-BE49-F238E27FC236}">
                <a16:creationId xmlns:a16="http://schemas.microsoft.com/office/drawing/2014/main" id="{47194F79-4C5D-4B4C-902A-544CD4FBA263}"/>
              </a:ext>
            </a:extLst>
          </p:cNvPr>
          <p:cNvSpPr txBox="1"/>
          <p:nvPr/>
        </p:nvSpPr>
        <p:spPr>
          <a:xfrm>
            <a:off x="6901949" y="3645024"/>
            <a:ext cx="1164364"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spc="150" dirty="0">
                <a:solidFill>
                  <a:schemeClr val="bg1"/>
                </a:solidFill>
                <a:latin typeface="微软雅黑" panose="020B0503020204020204" pitchFamily="34" charset="-122"/>
                <a:ea typeface="微软雅黑" panose="020B0503020204020204" pitchFamily="34" charset="-122"/>
              </a:rPr>
              <a:t>第七节</a:t>
            </a:r>
          </a:p>
        </p:txBody>
      </p:sp>
      <p:sp>
        <p:nvSpPr>
          <p:cNvPr id="78" name="文本框 54">
            <a:extLst>
              <a:ext uri="{FF2B5EF4-FFF2-40B4-BE49-F238E27FC236}">
                <a16:creationId xmlns:a16="http://schemas.microsoft.com/office/drawing/2014/main" id="{0FCEC4A8-2767-4D8E-8822-27680F948703}"/>
              </a:ext>
            </a:extLst>
          </p:cNvPr>
          <p:cNvSpPr txBox="1"/>
          <p:nvPr/>
        </p:nvSpPr>
        <p:spPr>
          <a:xfrm>
            <a:off x="6789336" y="4221088"/>
            <a:ext cx="1389590" cy="1732092"/>
          </a:xfrm>
          <a:prstGeom prst="rect">
            <a:avLst/>
          </a:prstGeom>
          <a:noFill/>
        </p:spPr>
        <p:txBody>
          <a:bodyPr wrap="square"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lang="zh-CN" altLang="en-US" sz="2400" spc="150" dirty="0">
                <a:latin typeface="微软雅黑" panose="020B0503020204020204" pitchFamily="34" charset="-122"/>
                <a:ea typeface="微软雅黑" panose="020B0503020204020204" pitchFamily="34" charset="-122"/>
              </a:rPr>
              <a:t>本章</a:t>
            </a:r>
            <a:endParaRPr lang="en-US" altLang="zh-CN" sz="2400" spc="150" dirty="0">
              <a:latin typeface="微软雅黑" panose="020B0503020204020204" pitchFamily="34" charset="-122"/>
              <a:ea typeface="微软雅黑" panose="020B0503020204020204" pitchFamily="34" charset="-122"/>
            </a:endParaRPr>
          </a:p>
          <a:p>
            <a:pPr algn="ctr">
              <a:lnSpc>
                <a:spcPct val="120000"/>
              </a:lnSpc>
            </a:pPr>
            <a:r>
              <a:rPr lang="zh-CN" altLang="en-US" sz="2400" spc="150" dirty="0">
                <a:latin typeface="微软雅黑" panose="020B0503020204020204" pitchFamily="34" charset="-122"/>
                <a:ea typeface="微软雅黑" panose="020B0503020204020204" pitchFamily="34" charset="-122"/>
              </a:rPr>
              <a:t>评析</a:t>
            </a:r>
          </a:p>
        </p:txBody>
      </p:sp>
    </p:spTree>
    <p:extLst>
      <p:ext uri="{BB962C8B-B14F-4D97-AF65-F5344CB8AC3E}">
        <p14:creationId xmlns:p14="http://schemas.microsoft.com/office/powerpoint/2010/main" val="2815196177"/>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wipe(left)">
                                      <p:cBhvr>
                                        <p:cTn id="7" dur="500"/>
                                        <p:tgtEl>
                                          <p:spTgt spid="66"/>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randombar(horizontal)">
                                      <p:cBhvr>
                                        <p:cTn id="12" dur="500"/>
                                        <p:tgtEl>
                                          <p:spTgt spid="24"/>
                                        </p:tgtEl>
                                      </p:cBhvr>
                                    </p:animEffect>
                                  </p:childTnLst>
                                </p:cTn>
                              </p:par>
                              <p:par>
                                <p:cTn id="13" presetID="14" presetClass="entr" presetSubtype="10" fill="hold" grpId="0" nodeType="with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randombar(horizontal)">
                                      <p:cBhvr>
                                        <p:cTn id="15" dur="500"/>
                                        <p:tgtEl>
                                          <p:spTgt spid="26"/>
                                        </p:tgtEl>
                                      </p:cBhvr>
                                    </p:animEffect>
                                  </p:childTnLst>
                                </p:cTn>
                              </p:par>
                              <p:par>
                                <p:cTn id="16" presetID="14" presetClass="entr" presetSubtype="10" fill="hold" grpId="0" nodeType="with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randombar(horizontal)">
                                      <p:cBhvr>
                                        <p:cTn id="18" dur="500"/>
                                        <p:tgtEl>
                                          <p:spTgt spid="27"/>
                                        </p:tgtEl>
                                      </p:cBhvr>
                                    </p:animEffect>
                                  </p:childTnLst>
                                </p:cTn>
                              </p:par>
                              <p:par>
                                <p:cTn id="19" presetID="14" presetClass="entr" presetSubtype="10" fill="hold" grpId="0" nodeType="withEffect">
                                  <p:stCondLst>
                                    <p:cond delay="0"/>
                                  </p:stCondLst>
                                  <p:childTnLst>
                                    <p:set>
                                      <p:cBhvr>
                                        <p:cTn id="20" dur="1" fill="hold">
                                          <p:stCondLst>
                                            <p:cond delay="0"/>
                                          </p:stCondLst>
                                        </p:cTn>
                                        <p:tgtEl>
                                          <p:spTgt spid="34"/>
                                        </p:tgtEl>
                                        <p:attrNameLst>
                                          <p:attrName>style.visibility</p:attrName>
                                        </p:attrNameLst>
                                      </p:cBhvr>
                                      <p:to>
                                        <p:strVal val="visible"/>
                                      </p:to>
                                    </p:set>
                                    <p:animEffect transition="in" filter="randombar(horizontal)">
                                      <p:cBhvr>
                                        <p:cTn id="21" dur="500"/>
                                        <p:tgtEl>
                                          <p:spTgt spid="34"/>
                                        </p:tgtEl>
                                      </p:cBhvr>
                                    </p:animEffect>
                                  </p:childTnLst>
                                </p:cTn>
                              </p:par>
                              <p:par>
                                <p:cTn id="22" presetID="14" presetClass="entr" presetSubtype="10" fill="hold" grpId="0" nodeType="withEffect">
                                  <p:stCondLst>
                                    <p:cond delay="0"/>
                                  </p:stCondLst>
                                  <p:childTnLst>
                                    <p:set>
                                      <p:cBhvr>
                                        <p:cTn id="23" dur="1" fill="hold">
                                          <p:stCondLst>
                                            <p:cond delay="0"/>
                                          </p:stCondLst>
                                        </p:cTn>
                                        <p:tgtEl>
                                          <p:spTgt spid="35"/>
                                        </p:tgtEl>
                                        <p:attrNameLst>
                                          <p:attrName>style.visibility</p:attrName>
                                        </p:attrNameLst>
                                      </p:cBhvr>
                                      <p:to>
                                        <p:strVal val="visible"/>
                                      </p:to>
                                    </p:set>
                                    <p:animEffect transition="in" filter="randombar(horizontal)">
                                      <p:cBhvr>
                                        <p:cTn id="24" dur="500"/>
                                        <p:tgtEl>
                                          <p:spTgt spid="35"/>
                                        </p:tgtEl>
                                      </p:cBhvr>
                                    </p:animEffect>
                                  </p:childTnLst>
                                </p:cTn>
                              </p:par>
                              <p:par>
                                <p:cTn id="25" presetID="14" presetClass="entr" presetSubtype="10" fill="hold" grpId="0" nodeType="with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randombar(horizontal)">
                                      <p:cBhvr>
                                        <p:cTn id="27" dur="500"/>
                                        <p:tgtEl>
                                          <p:spTgt spid="37"/>
                                        </p:tgtEl>
                                      </p:cBhvr>
                                    </p:animEffect>
                                  </p:childTnLst>
                                </p:cTn>
                              </p:par>
                              <p:par>
                                <p:cTn id="28" presetID="14" presetClass="entr" presetSubtype="10" fill="hold" grpId="0" nodeType="with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randombar(horizontal)">
                                      <p:cBhvr>
                                        <p:cTn id="30" dur="500"/>
                                        <p:tgtEl>
                                          <p:spTgt spid="38"/>
                                        </p:tgtEl>
                                      </p:cBhvr>
                                    </p:animEffect>
                                  </p:childTnLst>
                                </p:cTn>
                              </p:par>
                              <p:par>
                                <p:cTn id="31" presetID="14" presetClass="entr" presetSubtype="10" fill="hold" grpId="0" nodeType="withEffect">
                                  <p:stCondLst>
                                    <p:cond delay="0"/>
                                  </p:stCondLst>
                                  <p:childTnLst>
                                    <p:set>
                                      <p:cBhvr>
                                        <p:cTn id="32" dur="1" fill="hold">
                                          <p:stCondLst>
                                            <p:cond delay="0"/>
                                          </p:stCondLst>
                                        </p:cTn>
                                        <p:tgtEl>
                                          <p:spTgt spid="39"/>
                                        </p:tgtEl>
                                        <p:attrNameLst>
                                          <p:attrName>style.visibility</p:attrName>
                                        </p:attrNameLst>
                                      </p:cBhvr>
                                      <p:to>
                                        <p:strVal val="visible"/>
                                      </p:to>
                                    </p:set>
                                    <p:animEffect transition="in" filter="randombar(horizontal)">
                                      <p:cBhvr>
                                        <p:cTn id="33" dur="500"/>
                                        <p:tgtEl>
                                          <p:spTgt spid="39"/>
                                        </p:tgtEl>
                                      </p:cBhvr>
                                    </p:animEffect>
                                  </p:childTnLst>
                                </p:cTn>
                              </p:par>
                              <p:par>
                                <p:cTn id="34" presetID="14" presetClass="entr" presetSubtype="10" fill="hold" grpId="0" nodeType="withEffect">
                                  <p:stCondLst>
                                    <p:cond delay="0"/>
                                  </p:stCondLst>
                                  <p:childTnLst>
                                    <p:set>
                                      <p:cBhvr>
                                        <p:cTn id="35" dur="1" fill="hold">
                                          <p:stCondLst>
                                            <p:cond delay="0"/>
                                          </p:stCondLst>
                                        </p:cTn>
                                        <p:tgtEl>
                                          <p:spTgt spid="40"/>
                                        </p:tgtEl>
                                        <p:attrNameLst>
                                          <p:attrName>style.visibility</p:attrName>
                                        </p:attrNameLst>
                                      </p:cBhvr>
                                      <p:to>
                                        <p:strVal val="visible"/>
                                      </p:to>
                                    </p:set>
                                    <p:animEffect transition="in" filter="randombar(horizontal)">
                                      <p:cBhvr>
                                        <p:cTn id="36" dur="500"/>
                                        <p:tgtEl>
                                          <p:spTgt spid="40"/>
                                        </p:tgtEl>
                                      </p:cBhvr>
                                    </p:animEffect>
                                  </p:childTnLst>
                                </p:cTn>
                              </p:par>
                              <p:par>
                                <p:cTn id="37" presetID="14" presetClass="entr" presetSubtype="10" fill="hold" grpId="0" nodeType="with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randombar(horizontal)">
                                      <p:cBhvr>
                                        <p:cTn id="39" dur="500"/>
                                        <p:tgtEl>
                                          <p:spTgt spid="41"/>
                                        </p:tgtEl>
                                      </p:cBhvr>
                                    </p:animEffect>
                                  </p:childTnLst>
                                </p:cTn>
                              </p:par>
                              <p:par>
                                <p:cTn id="40" presetID="14" presetClass="entr" presetSubtype="10" fill="hold" grpId="0" nodeType="withEffect">
                                  <p:stCondLst>
                                    <p:cond delay="0"/>
                                  </p:stCondLst>
                                  <p:childTnLst>
                                    <p:set>
                                      <p:cBhvr>
                                        <p:cTn id="41" dur="1" fill="hold">
                                          <p:stCondLst>
                                            <p:cond delay="0"/>
                                          </p:stCondLst>
                                        </p:cTn>
                                        <p:tgtEl>
                                          <p:spTgt spid="42"/>
                                        </p:tgtEl>
                                        <p:attrNameLst>
                                          <p:attrName>style.visibility</p:attrName>
                                        </p:attrNameLst>
                                      </p:cBhvr>
                                      <p:to>
                                        <p:strVal val="visible"/>
                                      </p:to>
                                    </p:set>
                                    <p:animEffect transition="in" filter="randombar(horizontal)">
                                      <p:cBhvr>
                                        <p:cTn id="42" dur="500"/>
                                        <p:tgtEl>
                                          <p:spTgt spid="42"/>
                                        </p:tgtEl>
                                      </p:cBhvr>
                                    </p:animEffect>
                                  </p:childTnLst>
                                </p:cTn>
                              </p:par>
                              <p:par>
                                <p:cTn id="43" presetID="14" presetClass="entr" presetSubtype="10" fill="hold" grpId="0" nodeType="withEffect">
                                  <p:stCondLst>
                                    <p:cond delay="0"/>
                                  </p:stCondLst>
                                  <p:childTnLst>
                                    <p:set>
                                      <p:cBhvr>
                                        <p:cTn id="44" dur="1" fill="hold">
                                          <p:stCondLst>
                                            <p:cond delay="0"/>
                                          </p:stCondLst>
                                        </p:cTn>
                                        <p:tgtEl>
                                          <p:spTgt spid="43"/>
                                        </p:tgtEl>
                                        <p:attrNameLst>
                                          <p:attrName>style.visibility</p:attrName>
                                        </p:attrNameLst>
                                      </p:cBhvr>
                                      <p:to>
                                        <p:strVal val="visible"/>
                                      </p:to>
                                    </p:set>
                                    <p:animEffect transition="in" filter="randombar(horizontal)">
                                      <p:cBhvr>
                                        <p:cTn id="45" dur="500"/>
                                        <p:tgtEl>
                                          <p:spTgt spid="43"/>
                                        </p:tgtEl>
                                      </p:cBhvr>
                                    </p:animEffect>
                                  </p:childTnLst>
                                </p:cTn>
                              </p:par>
                              <p:par>
                                <p:cTn id="46" presetID="14" presetClass="entr" presetSubtype="10" fill="hold" grpId="0" nodeType="withEffect">
                                  <p:stCondLst>
                                    <p:cond delay="0"/>
                                  </p:stCondLst>
                                  <p:childTnLst>
                                    <p:set>
                                      <p:cBhvr>
                                        <p:cTn id="47" dur="1" fill="hold">
                                          <p:stCondLst>
                                            <p:cond delay="0"/>
                                          </p:stCondLst>
                                        </p:cTn>
                                        <p:tgtEl>
                                          <p:spTgt spid="44"/>
                                        </p:tgtEl>
                                        <p:attrNameLst>
                                          <p:attrName>style.visibility</p:attrName>
                                        </p:attrNameLst>
                                      </p:cBhvr>
                                      <p:to>
                                        <p:strVal val="visible"/>
                                      </p:to>
                                    </p:set>
                                    <p:animEffect transition="in" filter="randombar(horizontal)">
                                      <p:cBhvr>
                                        <p:cTn id="48" dur="500"/>
                                        <p:tgtEl>
                                          <p:spTgt spid="44"/>
                                        </p:tgtEl>
                                      </p:cBhvr>
                                    </p:animEffect>
                                  </p:childTnLst>
                                </p:cTn>
                              </p:par>
                              <p:par>
                                <p:cTn id="49" presetID="14" presetClass="entr" presetSubtype="10" fill="hold" grpId="0" nodeType="withEffect">
                                  <p:stCondLst>
                                    <p:cond delay="0"/>
                                  </p:stCondLst>
                                  <p:childTnLst>
                                    <p:set>
                                      <p:cBhvr>
                                        <p:cTn id="50" dur="1" fill="hold">
                                          <p:stCondLst>
                                            <p:cond delay="0"/>
                                          </p:stCondLst>
                                        </p:cTn>
                                        <p:tgtEl>
                                          <p:spTgt spid="45"/>
                                        </p:tgtEl>
                                        <p:attrNameLst>
                                          <p:attrName>style.visibility</p:attrName>
                                        </p:attrNameLst>
                                      </p:cBhvr>
                                      <p:to>
                                        <p:strVal val="visible"/>
                                      </p:to>
                                    </p:set>
                                    <p:animEffect transition="in" filter="randombar(horizontal)">
                                      <p:cBhvr>
                                        <p:cTn id="51" dur="500"/>
                                        <p:tgtEl>
                                          <p:spTgt spid="45"/>
                                        </p:tgtEl>
                                      </p:cBhvr>
                                    </p:animEffect>
                                  </p:childTnLst>
                                </p:cTn>
                              </p:par>
                              <p:par>
                                <p:cTn id="52" presetID="14" presetClass="entr" presetSubtype="10" fill="hold" grpId="0" nodeType="withEffect">
                                  <p:stCondLst>
                                    <p:cond delay="0"/>
                                  </p:stCondLst>
                                  <p:childTnLst>
                                    <p:set>
                                      <p:cBhvr>
                                        <p:cTn id="53" dur="1" fill="hold">
                                          <p:stCondLst>
                                            <p:cond delay="0"/>
                                          </p:stCondLst>
                                        </p:cTn>
                                        <p:tgtEl>
                                          <p:spTgt spid="46"/>
                                        </p:tgtEl>
                                        <p:attrNameLst>
                                          <p:attrName>style.visibility</p:attrName>
                                        </p:attrNameLst>
                                      </p:cBhvr>
                                      <p:to>
                                        <p:strVal val="visible"/>
                                      </p:to>
                                    </p:set>
                                    <p:animEffect transition="in" filter="randombar(horizontal)">
                                      <p:cBhvr>
                                        <p:cTn id="54" dur="500"/>
                                        <p:tgtEl>
                                          <p:spTgt spid="46"/>
                                        </p:tgtEl>
                                      </p:cBhvr>
                                    </p:animEffect>
                                  </p:childTnLst>
                                </p:cTn>
                              </p:par>
                              <p:par>
                                <p:cTn id="55" presetID="14" presetClass="entr" presetSubtype="10" fill="hold" grpId="0" nodeType="withEffect">
                                  <p:stCondLst>
                                    <p:cond delay="0"/>
                                  </p:stCondLst>
                                  <p:childTnLst>
                                    <p:set>
                                      <p:cBhvr>
                                        <p:cTn id="56" dur="1" fill="hold">
                                          <p:stCondLst>
                                            <p:cond delay="0"/>
                                          </p:stCondLst>
                                        </p:cTn>
                                        <p:tgtEl>
                                          <p:spTgt spid="47"/>
                                        </p:tgtEl>
                                        <p:attrNameLst>
                                          <p:attrName>style.visibility</p:attrName>
                                        </p:attrNameLst>
                                      </p:cBhvr>
                                      <p:to>
                                        <p:strVal val="visible"/>
                                      </p:to>
                                    </p:set>
                                    <p:animEffect transition="in" filter="randombar(horizontal)">
                                      <p:cBhvr>
                                        <p:cTn id="57" dur="500"/>
                                        <p:tgtEl>
                                          <p:spTgt spid="47"/>
                                        </p:tgtEl>
                                      </p:cBhvr>
                                    </p:animEffect>
                                  </p:childTnLst>
                                </p:cTn>
                              </p:par>
                              <p:par>
                                <p:cTn id="58" presetID="14" presetClass="entr" presetSubtype="10" fill="hold" grpId="0" nodeType="withEffect">
                                  <p:stCondLst>
                                    <p:cond delay="0"/>
                                  </p:stCondLst>
                                  <p:childTnLst>
                                    <p:set>
                                      <p:cBhvr>
                                        <p:cTn id="59" dur="1" fill="hold">
                                          <p:stCondLst>
                                            <p:cond delay="0"/>
                                          </p:stCondLst>
                                        </p:cTn>
                                        <p:tgtEl>
                                          <p:spTgt spid="48"/>
                                        </p:tgtEl>
                                        <p:attrNameLst>
                                          <p:attrName>style.visibility</p:attrName>
                                        </p:attrNameLst>
                                      </p:cBhvr>
                                      <p:to>
                                        <p:strVal val="visible"/>
                                      </p:to>
                                    </p:set>
                                    <p:animEffect transition="in" filter="randombar(horizontal)">
                                      <p:cBhvr>
                                        <p:cTn id="60" dur="500"/>
                                        <p:tgtEl>
                                          <p:spTgt spid="48"/>
                                        </p:tgtEl>
                                      </p:cBhvr>
                                    </p:animEffect>
                                  </p:childTnLst>
                                </p:cTn>
                              </p:par>
                              <p:par>
                                <p:cTn id="61" presetID="14" presetClass="entr" presetSubtype="10" fill="hold" grpId="0" nodeType="withEffect">
                                  <p:stCondLst>
                                    <p:cond delay="0"/>
                                  </p:stCondLst>
                                  <p:childTnLst>
                                    <p:set>
                                      <p:cBhvr>
                                        <p:cTn id="62" dur="1" fill="hold">
                                          <p:stCondLst>
                                            <p:cond delay="0"/>
                                          </p:stCondLst>
                                        </p:cTn>
                                        <p:tgtEl>
                                          <p:spTgt spid="49"/>
                                        </p:tgtEl>
                                        <p:attrNameLst>
                                          <p:attrName>style.visibility</p:attrName>
                                        </p:attrNameLst>
                                      </p:cBhvr>
                                      <p:to>
                                        <p:strVal val="visible"/>
                                      </p:to>
                                    </p:set>
                                    <p:animEffect transition="in" filter="randombar(horizontal)">
                                      <p:cBhvr>
                                        <p:cTn id="63" dur="500"/>
                                        <p:tgtEl>
                                          <p:spTgt spid="49"/>
                                        </p:tgtEl>
                                      </p:cBhvr>
                                    </p:animEffect>
                                  </p:childTnLst>
                                </p:cTn>
                              </p:par>
                              <p:par>
                                <p:cTn id="64" presetID="14" presetClass="entr" presetSubtype="10" fill="hold" grpId="0" nodeType="withEffect">
                                  <p:stCondLst>
                                    <p:cond delay="0"/>
                                  </p:stCondLst>
                                  <p:childTnLst>
                                    <p:set>
                                      <p:cBhvr>
                                        <p:cTn id="65" dur="1" fill="hold">
                                          <p:stCondLst>
                                            <p:cond delay="0"/>
                                          </p:stCondLst>
                                        </p:cTn>
                                        <p:tgtEl>
                                          <p:spTgt spid="50"/>
                                        </p:tgtEl>
                                        <p:attrNameLst>
                                          <p:attrName>style.visibility</p:attrName>
                                        </p:attrNameLst>
                                      </p:cBhvr>
                                      <p:to>
                                        <p:strVal val="visible"/>
                                      </p:to>
                                    </p:set>
                                    <p:animEffect transition="in" filter="randombar(horizontal)">
                                      <p:cBhvr>
                                        <p:cTn id="66" dur="500"/>
                                        <p:tgtEl>
                                          <p:spTgt spid="50"/>
                                        </p:tgtEl>
                                      </p:cBhvr>
                                    </p:animEffect>
                                  </p:childTnLst>
                                </p:cTn>
                              </p:par>
                              <p:par>
                                <p:cTn id="67" presetID="14" presetClass="entr" presetSubtype="10" fill="hold" grpId="0" nodeType="withEffect">
                                  <p:stCondLst>
                                    <p:cond delay="0"/>
                                  </p:stCondLst>
                                  <p:childTnLst>
                                    <p:set>
                                      <p:cBhvr>
                                        <p:cTn id="68" dur="1" fill="hold">
                                          <p:stCondLst>
                                            <p:cond delay="0"/>
                                          </p:stCondLst>
                                        </p:cTn>
                                        <p:tgtEl>
                                          <p:spTgt spid="51"/>
                                        </p:tgtEl>
                                        <p:attrNameLst>
                                          <p:attrName>style.visibility</p:attrName>
                                        </p:attrNameLst>
                                      </p:cBhvr>
                                      <p:to>
                                        <p:strVal val="visible"/>
                                      </p:to>
                                    </p:set>
                                    <p:animEffect transition="in" filter="randombar(horizontal)">
                                      <p:cBhvr>
                                        <p:cTn id="69" dur="500"/>
                                        <p:tgtEl>
                                          <p:spTgt spid="51"/>
                                        </p:tgtEl>
                                      </p:cBhvr>
                                    </p:animEffect>
                                  </p:childTnLst>
                                </p:cTn>
                              </p:par>
                              <p:par>
                                <p:cTn id="70" presetID="14" presetClass="entr" presetSubtype="10" fill="hold" grpId="0" nodeType="withEffect">
                                  <p:stCondLst>
                                    <p:cond delay="0"/>
                                  </p:stCondLst>
                                  <p:childTnLst>
                                    <p:set>
                                      <p:cBhvr>
                                        <p:cTn id="71" dur="1" fill="hold">
                                          <p:stCondLst>
                                            <p:cond delay="0"/>
                                          </p:stCondLst>
                                        </p:cTn>
                                        <p:tgtEl>
                                          <p:spTgt spid="52"/>
                                        </p:tgtEl>
                                        <p:attrNameLst>
                                          <p:attrName>style.visibility</p:attrName>
                                        </p:attrNameLst>
                                      </p:cBhvr>
                                      <p:to>
                                        <p:strVal val="visible"/>
                                      </p:to>
                                    </p:set>
                                    <p:animEffect transition="in" filter="randombar(horizontal)">
                                      <p:cBhvr>
                                        <p:cTn id="72" dur="500"/>
                                        <p:tgtEl>
                                          <p:spTgt spid="52"/>
                                        </p:tgtEl>
                                      </p:cBhvr>
                                    </p:animEffect>
                                  </p:childTnLst>
                                </p:cTn>
                              </p:par>
                              <p:par>
                                <p:cTn id="73" presetID="14" presetClass="entr" presetSubtype="10" fill="hold" grpId="0" nodeType="withEffect">
                                  <p:stCondLst>
                                    <p:cond delay="0"/>
                                  </p:stCondLst>
                                  <p:childTnLst>
                                    <p:set>
                                      <p:cBhvr>
                                        <p:cTn id="74" dur="1" fill="hold">
                                          <p:stCondLst>
                                            <p:cond delay="0"/>
                                          </p:stCondLst>
                                        </p:cTn>
                                        <p:tgtEl>
                                          <p:spTgt spid="53"/>
                                        </p:tgtEl>
                                        <p:attrNameLst>
                                          <p:attrName>style.visibility</p:attrName>
                                        </p:attrNameLst>
                                      </p:cBhvr>
                                      <p:to>
                                        <p:strVal val="visible"/>
                                      </p:to>
                                    </p:set>
                                    <p:animEffect transition="in" filter="randombar(horizontal)">
                                      <p:cBhvr>
                                        <p:cTn id="75" dur="500"/>
                                        <p:tgtEl>
                                          <p:spTgt spid="53"/>
                                        </p:tgtEl>
                                      </p:cBhvr>
                                    </p:animEffect>
                                  </p:childTnLst>
                                </p:cTn>
                              </p:par>
                              <p:par>
                                <p:cTn id="76" presetID="14" presetClass="entr" presetSubtype="10" fill="hold" grpId="0" nodeType="withEffect">
                                  <p:stCondLst>
                                    <p:cond delay="0"/>
                                  </p:stCondLst>
                                  <p:childTnLst>
                                    <p:set>
                                      <p:cBhvr>
                                        <p:cTn id="77" dur="1" fill="hold">
                                          <p:stCondLst>
                                            <p:cond delay="0"/>
                                          </p:stCondLst>
                                        </p:cTn>
                                        <p:tgtEl>
                                          <p:spTgt spid="54"/>
                                        </p:tgtEl>
                                        <p:attrNameLst>
                                          <p:attrName>style.visibility</p:attrName>
                                        </p:attrNameLst>
                                      </p:cBhvr>
                                      <p:to>
                                        <p:strVal val="visible"/>
                                      </p:to>
                                    </p:set>
                                    <p:animEffect transition="in" filter="randombar(horizontal)">
                                      <p:cBhvr>
                                        <p:cTn id="78" dur="500"/>
                                        <p:tgtEl>
                                          <p:spTgt spid="54"/>
                                        </p:tgtEl>
                                      </p:cBhvr>
                                    </p:animEffect>
                                  </p:childTnLst>
                                </p:cTn>
                              </p:par>
                              <p:par>
                                <p:cTn id="79" presetID="14" presetClass="entr" presetSubtype="10" fill="hold" grpId="0" nodeType="withEffect">
                                  <p:stCondLst>
                                    <p:cond delay="0"/>
                                  </p:stCondLst>
                                  <p:childTnLst>
                                    <p:set>
                                      <p:cBhvr>
                                        <p:cTn id="80" dur="1" fill="hold">
                                          <p:stCondLst>
                                            <p:cond delay="0"/>
                                          </p:stCondLst>
                                        </p:cTn>
                                        <p:tgtEl>
                                          <p:spTgt spid="55"/>
                                        </p:tgtEl>
                                        <p:attrNameLst>
                                          <p:attrName>style.visibility</p:attrName>
                                        </p:attrNameLst>
                                      </p:cBhvr>
                                      <p:to>
                                        <p:strVal val="visible"/>
                                      </p:to>
                                    </p:set>
                                    <p:animEffect transition="in" filter="randombar(horizontal)">
                                      <p:cBhvr>
                                        <p:cTn id="81" dur="500"/>
                                        <p:tgtEl>
                                          <p:spTgt spid="55"/>
                                        </p:tgtEl>
                                      </p:cBhvr>
                                    </p:animEffect>
                                  </p:childTnLst>
                                </p:cTn>
                              </p:par>
                              <p:par>
                                <p:cTn id="82" presetID="14" presetClass="entr" presetSubtype="10" fill="hold" grpId="0" nodeType="withEffect">
                                  <p:stCondLst>
                                    <p:cond delay="0"/>
                                  </p:stCondLst>
                                  <p:childTnLst>
                                    <p:set>
                                      <p:cBhvr>
                                        <p:cTn id="83" dur="1" fill="hold">
                                          <p:stCondLst>
                                            <p:cond delay="0"/>
                                          </p:stCondLst>
                                        </p:cTn>
                                        <p:tgtEl>
                                          <p:spTgt spid="56"/>
                                        </p:tgtEl>
                                        <p:attrNameLst>
                                          <p:attrName>style.visibility</p:attrName>
                                        </p:attrNameLst>
                                      </p:cBhvr>
                                      <p:to>
                                        <p:strVal val="visible"/>
                                      </p:to>
                                    </p:set>
                                    <p:animEffect transition="in" filter="randombar(horizontal)">
                                      <p:cBhvr>
                                        <p:cTn id="84" dur="500"/>
                                        <p:tgtEl>
                                          <p:spTgt spid="56"/>
                                        </p:tgtEl>
                                      </p:cBhvr>
                                    </p:animEffect>
                                  </p:childTnLst>
                                </p:cTn>
                              </p:par>
                              <p:par>
                                <p:cTn id="85" presetID="14" presetClass="entr" presetSubtype="10" fill="hold" grpId="0" nodeType="withEffect">
                                  <p:stCondLst>
                                    <p:cond delay="0"/>
                                  </p:stCondLst>
                                  <p:childTnLst>
                                    <p:set>
                                      <p:cBhvr>
                                        <p:cTn id="86" dur="1" fill="hold">
                                          <p:stCondLst>
                                            <p:cond delay="0"/>
                                          </p:stCondLst>
                                        </p:cTn>
                                        <p:tgtEl>
                                          <p:spTgt spid="57"/>
                                        </p:tgtEl>
                                        <p:attrNameLst>
                                          <p:attrName>style.visibility</p:attrName>
                                        </p:attrNameLst>
                                      </p:cBhvr>
                                      <p:to>
                                        <p:strVal val="visible"/>
                                      </p:to>
                                    </p:set>
                                    <p:animEffect transition="in" filter="randombar(horizontal)">
                                      <p:cBhvr>
                                        <p:cTn id="87" dur="500"/>
                                        <p:tgtEl>
                                          <p:spTgt spid="57"/>
                                        </p:tgtEl>
                                      </p:cBhvr>
                                    </p:animEffect>
                                  </p:childTnLst>
                                </p:cTn>
                              </p:par>
                              <p:par>
                                <p:cTn id="88" presetID="14" presetClass="entr" presetSubtype="10" fill="hold" grpId="0" nodeType="withEffect">
                                  <p:stCondLst>
                                    <p:cond delay="0"/>
                                  </p:stCondLst>
                                  <p:childTnLst>
                                    <p:set>
                                      <p:cBhvr>
                                        <p:cTn id="89" dur="1" fill="hold">
                                          <p:stCondLst>
                                            <p:cond delay="0"/>
                                          </p:stCondLst>
                                        </p:cTn>
                                        <p:tgtEl>
                                          <p:spTgt spid="58"/>
                                        </p:tgtEl>
                                        <p:attrNameLst>
                                          <p:attrName>style.visibility</p:attrName>
                                        </p:attrNameLst>
                                      </p:cBhvr>
                                      <p:to>
                                        <p:strVal val="visible"/>
                                      </p:to>
                                    </p:set>
                                    <p:animEffect transition="in" filter="randombar(horizontal)">
                                      <p:cBhvr>
                                        <p:cTn id="90" dur="500"/>
                                        <p:tgtEl>
                                          <p:spTgt spid="58"/>
                                        </p:tgtEl>
                                      </p:cBhvr>
                                    </p:animEffect>
                                  </p:childTnLst>
                                </p:cTn>
                              </p:par>
                              <p:par>
                                <p:cTn id="91" presetID="14" presetClass="entr" presetSubtype="10" fill="hold" grpId="0" nodeType="withEffect">
                                  <p:stCondLst>
                                    <p:cond delay="0"/>
                                  </p:stCondLst>
                                  <p:childTnLst>
                                    <p:set>
                                      <p:cBhvr>
                                        <p:cTn id="92" dur="1" fill="hold">
                                          <p:stCondLst>
                                            <p:cond delay="0"/>
                                          </p:stCondLst>
                                        </p:cTn>
                                        <p:tgtEl>
                                          <p:spTgt spid="59"/>
                                        </p:tgtEl>
                                        <p:attrNameLst>
                                          <p:attrName>style.visibility</p:attrName>
                                        </p:attrNameLst>
                                      </p:cBhvr>
                                      <p:to>
                                        <p:strVal val="visible"/>
                                      </p:to>
                                    </p:set>
                                    <p:animEffect transition="in" filter="randombar(horizontal)">
                                      <p:cBhvr>
                                        <p:cTn id="93" dur="500"/>
                                        <p:tgtEl>
                                          <p:spTgt spid="59"/>
                                        </p:tgtEl>
                                      </p:cBhvr>
                                    </p:animEffect>
                                  </p:childTnLst>
                                </p:cTn>
                              </p:par>
                              <p:par>
                                <p:cTn id="94" presetID="14" presetClass="entr" presetSubtype="10" fill="hold" grpId="0" nodeType="withEffect">
                                  <p:stCondLst>
                                    <p:cond delay="0"/>
                                  </p:stCondLst>
                                  <p:childTnLst>
                                    <p:set>
                                      <p:cBhvr>
                                        <p:cTn id="95" dur="1" fill="hold">
                                          <p:stCondLst>
                                            <p:cond delay="0"/>
                                          </p:stCondLst>
                                        </p:cTn>
                                        <p:tgtEl>
                                          <p:spTgt spid="60"/>
                                        </p:tgtEl>
                                        <p:attrNameLst>
                                          <p:attrName>style.visibility</p:attrName>
                                        </p:attrNameLst>
                                      </p:cBhvr>
                                      <p:to>
                                        <p:strVal val="visible"/>
                                      </p:to>
                                    </p:set>
                                    <p:animEffect transition="in" filter="randombar(horizontal)">
                                      <p:cBhvr>
                                        <p:cTn id="96" dur="500"/>
                                        <p:tgtEl>
                                          <p:spTgt spid="60"/>
                                        </p:tgtEl>
                                      </p:cBhvr>
                                    </p:animEffect>
                                  </p:childTnLst>
                                </p:cTn>
                              </p:par>
                              <p:par>
                                <p:cTn id="97" presetID="14" presetClass="entr" presetSubtype="10" fill="hold" grpId="0" nodeType="withEffect">
                                  <p:stCondLst>
                                    <p:cond delay="0"/>
                                  </p:stCondLst>
                                  <p:childTnLst>
                                    <p:set>
                                      <p:cBhvr>
                                        <p:cTn id="98" dur="1" fill="hold">
                                          <p:stCondLst>
                                            <p:cond delay="0"/>
                                          </p:stCondLst>
                                        </p:cTn>
                                        <p:tgtEl>
                                          <p:spTgt spid="61"/>
                                        </p:tgtEl>
                                        <p:attrNameLst>
                                          <p:attrName>style.visibility</p:attrName>
                                        </p:attrNameLst>
                                      </p:cBhvr>
                                      <p:to>
                                        <p:strVal val="visible"/>
                                      </p:to>
                                    </p:set>
                                    <p:animEffect transition="in" filter="randombar(horizontal)">
                                      <p:cBhvr>
                                        <p:cTn id="99" dur="500"/>
                                        <p:tgtEl>
                                          <p:spTgt spid="61"/>
                                        </p:tgtEl>
                                      </p:cBhvr>
                                    </p:animEffect>
                                  </p:childTnLst>
                                </p:cTn>
                              </p:par>
                              <p:par>
                                <p:cTn id="100" presetID="14" presetClass="entr" presetSubtype="10" fill="hold" grpId="0" nodeType="withEffect">
                                  <p:stCondLst>
                                    <p:cond delay="0"/>
                                  </p:stCondLst>
                                  <p:childTnLst>
                                    <p:set>
                                      <p:cBhvr>
                                        <p:cTn id="101" dur="1" fill="hold">
                                          <p:stCondLst>
                                            <p:cond delay="0"/>
                                          </p:stCondLst>
                                        </p:cTn>
                                        <p:tgtEl>
                                          <p:spTgt spid="62"/>
                                        </p:tgtEl>
                                        <p:attrNameLst>
                                          <p:attrName>style.visibility</p:attrName>
                                        </p:attrNameLst>
                                      </p:cBhvr>
                                      <p:to>
                                        <p:strVal val="visible"/>
                                      </p:to>
                                    </p:set>
                                    <p:animEffect transition="in" filter="randombar(horizontal)">
                                      <p:cBhvr>
                                        <p:cTn id="102" dur="500"/>
                                        <p:tgtEl>
                                          <p:spTgt spid="62"/>
                                        </p:tgtEl>
                                      </p:cBhvr>
                                    </p:animEffect>
                                  </p:childTnLst>
                                </p:cTn>
                              </p:par>
                              <p:par>
                                <p:cTn id="103" presetID="14" presetClass="entr" presetSubtype="10" fill="hold" grpId="0" nodeType="withEffect">
                                  <p:stCondLst>
                                    <p:cond delay="0"/>
                                  </p:stCondLst>
                                  <p:childTnLst>
                                    <p:set>
                                      <p:cBhvr>
                                        <p:cTn id="104" dur="1" fill="hold">
                                          <p:stCondLst>
                                            <p:cond delay="0"/>
                                          </p:stCondLst>
                                        </p:cTn>
                                        <p:tgtEl>
                                          <p:spTgt spid="63"/>
                                        </p:tgtEl>
                                        <p:attrNameLst>
                                          <p:attrName>style.visibility</p:attrName>
                                        </p:attrNameLst>
                                      </p:cBhvr>
                                      <p:to>
                                        <p:strVal val="visible"/>
                                      </p:to>
                                    </p:set>
                                    <p:animEffect transition="in" filter="randombar(horizontal)">
                                      <p:cBhvr>
                                        <p:cTn id="105" dur="500"/>
                                        <p:tgtEl>
                                          <p:spTgt spid="63"/>
                                        </p:tgtEl>
                                      </p:cBhvr>
                                    </p:animEffect>
                                  </p:childTnLst>
                                </p:cTn>
                              </p:par>
                              <p:par>
                                <p:cTn id="106" presetID="14" presetClass="entr" presetSubtype="10" fill="hold" grpId="0" nodeType="withEffect">
                                  <p:stCondLst>
                                    <p:cond delay="0"/>
                                  </p:stCondLst>
                                  <p:childTnLst>
                                    <p:set>
                                      <p:cBhvr>
                                        <p:cTn id="107" dur="1" fill="hold">
                                          <p:stCondLst>
                                            <p:cond delay="0"/>
                                          </p:stCondLst>
                                        </p:cTn>
                                        <p:tgtEl>
                                          <p:spTgt spid="64"/>
                                        </p:tgtEl>
                                        <p:attrNameLst>
                                          <p:attrName>style.visibility</p:attrName>
                                        </p:attrNameLst>
                                      </p:cBhvr>
                                      <p:to>
                                        <p:strVal val="visible"/>
                                      </p:to>
                                    </p:set>
                                    <p:animEffect transition="in" filter="randombar(horizontal)">
                                      <p:cBhvr>
                                        <p:cTn id="108" dur="500"/>
                                        <p:tgtEl>
                                          <p:spTgt spid="64"/>
                                        </p:tgtEl>
                                      </p:cBhvr>
                                    </p:animEffect>
                                  </p:childTnLst>
                                </p:cTn>
                              </p:par>
                              <p:par>
                                <p:cTn id="109" presetID="14" presetClass="entr" presetSubtype="10" fill="hold" grpId="0" nodeType="withEffect">
                                  <p:stCondLst>
                                    <p:cond delay="0"/>
                                  </p:stCondLst>
                                  <p:childTnLst>
                                    <p:set>
                                      <p:cBhvr>
                                        <p:cTn id="110" dur="1" fill="hold">
                                          <p:stCondLst>
                                            <p:cond delay="0"/>
                                          </p:stCondLst>
                                        </p:cTn>
                                        <p:tgtEl>
                                          <p:spTgt spid="65"/>
                                        </p:tgtEl>
                                        <p:attrNameLst>
                                          <p:attrName>style.visibility</p:attrName>
                                        </p:attrNameLst>
                                      </p:cBhvr>
                                      <p:to>
                                        <p:strVal val="visible"/>
                                      </p:to>
                                    </p:set>
                                    <p:animEffect transition="in" filter="randombar(horizontal)">
                                      <p:cBhvr>
                                        <p:cTn id="111" dur="500"/>
                                        <p:tgtEl>
                                          <p:spTgt spid="65"/>
                                        </p:tgtEl>
                                      </p:cBhvr>
                                    </p:animEffect>
                                  </p:childTnLst>
                                </p:cTn>
                              </p:par>
                              <p:par>
                                <p:cTn id="112" presetID="14" presetClass="entr" presetSubtype="10" fill="hold" grpId="0" nodeType="withEffect">
                                  <p:stCondLst>
                                    <p:cond delay="0"/>
                                  </p:stCondLst>
                                  <p:childTnLst>
                                    <p:set>
                                      <p:cBhvr>
                                        <p:cTn id="113" dur="1" fill="hold">
                                          <p:stCondLst>
                                            <p:cond delay="0"/>
                                          </p:stCondLst>
                                        </p:cTn>
                                        <p:tgtEl>
                                          <p:spTgt spid="73"/>
                                        </p:tgtEl>
                                        <p:attrNameLst>
                                          <p:attrName>style.visibility</p:attrName>
                                        </p:attrNameLst>
                                      </p:cBhvr>
                                      <p:to>
                                        <p:strVal val="visible"/>
                                      </p:to>
                                    </p:set>
                                    <p:animEffect transition="in" filter="randombar(horizontal)">
                                      <p:cBhvr>
                                        <p:cTn id="114" dur="500"/>
                                        <p:tgtEl>
                                          <p:spTgt spid="73"/>
                                        </p:tgtEl>
                                      </p:cBhvr>
                                    </p:animEffect>
                                  </p:childTnLst>
                                </p:cTn>
                              </p:par>
                              <p:par>
                                <p:cTn id="115" presetID="14" presetClass="entr" presetSubtype="10" fill="hold" grpId="0" nodeType="withEffect">
                                  <p:stCondLst>
                                    <p:cond delay="0"/>
                                  </p:stCondLst>
                                  <p:childTnLst>
                                    <p:set>
                                      <p:cBhvr>
                                        <p:cTn id="116" dur="1" fill="hold">
                                          <p:stCondLst>
                                            <p:cond delay="0"/>
                                          </p:stCondLst>
                                        </p:cTn>
                                        <p:tgtEl>
                                          <p:spTgt spid="74"/>
                                        </p:tgtEl>
                                        <p:attrNameLst>
                                          <p:attrName>style.visibility</p:attrName>
                                        </p:attrNameLst>
                                      </p:cBhvr>
                                      <p:to>
                                        <p:strVal val="visible"/>
                                      </p:to>
                                    </p:set>
                                    <p:animEffect transition="in" filter="randombar(horizontal)">
                                      <p:cBhvr>
                                        <p:cTn id="117" dur="500"/>
                                        <p:tgtEl>
                                          <p:spTgt spid="74"/>
                                        </p:tgtEl>
                                      </p:cBhvr>
                                    </p:animEffect>
                                  </p:childTnLst>
                                </p:cTn>
                              </p:par>
                              <p:par>
                                <p:cTn id="118" presetID="14" presetClass="entr" presetSubtype="10" fill="hold" grpId="0" nodeType="withEffect">
                                  <p:stCondLst>
                                    <p:cond delay="0"/>
                                  </p:stCondLst>
                                  <p:childTnLst>
                                    <p:set>
                                      <p:cBhvr>
                                        <p:cTn id="119" dur="1" fill="hold">
                                          <p:stCondLst>
                                            <p:cond delay="0"/>
                                          </p:stCondLst>
                                        </p:cTn>
                                        <p:tgtEl>
                                          <p:spTgt spid="75"/>
                                        </p:tgtEl>
                                        <p:attrNameLst>
                                          <p:attrName>style.visibility</p:attrName>
                                        </p:attrNameLst>
                                      </p:cBhvr>
                                      <p:to>
                                        <p:strVal val="visible"/>
                                      </p:to>
                                    </p:set>
                                    <p:animEffect transition="in" filter="randombar(horizontal)">
                                      <p:cBhvr>
                                        <p:cTn id="120" dur="500"/>
                                        <p:tgtEl>
                                          <p:spTgt spid="75"/>
                                        </p:tgtEl>
                                      </p:cBhvr>
                                    </p:animEffect>
                                  </p:childTnLst>
                                </p:cTn>
                              </p:par>
                              <p:par>
                                <p:cTn id="121" presetID="14" presetClass="entr" presetSubtype="10" fill="hold" grpId="0" nodeType="withEffect">
                                  <p:stCondLst>
                                    <p:cond delay="0"/>
                                  </p:stCondLst>
                                  <p:childTnLst>
                                    <p:set>
                                      <p:cBhvr>
                                        <p:cTn id="122" dur="1" fill="hold">
                                          <p:stCondLst>
                                            <p:cond delay="0"/>
                                          </p:stCondLst>
                                        </p:cTn>
                                        <p:tgtEl>
                                          <p:spTgt spid="76"/>
                                        </p:tgtEl>
                                        <p:attrNameLst>
                                          <p:attrName>style.visibility</p:attrName>
                                        </p:attrNameLst>
                                      </p:cBhvr>
                                      <p:to>
                                        <p:strVal val="visible"/>
                                      </p:to>
                                    </p:set>
                                    <p:animEffect transition="in" filter="randombar(horizontal)">
                                      <p:cBhvr>
                                        <p:cTn id="123" dur="500"/>
                                        <p:tgtEl>
                                          <p:spTgt spid="76"/>
                                        </p:tgtEl>
                                      </p:cBhvr>
                                    </p:animEffect>
                                  </p:childTnLst>
                                </p:cTn>
                              </p:par>
                              <p:par>
                                <p:cTn id="124" presetID="14" presetClass="entr" presetSubtype="10" fill="hold" grpId="0" nodeType="withEffect">
                                  <p:stCondLst>
                                    <p:cond delay="0"/>
                                  </p:stCondLst>
                                  <p:childTnLst>
                                    <p:set>
                                      <p:cBhvr>
                                        <p:cTn id="125" dur="1" fill="hold">
                                          <p:stCondLst>
                                            <p:cond delay="0"/>
                                          </p:stCondLst>
                                        </p:cTn>
                                        <p:tgtEl>
                                          <p:spTgt spid="77"/>
                                        </p:tgtEl>
                                        <p:attrNameLst>
                                          <p:attrName>style.visibility</p:attrName>
                                        </p:attrNameLst>
                                      </p:cBhvr>
                                      <p:to>
                                        <p:strVal val="visible"/>
                                      </p:to>
                                    </p:set>
                                    <p:animEffect transition="in" filter="randombar(horizontal)">
                                      <p:cBhvr>
                                        <p:cTn id="126" dur="500"/>
                                        <p:tgtEl>
                                          <p:spTgt spid="77"/>
                                        </p:tgtEl>
                                      </p:cBhvr>
                                    </p:animEffect>
                                  </p:childTnLst>
                                </p:cTn>
                              </p:par>
                              <p:par>
                                <p:cTn id="127" presetID="14" presetClass="entr" presetSubtype="10" fill="hold" grpId="0" nodeType="withEffect">
                                  <p:stCondLst>
                                    <p:cond delay="0"/>
                                  </p:stCondLst>
                                  <p:childTnLst>
                                    <p:set>
                                      <p:cBhvr>
                                        <p:cTn id="128" dur="1" fill="hold">
                                          <p:stCondLst>
                                            <p:cond delay="0"/>
                                          </p:stCondLst>
                                        </p:cTn>
                                        <p:tgtEl>
                                          <p:spTgt spid="78"/>
                                        </p:tgtEl>
                                        <p:attrNameLst>
                                          <p:attrName>style.visibility</p:attrName>
                                        </p:attrNameLst>
                                      </p:cBhvr>
                                      <p:to>
                                        <p:strVal val="visible"/>
                                      </p:to>
                                    </p:set>
                                    <p:animEffect transition="in" filter="randombar(horizontal)">
                                      <p:cBhvr>
                                        <p:cTn id="129" dur="5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6" grpId="0" animBg="1"/>
      <p:bldP spid="27" grpId="0" animBg="1"/>
      <p:bldP spid="34" grpId="0" animBg="1"/>
      <p:bldP spid="35" grpId="0" animBg="1"/>
      <p:bldP spid="37" grpId="0" animBg="1"/>
      <p:bldP spid="38" grpId="0" animBg="1"/>
      <p:bldP spid="39" grpId="0" animBg="1"/>
      <p:bldP spid="40" grpId="0" animBg="1"/>
      <p:bldP spid="41" grpId="0" animBg="1"/>
      <p:bldP spid="42" grpId="0" animBg="1"/>
      <p:bldP spid="43" grpId="0"/>
      <p:bldP spid="44" grpId="0"/>
      <p:bldP spid="45" grpId="0"/>
      <p:bldP spid="46" grpId="0"/>
      <p:bldP spid="47" grpId="0"/>
      <p:bldP spid="48" grpId="0"/>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p:bldP spid="61" grpId="0"/>
      <p:bldP spid="62" grpId="0"/>
      <p:bldP spid="63" grpId="0"/>
      <p:bldP spid="64" grpId="0"/>
      <p:bldP spid="65" grpId="0"/>
      <p:bldP spid="66" grpId="0"/>
      <p:bldP spid="73" grpId="0" animBg="1"/>
      <p:bldP spid="74" grpId="0" animBg="1"/>
      <p:bldP spid="75" grpId="0" animBg="1"/>
      <p:bldP spid="76" grpId="0" animBg="1"/>
      <p:bldP spid="77" grpId="0"/>
      <p:bldP spid="7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F2537037-E0FF-44F4-A25D-4FED522E77AD}"/>
              </a:ext>
            </a:extLst>
          </p:cNvPr>
          <p:cNvSpPr/>
          <p:nvPr/>
        </p:nvSpPr>
        <p:spPr>
          <a:xfrm>
            <a:off x="2206609" y="451158"/>
            <a:ext cx="4730782" cy="646331"/>
          </a:xfrm>
          <a:prstGeom prst="rect">
            <a:avLst/>
          </a:prstGeom>
        </p:spPr>
        <p:txBody>
          <a:bodyPr wrap="none">
            <a:spAutoFit/>
          </a:bodyPr>
          <a:lstStyle/>
          <a:p>
            <a:r>
              <a:rPr lang="zh-CN" altLang="zh-CN" sz="3600" b="1" dirty="0">
                <a:latin typeface="微软雅黑" panose="020B0503020204020204" pitchFamily="34" charset="-122"/>
                <a:ea typeface="微软雅黑" panose="020B0503020204020204" pitchFamily="34" charset="-122"/>
                <a:cs typeface="+mj-cs"/>
              </a:rPr>
              <a:t>第一节</a:t>
            </a:r>
            <a:r>
              <a:rPr lang="en-US" altLang="zh-CN" sz="3600" b="1" dirty="0">
                <a:latin typeface="微软雅黑" panose="020B0503020204020204" pitchFamily="34" charset="-122"/>
                <a:ea typeface="微软雅黑" panose="020B0503020204020204" pitchFamily="34" charset="-122"/>
                <a:cs typeface="+mj-cs"/>
              </a:rPr>
              <a:t>  </a:t>
            </a:r>
            <a:r>
              <a:rPr lang="zh-CN" altLang="en-US" sz="3600" b="1" spc="150" dirty="0">
                <a:latin typeface="微软雅黑" panose="020B0503020204020204" pitchFamily="34" charset="-122"/>
                <a:ea typeface="微软雅黑" panose="020B0503020204020204" pitchFamily="34" charset="-122"/>
              </a:rPr>
              <a:t>效用理论概述</a:t>
            </a:r>
          </a:p>
        </p:txBody>
      </p:sp>
      <p:sp>
        <p:nvSpPr>
          <p:cNvPr id="9" name="MH_Other_1">
            <a:extLst>
              <a:ext uri="{FF2B5EF4-FFF2-40B4-BE49-F238E27FC236}">
                <a16:creationId xmlns:a16="http://schemas.microsoft.com/office/drawing/2014/main" id="{8162EBA5-2EA5-4602-9CCD-DD49A1B8ED7B}"/>
              </a:ext>
            </a:extLst>
          </p:cNvPr>
          <p:cNvSpPr>
            <a:spLocks/>
          </p:cNvSpPr>
          <p:nvPr>
            <p:custDataLst>
              <p:tags r:id="rId1"/>
            </p:custDataLst>
          </p:nvPr>
        </p:nvSpPr>
        <p:spPr bwMode="gray">
          <a:xfrm>
            <a:off x="2233003" y="1906468"/>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10" name="MH_SubTitle_1">
            <a:extLst>
              <a:ext uri="{FF2B5EF4-FFF2-40B4-BE49-F238E27FC236}">
                <a16:creationId xmlns:a16="http://schemas.microsoft.com/office/drawing/2014/main" id="{7407A7A2-7CF1-4249-8E64-2ABC9A695466}"/>
              </a:ext>
            </a:extLst>
          </p:cNvPr>
          <p:cNvSpPr>
            <a:spLocks noChangeArrowheads="1"/>
          </p:cNvSpPr>
          <p:nvPr>
            <p:custDataLst>
              <p:tags r:id="rId2"/>
            </p:custDataLst>
          </p:nvPr>
        </p:nvSpPr>
        <p:spPr bwMode="gray">
          <a:xfrm>
            <a:off x="2164740" y="1604843"/>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一</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sp>
        <p:nvSpPr>
          <p:cNvPr id="11" name="MH_Other_2">
            <a:extLst>
              <a:ext uri="{FF2B5EF4-FFF2-40B4-BE49-F238E27FC236}">
                <a16:creationId xmlns:a16="http://schemas.microsoft.com/office/drawing/2014/main" id="{0135ABC3-940D-444B-9160-7733E815B2A3}"/>
              </a:ext>
            </a:extLst>
          </p:cNvPr>
          <p:cNvSpPr>
            <a:spLocks/>
          </p:cNvSpPr>
          <p:nvPr>
            <p:custDataLst>
              <p:tags r:id="rId3"/>
            </p:custDataLst>
          </p:nvPr>
        </p:nvSpPr>
        <p:spPr bwMode="gray">
          <a:xfrm>
            <a:off x="2233003" y="2790705"/>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12" name="MH_SubTitle_2">
            <a:extLst>
              <a:ext uri="{FF2B5EF4-FFF2-40B4-BE49-F238E27FC236}">
                <a16:creationId xmlns:a16="http://schemas.microsoft.com/office/drawing/2014/main" id="{587A2433-06B1-441C-AF90-841DB999273E}"/>
              </a:ext>
            </a:extLst>
          </p:cNvPr>
          <p:cNvSpPr>
            <a:spLocks noChangeArrowheads="1"/>
          </p:cNvSpPr>
          <p:nvPr>
            <p:custDataLst>
              <p:tags r:id="rId4"/>
            </p:custDataLst>
          </p:nvPr>
        </p:nvSpPr>
        <p:spPr bwMode="gray">
          <a:xfrm>
            <a:off x="2164740" y="2489080"/>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二</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sp>
        <p:nvSpPr>
          <p:cNvPr id="13" name="MH_Other_3">
            <a:extLst>
              <a:ext uri="{FF2B5EF4-FFF2-40B4-BE49-F238E27FC236}">
                <a16:creationId xmlns:a16="http://schemas.microsoft.com/office/drawing/2014/main" id="{2D288C13-155D-4360-B8D9-24D6FAD5FBC9}"/>
              </a:ext>
            </a:extLst>
          </p:cNvPr>
          <p:cNvSpPr>
            <a:spLocks/>
          </p:cNvSpPr>
          <p:nvPr>
            <p:custDataLst>
              <p:tags r:id="rId5"/>
            </p:custDataLst>
          </p:nvPr>
        </p:nvSpPr>
        <p:spPr bwMode="gray">
          <a:xfrm>
            <a:off x="2233003" y="3674943"/>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14" name="MH_SubTitle_3">
            <a:extLst>
              <a:ext uri="{FF2B5EF4-FFF2-40B4-BE49-F238E27FC236}">
                <a16:creationId xmlns:a16="http://schemas.microsoft.com/office/drawing/2014/main" id="{ECC5A41E-7874-494C-8C83-FD418EF4DAA9}"/>
              </a:ext>
            </a:extLst>
          </p:cNvPr>
          <p:cNvSpPr>
            <a:spLocks noChangeArrowheads="1"/>
          </p:cNvSpPr>
          <p:nvPr>
            <p:custDataLst>
              <p:tags r:id="rId6"/>
            </p:custDataLst>
          </p:nvPr>
        </p:nvSpPr>
        <p:spPr bwMode="gray">
          <a:xfrm>
            <a:off x="2164740" y="3373318"/>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三</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sp>
        <p:nvSpPr>
          <p:cNvPr id="15" name="MH_Other_4">
            <a:extLst>
              <a:ext uri="{FF2B5EF4-FFF2-40B4-BE49-F238E27FC236}">
                <a16:creationId xmlns:a16="http://schemas.microsoft.com/office/drawing/2014/main" id="{D9B3DBCE-8EA7-4100-9A52-0E65EA71C763}"/>
              </a:ext>
            </a:extLst>
          </p:cNvPr>
          <p:cNvSpPr>
            <a:spLocks/>
          </p:cNvSpPr>
          <p:nvPr>
            <p:custDataLst>
              <p:tags r:id="rId7"/>
            </p:custDataLst>
          </p:nvPr>
        </p:nvSpPr>
        <p:spPr bwMode="gray">
          <a:xfrm>
            <a:off x="2233003" y="4559180"/>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16" name="MH_SubTitle_4">
            <a:extLst>
              <a:ext uri="{FF2B5EF4-FFF2-40B4-BE49-F238E27FC236}">
                <a16:creationId xmlns:a16="http://schemas.microsoft.com/office/drawing/2014/main" id="{20EDAEDA-51EE-43C7-B0FA-F686D84DD414}"/>
              </a:ext>
            </a:extLst>
          </p:cNvPr>
          <p:cNvSpPr>
            <a:spLocks noChangeArrowheads="1"/>
          </p:cNvSpPr>
          <p:nvPr>
            <p:custDataLst>
              <p:tags r:id="rId8"/>
            </p:custDataLst>
          </p:nvPr>
        </p:nvSpPr>
        <p:spPr bwMode="gray">
          <a:xfrm>
            <a:off x="2164740" y="4259143"/>
            <a:ext cx="1158875" cy="354012"/>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四</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cxnSp>
        <p:nvCxnSpPr>
          <p:cNvPr id="17" name="MH_Other_5">
            <a:extLst>
              <a:ext uri="{FF2B5EF4-FFF2-40B4-BE49-F238E27FC236}">
                <a16:creationId xmlns:a16="http://schemas.microsoft.com/office/drawing/2014/main" id="{BFB096AA-255B-4992-96BB-38C767EE18DF}"/>
              </a:ext>
            </a:extLst>
          </p:cNvPr>
          <p:cNvCxnSpPr>
            <a:stCxn id="10" idx="2"/>
            <a:endCxn id="12" idx="0"/>
          </p:cNvCxnSpPr>
          <p:nvPr>
            <p:custDataLst>
              <p:tags r:id="rId9"/>
            </p:custDataLst>
          </p:nvPr>
        </p:nvCxnSpPr>
        <p:spPr>
          <a:xfrm>
            <a:off x="2744178" y="1960443"/>
            <a:ext cx="0" cy="528637"/>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cxnSp>
        <p:nvCxnSpPr>
          <p:cNvPr id="18" name="MH_Other_6">
            <a:extLst>
              <a:ext uri="{FF2B5EF4-FFF2-40B4-BE49-F238E27FC236}">
                <a16:creationId xmlns:a16="http://schemas.microsoft.com/office/drawing/2014/main" id="{F84768A6-29F0-4E7F-B353-A086E7DD5493}"/>
              </a:ext>
            </a:extLst>
          </p:cNvPr>
          <p:cNvCxnSpPr>
            <a:stCxn id="12" idx="2"/>
            <a:endCxn id="14" idx="0"/>
          </p:cNvCxnSpPr>
          <p:nvPr>
            <p:custDataLst>
              <p:tags r:id="rId10"/>
            </p:custDataLst>
          </p:nvPr>
        </p:nvCxnSpPr>
        <p:spPr>
          <a:xfrm>
            <a:off x="2744178" y="2844680"/>
            <a:ext cx="0" cy="528638"/>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cxnSp>
        <p:nvCxnSpPr>
          <p:cNvPr id="19" name="MH_Other_7">
            <a:extLst>
              <a:ext uri="{FF2B5EF4-FFF2-40B4-BE49-F238E27FC236}">
                <a16:creationId xmlns:a16="http://schemas.microsoft.com/office/drawing/2014/main" id="{287B1887-2A65-47CB-A623-B61AA60EFF94}"/>
              </a:ext>
            </a:extLst>
          </p:cNvPr>
          <p:cNvCxnSpPr>
            <a:stCxn id="14" idx="2"/>
            <a:endCxn id="16" idx="0"/>
          </p:cNvCxnSpPr>
          <p:nvPr>
            <p:custDataLst>
              <p:tags r:id="rId11"/>
            </p:custDataLst>
          </p:nvPr>
        </p:nvCxnSpPr>
        <p:spPr>
          <a:xfrm>
            <a:off x="2744178" y="3728918"/>
            <a:ext cx="0" cy="530225"/>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sp>
        <p:nvSpPr>
          <p:cNvPr id="20" name="MH_Other_8">
            <a:extLst>
              <a:ext uri="{FF2B5EF4-FFF2-40B4-BE49-F238E27FC236}">
                <a16:creationId xmlns:a16="http://schemas.microsoft.com/office/drawing/2014/main" id="{97ED9F1B-74EF-44C8-A3BE-BB215B973319}"/>
              </a:ext>
            </a:extLst>
          </p:cNvPr>
          <p:cNvSpPr>
            <a:spLocks/>
          </p:cNvSpPr>
          <p:nvPr>
            <p:custDataLst>
              <p:tags r:id="rId12"/>
            </p:custDataLst>
          </p:nvPr>
        </p:nvSpPr>
        <p:spPr bwMode="gray">
          <a:xfrm>
            <a:off x="2233003" y="5416430"/>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21" name="MH_SubTitle_5">
            <a:extLst>
              <a:ext uri="{FF2B5EF4-FFF2-40B4-BE49-F238E27FC236}">
                <a16:creationId xmlns:a16="http://schemas.microsoft.com/office/drawing/2014/main" id="{19BC61B9-6110-4EAD-9178-65439669F1C1}"/>
              </a:ext>
            </a:extLst>
          </p:cNvPr>
          <p:cNvSpPr>
            <a:spLocks noChangeArrowheads="1"/>
          </p:cNvSpPr>
          <p:nvPr>
            <p:custDataLst>
              <p:tags r:id="rId13"/>
            </p:custDataLst>
          </p:nvPr>
        </p:nvSpPr>
        <p:spPr bwMode="gray">
          <a:xfrm>
            <a:off x="2164740" y="5114805"/>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五</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cxnSp>
        <p:nvCxnSpPr>
          <p:cNvPr id="22" name="MH_Other_9">
            <a:extLst>
              <a:ext uri="{FF2B5EF4-FFF2-40B4-BE49-F238E27FC236}">
                <a16:creationId xmlns:a16="http://schemas.microsoft.com/office/drawing/2014/main" id="{5B3E5232-EE19-4CC4-AE3A-91DF3D0AAFE7}"/>
              </a:ext>
            </a:extLst>
          </p:cNvPr>
          <p:cNvCxnSpPr>
            <a:endCxn id="21" idx="0"/>
          </p:cNvCxnSpPr>
          <p:nvPr>
            <p:custDataLst>
              <p:tags r:id="rId14"/>
            </p:custDataLst>
          </p:nvPr>
        </p:nvCxnSpPr>
        <p:spPr>
          <a:xfrm>
            <a:off x="2744178" y="4586168"/>
            <a:ext cx="0" cy="528637"/>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sp>
        <p:nvSpPr>
          <p:cNvPr id="23" name="矩形 22">
            <a:extLst>
              <a:ext uri="{FF2B5EF4-FFF2-40B4-BE49-F238E27FC236}">
                <a16:creationId xmlns:a16="http://schemas.microsoft.com/office/drawing/2014/main" id="{DA3BB930-2B56-4868-8C52-B72D70CDDD41}"/>
              </a:ext>
            </a:extLst>
          </p:cNvPr>
          <p:cNvSpPr/>
          <p:nvPr/>
        </p:nvSpPr>
        <p:spPr>
          <a:xfrm>
            <a:off x="3530015" y="1564570"/>
            <a:ext cx="1723549" cy="461665"/>
          </a:xfrm>
          <a:prstGeom prst="rect">
            <a:avLst/>
          </a:prstGeom>
        </p:spPr>
        <p:txBody>
          <a:bodyPr wrap="none">
            <a:spAutoFit/>
          </a:bodyPr>
          <a:lstStyle/>
          <a:p>
            <a:r>
              <a:rPr lang="zh-CN" altLang="en-US" sz="2400" dirty="0">
                <a:latin typeface="微软雅黑" panose="020B0503020204020204" pitchFamily="34" charset="-122"/>
                <a:ea typeface="微软雅黑" panose="020B0503020204020204" pitchFamily="34" charset="-122"/>
              </a:rPr>
              <a:t>欲望和效用</a:t>
            </a:r>
            <a:endParaRPr lang="zh-CN" altLang="en-US" sz="2400" spc="150" dirty="0">
              <a:latin typeface="微软雅黑" panose="020B0503020204020204" pitchFamily="34" charset="-122"/>
              <a:ea typeface="微软雅黑" panose="020B0503020204020204" pitchFamily="34" charset="-122"/>
            </a:endParaRPr>
          </a:p>
        </p:txBody>
      </p:sp>
      <p:sp>
        <p:nvSpPr>
          <p:cNvPr id="24" name="矩形 23">
            <a:extLst>
              <a:ext uri="{FF2B5EF4-FFF2-40B4-BE49-F238E27FC236}">
                <a16:creationId xmlns:a16="http://schemas.microsoft.com/office/drawing/2014/main" id="{205F940B-316A-402B-9A3C-20B4522426A6}"/>
              </a:ext>
            </a:extLst>
          </p:cNvPr>
          <p:cNvSpPr/>
          <p:nvPr/>
        </p:nvSpPr>
        <p:spPr>
          <a:xfrm>
            <a:off x="3526220" y="2461790"/>
            <a:ext cx="3877985" cy="461665"/>
          </a:xfrm>
          <a:prstGeom prst="rect">
            <a:avLst/>
          </a:prstGeom>
        </p:spPr>
        <p:txBody>
          <a:bodyPr wrap="none">
            <a:spAutoFit/>
          </a:bodyPr>
          <a:lstStyle/>
          <a:p>
            <a:r>
              <a:rPr lang="zh-CN" altLang="en-US" sz="2400" dirty="0">
                <a:latin typeface="微软雅黑" panose="020B0503020204020204" pitchFamily="34" charset="-122"/>
                <a:ea typeface="微软雅黑" panose="020B0503020204020204" pitchFamily="34" charset="-122"/>
              </a:rPr>
              <a:t>总效用和边际效用递减规律</a:t>
            </a:r>
            <a:endParaRPr lang="zh-CN" altLang="en-US" sz="2400" spc="150" dirty="0">
              <a:latin typeface="微软雅黑" panose="020B0503020204020204" pitchFamily="34" charset="-122"/>
              <a:ea typeface="微软雅黑" panose="020B0503020204020204" pitchFamily="34" charset="-122"/>
            </a:endParaRPr>
          </a:p>
        </p:txBody>
      </p:sp>
      <p:sp>
        <p:nvSpPr>
          <p:cNvPr id="25" name="矩形 24">
            <a:extLst>
              <a:ext uri="{FF2B5EF4-FFF2-40B4-BE49-F238E27FC236}">
                <a16:creationId xmlns:a16="http://schemas.microsoft.com/office/drawing/2014/main" id="{A2D21DC7-446A-45C9-8A0E-CB6714D2E6EA}"/>
              </a:ext>
            </a:extLst>
          </p:cNvPr>
          <p:cNvSpPr/>
          <p:nvPr/>
        </p:nvSpPr>
        <p:spPr>
          <a:xfrm>
            <a:off x="3526220" y="3359010"/>
            <a:ext cx="1723549" cy="461665"/>
          </a:xfrm>
          <a:prstGeom prst="rect">
            <a:avLst/>
          </a:prstGeom>
        </p:spPr>
        <p:txBody>
          <a:bodyPr wrap="none">
            <a:spAutoFit/>
          </a:bodyPr>
          <a:lstStyle/>
          <a:p>
            <a:r>
              <a:rPr lang="zh-CN" altLang="en-US" sz="2400" dirty="0">
                <a:latin typeface="微软雅黑" panose="020B0503020204020204" pitchFamily="34" charset="-122"/>
                <a:ea typeface="微软雅黑" panose="020B0503020204020204" pitchFamily="34" charset="-122"/>
              </a:rPr>
              <a:t>效用最大化</a:t>
            </a:r>
            <a:endParaRPr lang="zh-CN" altLang="en-US" sz="2400" spc="150" dirty="0">
              <a:latin typeface="微软雅黑" panose="020B0503020204020204" pitchFamily="34" charset="-122"/>
              <a:ea typeface="微软雅黑" panose="020B0503020204020204" pitchFamily="34" charset="-122"/>
            </a:endParaRPr>
          </a:p>
        </p:txBody>
      </p:sp>
      <p:sp>
        <p:nvSpPr>
          <p:cNvPr id="26" name="矩形 25">
            <a:extLst>
              <a:ext uri="{FF2B5EF4-FFF2-40B4-BE49-F238E27FC236}">
                <a16:creationId xmlns:a16="http://schemas.microsoft.com/office/drawing/2014/main" id="{7F8FD5ED-4E1D-468D-8BAA-BFDA259104C5}"/>
              </a:ext>
            </a:extLst>
          </p:cNvPr>
          <p:cNvSpPr/>
          <p:nvPr/>
        </p:nvSpPr>
        <p:spPr>
          <a:xfrm>
            <a:off x="3526220" y="4205316"/>
            <a:ext cx="2646878" cy="461665"/>
          </a:xfrm>
          <a:prstGeom prst="rect">
            <a:avLst/>
          </a:prstGeom>
        </p:spPr>
        <p:txBody>
          <a:bodyPr wrap="none">
            <a:spAutoFit/>
          </a:bodyPr>
          <a:lstStyle/>
          <a:p>
            <a:pPr>
              <a:buFontTx/>
              <a:buNone/>
            </a:pPr>
            <a:r>
              <a:rPr lang="zh-CN" altLang="en-US" sz="2400" dirty="0">
                <a:latin typeface="微软雅黑" panose="020B0503020204020204" pitchFamily="34" charset="-122"/>
                <a:ea typeface="微软雅黑" panose="020B0503020204020204" pitchFamily="34" charset="-122"/>
              </a:rPr>
              <a:t>消费者的需求曲线</a:t>
            </a:r>
            <a:endParaRPr lang="zh-CN" altLang="en-US" sz="2400" spc="150" dirty="0">
              <a:latin typeface="微软雅黑" panose="020B0503020204020204" pitchFamily="34" charset="-122"/>
              <a:ea typeface="微软雅黑" panose="020B0503020204020204" pitchFamily="34" charset="-122"/>
            </a:endParaRPr>
          </a:p>
        </p:txBody>
      </p:sp>
      <p:sp>
        <p:nvSpPr>
          <p:cNvPr id="27" name="矩形 26">
            <a:extLst>
              <a:ext uri="{FF2B5EF4-FFF2-40B4-BE49-F238E27FC236}">
                <a16:creationId xmlns:a16="http://schemas.microsoft.com/office/drawing/2014/main" id="{89BD2E72-4AA2-4288-B66E-A001BCC95E1F}"/>
              </a:ext>
            </a:extLst>
          </p:cNvPr>
          <p:cNvSpPr/>
          <p:nvPr/>
        </p:nvSpPr>
        <p:spPr>
          <a:xfrm>
            <a:off x="3526220" y="5040754"/>
            <a:ext cx="1723549" cy="461665"/>
          </a:xfrm>
          <a:prstGeom prst="rect">
            <a:avLst/>
          </a:prstGeom>
        </p:spPr>
        <p:txBody>
          <a:bodyPr wrap="none">
            <a:spAutoFit/>
          </a:bodyPr>
          <a:lstStyle/>
          <a:p>
            <a:pPr>
              <a:buFontTx/>
              <a:buNone/>
            </a:pPr>
            <a:r>
              <a:rPr lang="zh-CN" altLang="en-US" sz="2400" dirty="0">
                <a:latin typeface="微软雅黑" panose="020B0503020204020204" pitchFamily="34" charset="-122"/>
                <a:ea typeface="微软雅黑" panose="020B0503020204020204" pitchFamily="34" charset="-122"/>
              </a:rPr>
              <a:t>消费者剩余</a:t>
            </a:r>
            <a:endParaRPr lang="en-US" altLang="zh-CN" sz="2400" spc="150" dirty="0">
              <a:latin typeface="微软雅黑" panose="020B0503020204020204" pitchFamily="34" charset="-122"/>
              <a:ea typeface="微软雅黑" panose="020B0503020204020204" pitchFamily="34"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left)">
                                      <p:cBhvr>
                                        <p:cTn id="15" dur="500"/>
                                        <p:tgtEl>
                                          <p:spTgt spid="10"/>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wipe(left)">
                                      <p:cBhvr>
                                        <p:cTn id="18" dur="500"/>
                                        <p:tgtEl>
                                          <p:spTgt spid="23"/>
                                        </p:tgtEl>
                                      </p:cBhvr>
                                    </p:animEffect>
                                  </p:childTnLst>
                                </p:cTn>
                              </p:par>
                            </p:childTnLst>
                          </p:cTn>
                        </p:par>
                        <p:par>
                          <p:cTn id="19" fill="hold">
                            <p:stCondLst>
                              <p:cond delay="500"/>
                            </p:stCondLst>
                            <p:childTnLst>
                              <p:par>
                                <p:cTn id="20" presetID="22" presetClass="entr" presetSubtype="1" fill="hold" nodeType="after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wipe(up)">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up)">
                                      <p:cBhvr>
                                        <p:cTn id="27" dur="500"/>
                                        <p:tgtEl>
                                          <p:spTgt spid="11"/>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wipe(up)">
                                      <p:cBhvr>
                                        <p:cTn id="30" dur="500"/>
                                        <p:tgtEl>
                                          <p:spTgt spid="12"/>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24"/>
                                        </p:tgtEl>
                                        <p:attrNameLst>
                                          <p:attrName>style.visibility</p:attrName>
                                        </p:attrNameLst>
                                      </p:cBhvr>
                                      <p:to>
                                        <p:strVal val="visible"/>
                                      </p:to>
                                    </p:set>
                                    <p:animEffect transition="in" filter="wipe(left)">
                                      <p:cBhvr>
                                        <p:cTn id="33" dur="500"/>
                                        <p:tgtEl>
                                          <p:spTgt spid="24"/>
                                        </p:tgtEl>
                                      </p:cBhvr>
                                    </p:animEffect>
                                  </p:childTnLst>
                                </p:cTn>
                              </p:par>
                            </p:childTnLst>
                          </p:cTn>
                        </p:par>
                        <p:par>
                          <p:cTn id="34" fill="hold">
                            <p:stCondLst>
                              <p:cond delay="500"/>
                            </p:stCondLst>
                            <p:childTnLst>
                              <p:par>
                                <p:cTn id="35" presetID="22" presetClass="entr" presetSubtype="1" fill="hold" nodeType="after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wipe(up)">
                                      <p:cBhvr>
                                        <p:cTn id="37" dur="500"/>
                                        <p:tgtEl>
                                          <p:spTgt spid="1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wipe(up)">
                                      <p:cBhvr>
                                        <p:cTn id="42" dur="500"/>
                                        <p:tgtEl>
                                          <p:spTgt spid="13"/>
                                        </p:tgtEl>
                                      </p:cBhvr>
                                    </p:animEffect>
                                  </p:childTnLst>
                                </p:cTn>
                              </p:par>
                              <p:par>
                                <p:cTn id="43" presetID="22" presetClass="entr" presetSubtype="1" fill="hold" grpId="0" nodeType="with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wipe(up)">
                                      <p:cBhvr>
                                        <p:cTn id="45" dur="500"/>
                                        <p:tgtEl>
                                          <p:spTgt spid="14"/>
                                        </p:tgtEl>
                                      </p:cBhvr>
                                    </p:animEffect>
                                  </p:childTnLst>
                                </p:cTn>
                              </p:par>
                              <p:par>
                                <p:cTn id="46" presetID="22" presetClass="entr" presetSubtype="8" fill="hold" grpId="0" nodeType="with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wipe(left)">
                                      <p:cBhvr>
                                        <p:cTn id="48" dur="500"/>
                                        <p:tgtEl>
                                          <p:spTgt spid="25"/>
                                        </p:tgtEl>
                                      </p:cBhvr>
                                    </p:animEffect>
                                  </p:childTnLst>
                                </p:cTn>
                              </p:par>
                            </p:childTnLst>
                          </p:cTn>
                        </p:par>
                        <p:par>
                          <p:cTn id="49" fill="hold">
                            <p:stCondLst>
                              <p:cond delay="500"/>
                            </p:stCondLst>
                            <p:childTnLst>
                              <p:par>
                                <p:cTn id="50" presetID="22" presetClass="entr" presetSubtype="1" fill="hold" nodeType="after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wipe(up)">
                                      <p:cBhvr>
                                        <p:cTn id="52" dur="500"/>
                                        <p:tgtEl>
                                          <p:spTgt spid="19"/>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wipe(up)">
                                      <p:cBhvr>
                                        <p:cTn id="57" dur="500"/>
                                        <p:tgtEl>
                                          <p:spTgt spid="15"/>
                                        </p:tgtEl>
                                      </p:cBhvr>
                                    </p:animEffect>
                                  </p:childTnLst>
                                </p:cTn>
                              </p:par>
                              <p:par>
                                <p:cTn id="58" presetID="22" presetClass="entr" presetSubtype="1" fill="hold" grpId="0" nodeType="withEffect">
                                  <p:stCondLst>
                                    <p:cond delay="0"/>
                                  </p:stCondLst>
                                  <p:childTnLst>
                                    <p:set>
                                      <p:cBhvr>
                                        <p:cTn id="59" dur="1" fill="hold">
                                          <p:stCondLst>
                                            <p:cond delay="0"/>
                                          </p:stCondLst>
                                        </p:cTn>
                                        <p:tgtEl>
                                          <p:spTgt spid="16"/>
                                        </p:tgtEl>
                                        <p:attrNameLst>
                                          <p:attrName>style.visibility</p:attrName>
                                        </p:attrNameLst>
                                      </p:cBhvr>
                                      <p:to>
                                        <p:strVal val="visible"/>
                                      </p:to>
                                    </p:set>
                                    <p:animEffect transition="in" filter="wipe(up)">
                                      <p:cBhvr>
                                        <p:cTn id="60" dur="500"/>
                                        <p:tgtEl>
                                          <p:spTgt spid="16"/>
                                        </p:tgtEl>
                                      </p:cBhvr>
                                    </p:animEffect>
                                  </p:childTnLst>
                                </p:cTn>
                              </p:par>
                              <p:par>
                                <p:cTn id="61" presetID="22" presetClass="entr" presetSubtype="8" fill="hold" grpId="0" nodeType="withEffect">
                                  <p:stCondLst>
                                    <p:cond delay="0"/>
                                  </p:stCondLst>
                                  <p:childTnLst>
                                    <p:set>
                                      <p:cBhvr>
                                        <p:cTn id="62" dur="1" fill="hold">
                                          <p:stCondLst>
                                            <p:cond delay="0"/>
                                          </p:stCondLst>
                                        </p:cTn>
                                        <p:tgtEl>
                                          <p:spTgt spid="26"/>
                                        </p:tgtEl>
                                        <p:attrNameLst>
                                          <p:attrName>style.visibility</p:attrName>
                                        </p:attrNameLst>
                                      </p:cBhvr>
                                      <p:to>
                                        <p:strVal val="visible"/>
                                      </p:to>
                                    </p:set>
                                    <p:animEffect transition="in" filter="wipe(left)">
                                      <p:cBhvr>
                                        <p:cTn id="63" dur="500"/>
                                        <p:tgtEl>
                                          <p:spTgt spid="26"/>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1" fill="hold" nodeType="clickEffect">
                                  <p:stCondLst>
                                    <p:cond delay="0"/>
                                  </p:stCondLst>
                                  <p:childTnLst>
                                    <p:set>
                                      <p:cBhvr>
                                        <p:cTn id="67" dur="1" fill="hold">
                                          <p:stCondLst>
                                            <p:cond delay="0"/>
                                          </p:stCondLst>
                                        </p:cTn>
                                        <p:tgtEl>
                                          <p:spTgt spid="22"/>
                                        </p:tgtEl>
                                        <p:attrNameLst>
                                          <p:attrName>style.visibility</p:attrName>
                                        </p:attrNameLst>
                                      </p:cBhvr>
                                      <p:to>
                                        <p:strVal val="visible"/>
                                      </p:to>
                                    </p:set>
                                    <p:animEffect transition="in" filter="wipe(up)">
                                      <p:cBhvr>
                                        <p:cTn id="68" dur="500"/>
                                        <p:tgtEl>
                                          <p:spTgt spid="22"/>
                                        </p:tgtEl>
                                      </p:cBhvr>
                                    </p:animEffect>
                                  </p:childTnLst>
                                </p:cTn>
                              </p:par>
                              <p:par>
                                <p:cTn id="69" presetID="22" presetClass="entr" presetSubtype="1" fill="hold" grpId="0" nodeType="withEffect">
                                  <p:stCondLst>
                                    <p:cond delay="0"/>
                                  </p:stCondLst>
                                  <p:childTnLst>
                                    <p:set>
                                      <p:cBhvr>
                                        <p:cTn id="70" dur="1" fill="hold">
                                          <p:stCondLst>
                                            <p:cond delay="0"/>
                                          </p:stCondLst>
                                        </p:cTn>
                                        <p:tgtEl>
                                          <p:spTgt spid="20"/>
                                        </p:tgtEl>
                                        <p:attrNameLst>
                                          <p:attrName>style.visibility</p:attrName>
                                        </p:attrNameLst>
                                      </p:cBhvr>
                                      <p:to>
                                        <p:strVal val="visible"/>
                                      </p:to>
                                    </p:set>
                                    <p:animEffect transition="in" filter="wipe(up)">
                                      <p:cBhvr>
                                        <p:cTn id="71" dur="500"/>
                                        <p:tgtEl>
                                          <p:spTgt spid="20"/>
                                        </p:tgtEl>
                                      </p:cBhvr>
                                    </p:animEffect>
                                  </p:childTnLst>
                                </p:cTn>
                              </p:par>
                              <p:par>
                                <p:cTn id="72" presetID="22" presetClass="entr" presetSubtype="1" fill="hold" grpId="0" nodeType="withEffect">
                                  <p:stCondLst>
                                    <p:cond delay="0"/>
                                  </p:stCondLst>
                                  <p:childTnLst>
                                    <p:set>
                                      <p:cBhvr>
                                        <p:cTn id="73" dur="1" fill="hold">
                                          <p:stCondLst>
                                            <p:cond delay="0"/>
                                          </p:stCondLst>
                                        </p:cTn>
                                        <p:tgtEl>
                                          <p:spTgt spid="21"/>
                                        </p:tgtEl>
                                        <p:attrNameLst>
                                          <p:attrName>style.visibility</p:attrName>
                                        </p:attrNameLst>
                                      </p:cBhvr>
                                      <p:to>
                                        <p:strVal val="visible"/>
                                      </p:to>
                                    </p:set>
                                    <p:animEffect transition="in" filter="wipe(up)">
                                      <p:cBhvr>
                                        <p:cTn id="74" dur="500"/>
                                        <p:tgtEl>
                                          <p:spTgt spid="21"/>
                                        </p:tgtEl>
                                      </p:cBhvr>
                                    </p:animEffect>
                                  </p:childTnLst>
                                </p:cTn>
                              </p:par>
                            </p:childTnLst>
                          </p:cTn>
                        </p:par>
                        <p:par>
                          <p:cTn id="75" fill="hold">
                            <p:stCondLst>
                              <p:cond delay="500"/>
                            </p:stCondLst>
                            <p:childTnLst>
                              <p:par>
                                <p:cTn id="76" presetID="22" presetClass="entr" presetSubtype="8" fill="hold" grpId="0" nodeType="afterEffect">
                                  <p:stCondLst>
                                    <p:cond delay="0"/>
                                  </p:stCondLst>
                                  <p:childTnLst>
                                    <p:set>
                                      <p:cBhvr>
                                        <p:cTn id="77" dur="1" fill="hold">
                                          <p:stCondLst>
                                            <p:cond delay="0"/>
                                          </p:stCondLst>
                                        </p:cTn>
                                        <p:tgtEl>
                                          <p:spTgt spid="27"/>
                                        </p:tgtEl>
                                        <p:attrNameLst>
                                          <p:attrName>style.visibility</p:attrName>
                                        </p:attrNameLst>
                                      </p:cBhvr>
                                      <p:to>
                                        <p:strVal val="visible"/>
                                      </p:to>
                                    </p:set>
                                    <p:animEffect transition="in" filter="wipe(left)">
                                      <p:cBhvr>
                                        <p:cTn id="78"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P spid="10" grpId="0" animBg="1"/>
      <p:bldP spid="11" grpId="0" animBg="1"/>
      <p:bldP spid="12" grpId="0" animBg="1"/>
      <p:bldP spid="13" grpId="0" animBg="1"/>
      <p:bldP spid="14" grpId="0" animBg="1"/>
      <p:bldP spid="15" grpId="0" animBg="1"/>
      <p:bldP spid="16" grpId="0" animBg="1"/>
      <p:bldP spid="20" grpId="0" animBg="1"/>
      <p:bldP spid="21" grpId="0" animBg="1"/>
      <p:bldP spid="23" grpId="0"/>
      <p:bldP spid="24" grpId="0"/>
      <p:bldP spid="25" grpId="0"/>
      <p:bldP spid="26" grpId="0"/>
      <p:bldP spid="2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84BBC252-6E08-4F68-B441-9871C1F9A9C2}"/>
              </a:ext>
            </a:extLst>
          </p:cNvPr>
          <p:cNvSpPr/>
          <p:nvPr/>
        </p:nvSpPr>
        <p:spPr>
          <a:xfrm>
            <a:off x="467544" y="549673"/>
            <a:ext cx="2473754"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一、欲望和效用</a:t>
            </a:r>
          </a:p>
        </p:txBody>
      </p:sp>
      <p:sp>
        <p:nvSpPr>
          <p:cNvPr id="9" name="矩形 8">
            <a:extLst>
              <a:ext uri="{FF2B5EF4-FFF2-40B4-BE49-F238E27FC236}">
                <a16:creationId xmlns:a16="http://schemas.microsoft.com/office/drawing/2014/main" id="{632B96C6-6A35-476F-8480-2DE8AE37E7EE}"/>
              </a:ext>
            </a:extLst>
          </p:cNvPr>
          <p:cNvSpPr/>
          <p:nvPr/>
        </p:nvSpPr>
        <p:spPr>
          <a:xfrm>
            <a:off x="6593747" y="0"/>
            <a:ext cx="2550253" cy="369332"/>
          </a:xfrm>
          <a:prstGeom prst="rect">
            <a:avLst/>
          </a:prstGeom>
        </p:spPr>
        <p:txBody>
          <a:bodyPr wrap="squar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第一节 </a:t>
            </a:r>
            <a:r>
              <a:rPr lang="zh-CN" altLang="en-US" spc="150" dirty="0">
                <a:latin typeface="微软雅黑" panose="020B0503020204020204" pitchFamily="34" charset="-122"/>
                <a:ea typeface="微软雅黑" panose="020B0503020204020204" pitchFamily="34" charset="-122"/>
              </a:rPr>
              <a:t>效用理论概述</a:t>
            </a:r>
            <a:r>
              <a:rPr lang="zh-CN" altLang="en-US" spc="150" dirty="0">
                <a:solidFill>
                  <a:srgbClr val="000000"/>
                </a:solidFill>
                <a:latin typeface="微软雅黑" panose="020B0503020204020204" pitchFamily="34" charset="-122"/>
                <a:ea typeface="微软雅黑" panose="020B0503020204020204" pitchFamily="34" charset="-122"/>
              </a:rPr>
              <a:t> </a:t>
            </a:r>
          </a:p>
        </p:txBody>
      </p:sp>
      <p:grpSp>
        <p:nvGrpSpPr>
          <p:cNvPr id="5" name="组合 4">
            <a:extLst>
              <a:ext uri="{FF2B5EF4-FFF2-40B4-BE49-F238E27FC236}">
                <a16:creationId xmlns:a16="http://schemas.microsoft.com/office/drawing/2014/main" id="{0833C373-076C-4470-B3F9-5EFC75EECA7E}"/>
              </a:ext>
            </a:extLst>
          </p:cNvPr>
          <p:cNvGrpSpPr/>
          <p:nvPr/>
        </p:nvGrpSpPr>
        <p:grpSpPr>
          <a:xfrm>
            <a:off x="467544" y="1130132"/>
            <a:ext cx="2088232" cy="514350"/>
            <a:chOff x="467544" y="2343438"/>
            <a:chExt cx="2547461" cy="514350"/>
          </a:xfrm>
        </p:grpSpPr>
        <p:sp>
          <p:nvSpPr>
            <p:cNvPr id="6" name="MH_Text_1">
              <a:extLst>
                <a:ext uri="{FF2B5EF4-FFF2-40B4-BE49-F238E27FC236}">
                  <a16:creationId xmlns:a16="http://schemas.microsoft.com/office/drawing/2014/main" id="{C9ADADCB-5BDC-4EE7-B2CF-B19CEAF99943}"/>
                </a:ext>
              </a:extLst>
            </p:cNvPr>
            <p:cNvSpPr/>
            <p:nvPr>
              <p:custDataLst>
                <p:tags r:id="rId5"/>
              </p:custDataLst>
            </p:nvPr>
          </p:nvSpPr>
          <p:spPr bwMode="auto">
            <a:xfrm>
              <a:off x="467544" y="2343438"/>
              <a:ext cx="2547461" cy="514350"/>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algn="ctr">
                <a:defRPr/>
              </a:pPr>
              <a:r>
                <a:rPr lang="zh-CN" altLang="en-US" sz="2000" spc="150" dirty="0">
                  <a:solidFill>
                    <a:srgbClr val="000000"/>
                  </a:solidFill>
                  <a:latin typeface="微软雅黑" panose="020B0503020204020204" pitchFamily="34" charset="-122"/>
                  <a:ea typeface="微软雅黑" panose="020B0503020204020204" pitchFamily="34" charset="-122"/>
                </a:rPr>
                <a:t>欲望</a:t>
              </a:r>
            </a:p>
          </p:txBody>
        </p:sp>
        <p:sp>
          <p:nvSpPr>
            <p:cNvPr id="7" name="MH_Other_2">
              <a:extLst>
                <a:ext uri="{FF2B5EF4-FFF2-40B4-BE49-F238E27FC236}">
                  <a16:creationId xmlns:a16="http://schemas.microsoft.com/office/drawing/2014/main" id="{1B810438-34FF-4894-B0E5-400C17CDDB7A}"/>
                </a:ext>
              </a:extLst>
            </p:cNvPr>
            <p:cNvSpPr/>
            <p:nvPr>
              <p:custDataLst>
                <p:tags r:id="rId6"/>
              </p:custDataLst>
            </p:nvPr>
          </p:nvSpPr>
          <p:spPr bwMode="auto">
            <a:xfrm rot="10800000">
              <a:off x="2802960" y="2420342"/>
              <a:ext cx="127000" cy="127000"/>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
        <p:nvSpPr>
          <p:cNvPr id="7170" name="Rectangle 3"/>
          <p:cNvSpPr>
            <a:spLocks noGrp="1" noChangeArrowheads="1"/>
          </p:cNvSpPr>
          <p:nvPr>
            <p:ph type="body" idx="4294967295"/>
          </p:nvPr>
        </p:nvSpPr>
        <p:spPr>
          <a:xfrm>
            <a:off x="863600" y="1675829"/>
            <a:ext cx="3686418" cy="2642632"/>
          </a:xfrm>
        </p:spPr>
        <p:txBody>
          <a:bodyPr/>
          <a:lstStyle/>
          <a:p>
            <a:pPr marL="538163" lvl="3" indent="-261938" defTabSz="457200" eaLnBrk="1" hangingPunct="1">
              <a:lnSpc>
                <a:spcPts val="2600"/>
              </a:lnSpc>
              <a:spcAft>
                <a:spcPts val="0"/>
              </a:spcAft>
              <a:buFont typeface="Wingdings" panose="05000000000000000000" pitchFamily="2" charset="2"/>
              <a:buChar char="Ø"/>
            </a:pPr>
            <a:r>
              <a:rPr lang="zh-CN" altLang="en-US" sz="1800" spc="150" dirty="0">
                <a:solidFill>
                  <a:srgbClr val="000000"/>
                </a:solidFill>
                <a:latin typeface="微软雅黑" panose="020B0503020204020204" pitchFamily="34" charset="-122"/>
                <a:ea typeface="微软雅黑" panose="020B0503020204020204" pitchFamily="34" charset="-122"/>
              </a:rPr>
              <a:t>无限性</a:t>
            </a:r>
            <a:endParaRPr lang="en-US" altLang="zh-CN" sz="1800" spc="150" dirty="0">
              <a:solidFill>
                <a:srgbClr val="000000"/>
              </a:solidFill>
              <a:latin typeface="微软雅黑" panose="020B0503020204020204" pitchFamily="34" charset="-122"/>
              <a:ea typeface="微软雅黑" panose="020B0503020204020204" pitchFamily="34" charset="-122"/>
            </a:endParaRPr>
          </a:p>
          <a:p>
            <a:pPr marL="701675" lvl="3" indent="-163513" defTabSz="457200" eaLnBrk="1" hangingPunct="1">
              <a:lnSpc>
                <a:spcPct val="80000"/>
              </a:lnSpc>
              <a:spcBef>
                <a:spcPct val="40000"/>
              </a:spcBef>
              <a:spcAft>
                <a:spcPts val="600"/>
              </a:spcAft>
              <a:buFont typeface="Arial" panose="020B0604020202020204" pitchFamily="34" charset="0"/>
              <a:buChar char="•"/>
            </a:pPr>
            <a:r>
              <a:rPr lang="zh-CN" altLang="en-US" sz="1600" spc="150" dirty="0">
                <a:solidFill>
                  <a:srgbClr val="000000"/>
                </a:solidFill>
                <a:latin typeface="微软雅黑" panose="020B0503020204020204" pitchFamily="34" charset="-122"/>
                <a:ea typeface="微软雅黑" panose="020B0503020204020204" pitchFamily="34" charset="-122"/>
              </a:rPr>
              <a:t>无限性指一种欲望得到满足，更高层次的欲望也会随之产生。</a:t>
            </a:r>
            <a:r>
              <a:rPr lang="zh-CN" altLang="en-US" sz="1600" spc="150" dirty="0">
                <a:solidFill>
                  <a:srgbClr val="FF0000"/>
                </a:solidFill>
                <a:latin typeface="微软雅黑" panose="020B0503020204020204" pitchFamily="34" charset="-122"/>
                <a:ea typeface="微软雅黑" panose="020B0503020204020204" pitchFamily="34" charset="-122"/>
              </a:rPr>
              <a:t>→尽可能多获取商品</a:t>
            </a:r>
            <a:endParaRPr lang="en-US" altLang="zh-CN" sz="1600" spc="150" dirty="0">
              <a:solidFill>
                <a:srgbClr val="FF0000"/>
              </a:solidFill>
              <a:latin typeface="微软雅黑" panose="020B0503020204020204" pitchFamily="34" charset="-122"/>
              <a:ea typeface="微软雅黑" panose="020B0503020204020204" pitchFamily="34" charset="-122"/>
            </a:endParaRPr>
          </a:p>
          <a:p>
            <a:pPr marL="538163" lvl="3" indent="-261938" defTabSz="457200" eaLnBrk="1" hangingPunct="1">
              <a:lnSpc>
                <a:spcPts val="2600"/>
              </a:lnSpc>
              <a:spcAft>
                <a:spcPts val="0"/>
              </a:spcAft>
              <a:buFont typeface="Wingdings" panose="05000000000000000000" pitchFamily="2" charset="2"/>
              <a:buChar char="Ø"/>
            </a:pPr>
            <a:r>
              <a:rPr lang="zh-CN" altLang="en-US" sz="1800" spc="150" dirty="0">
                <a:solidFill>
                  <a:srgbClr val="000000"/>
                </a:solidFill>
                <a:latin typeface="微软雅黑" panose="020B0503020204020204" pitchFamily="34" charset="-122"/>
                <a:ea typeface="微软雅黑" panose="020B0503020204020204" pitchFamily="34" charset="-122"/>
              </a:rPr>
              <a:t>有限性</a:t>
            </a:r>
            <a:endParaRPr lang="en-US" altLang="zh-CN" sz="1800" spc="150" dirty="0">
              <a:solidFill>
                <a:srgbClr val="000000"/>
              </a:solidFill>
              <a:latin typeface="微软雅黑" panose="020B0503020204020204" pitchFamily="34" charset="-122"/>
              <a:ea typeface="微软雅黑" panose="020B0503020204020204" pitchFamily="34" charset="-122"/>
            </a:endParaRPr>
          </a:p>
          <a:p>
            <a:pPr marL="701675" lvl="3" indent="-163513" defTabSz="457200" eaLnBrk="1" hangingPunct="1">
              <a:lnSpc>
                <a:spcPct val="80000"/>
              </a:lnSpc>
              <a:spcBef>
                <a:spcPct val="40000"/>
              </a:spcBef>
              <a:spcAft>
                <a:spcPts val="1200"/>
              </a:spcAft>
              <a:buFont typeface="Arial" panose="020B0604020202020204" pitchFamily="34" charset="0"/>
              <a:buChar char="•"/>
            </a:pPr>
            <a:r>
              <a:rPr lang="zh-CN" altLang="en-US" sz="1600" spc="150" dirty="0">
                <a:solidFill>
                  <a:srgbClr val="000000"/>
                </a:solidFill>
                <a:latin typeface="微软雅黑" panose="020B0503020204020204" pitchFamily="34" charset="-122"/>
                <a:ea typeface="微软雅黑" panose="020B0503020204020204" pitchFamily="34" charset="-122"/>
              </a:rPr>
              <a:t>有限性指对特定的商品而言，人的欲望是有限的。</a:t>
            </a:r>
            <a:r>
              <a:rPr lang="zh-CN" altLang="en-US" sz="1600" spc="150" dirty="0">
                <a:solidFill>
                  <a:srgbClr val="FF0000"/>
                </a:solidFill>
                <a:latin typeface="微软雅黑" panose="020B0503020204020204" pitchFamily="34" charset="-122"/>
                <a:ea typeface="微软雅黑" panose="020B0503020204020204" pitchFamily="34" charset="-122"/>
              </a:rPr>
              <a:t>→需要不同商品</a:t>
            </a:r>
          </a:p>
        </p:txBody>
      </p:sp>
      <p:grpSp>
        <p:nvGrpSpPr>
          <p:cNvPr id="10" name="组合 9">
            <a:extLst>
              <a:ext uri="{FF2B5EF4-FFF2-40B4-BE49-F238E27FC236}">
                <a16:creationId xmlns:a16="http://schemas.microsoft.com/office/drawing/2014/main" id="{88173B19-72E1-4150-A198-78E045D3C45A}"/>
              </a:ext>
            </a:extLst>
          </p:cNvPr>
          <p:cNvGrpSpPr/>
          <p:nvPr/>
        </p:nvGrpSpPr>
        <p:grpSpPr>
          <a:xfrm>
            <a:off x="5111750" y="1114425"/>
            <a:ext cx="2088232" cy="514350"/>
            <a:chOff x="467544" y="2343438"/>
            <a:chExt cx="2547461" cy="514350"/>
          </a:xfrm>
        </p:grpSpPr>
        <p:sp>
          <p:nvSpPr>
            <p:cNvPr id="11" name="MH_Text_1">
              <a:extLst>
                <a:ext uri="{FF2B5EF4-FFF2-40B4-BE49-F238E27FC236}">
                  <a16:creationId xmlns:a16="http://schemas.microsoft.com/office/drawing/2014/main" id="{FFA9D90D-0736-4AA7-8E39-FF0345DF94DA}"/>
                </a:ext>
              </a:extLst>
            </p:cNvPr>
            <p:cNvSpPr/>
            <p:nvPr>
              <p:custDataLst>
                <p:tags r:id="rId3"/>
              </p:custDataLst>
            </p:nvPr>
          </p:nvSpPr>
          <p:spPr bwMode="auto">
            <a:xfrm>
              <a:off x="467544" y="2343438"/>
              <a:ext cx="2547461" cy="514350"/>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algn="ctr">
                <a:defRPr/>
              </a:pPr>
              <a:r>
                <a:rPr lang="zh-CN" altLang="en-US" sz="2000" spc="150" dirty="0">
                  <a:solidFill>
                    <a:srgbClr val="000000"/>
                  </a:solidFill>
                  <a:latin typeface="微软雅黑" panose="020B0503020204020204" pitchFamily="34" charset="-122"/>
                  <a:ea typeface="微软雅黑" panose="020B0503020204020204" pitchFamily="34" charset="-122"/>
                </a:rPr>
                <a:t>效用</a:t>
              </a:r>
            </a:p>
          </p:txBody>
        </p:sp>
        <p:sp>
          <p:nvSpPr>
            <p:cNvPr id="12" name="MH_Other_2">
              <a:extLst>
                <a:ext uri="{FF2B5EF4-FFF2-40B4-BE49-F238E27FC236}">
                  <a16:creationId xmlns:a16="http://schemas.microsoft.com/office/drawing/2014/main" id="{A7283087-32F2-454D-AC7A-7882BE0DF9E9}"/>
                </a:ext>
              </a:extLst>
            </p:cNvPr>
            <p:cNvSpPr/>
            <p:nvPr>
              <p:custDataLst>
                <p:tags r:id="rId4"/>
              </p:custDataLst>
            </p:nvPr>
          </p:nvSpPr>
          <p:spPr bwMode="auto">
            <a:xfrm rot="10800000">
              <a:off x="2807425" y="2430236"/>
              <a:ext cx="127000" cy="127000"/>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grpSp>
        <p:nvGrpSpPr>
          <p:cNvPr id="13" name="组合 12">
            <a:extLst>
              <a:ext uri="{FF2B5EF4-FFF2-40B4-BE49-F238E27FC236}">
                <a16:creationId xmlns:a16="http://schemas.microsoft.com/office/drawing/2014/main" id="{8F6B395F-748E-4621-924C-1631855138C9}"/>
              </a:ext>
            </a:extLst>
          </p:cNvPr>
          <p:cNvGrpSpPr/>
          <p:nvPr/>
        </p:nvGrpSpPr>
        <p:grpSpPr>
          <a:xfrm>
            <a:off x="503238" y="4630763"/>
            <a:ext cx="2088232" cy="514350"/>
            <a:chOff x="467544" y="2343438"/>
            <a:chExt cx="2547461" cy="514350"/>
          </a:xfrm>
        </p:grpSpPr>
        <p:sp>
          <p:nvSpPr>
            <p:cNvPr id="14" name="MH_Text_1">
              <a:extLst>
                <a:ext uri="{FF2B5EF4-FFF2-40B4-BE49-F238E27FC236}">
                  <a16:creationId xmlns:a16="http://schemas.microsoft.com/office/drawing/2014/main" id="{C8D69AD6-7603-4457-BBE9-A87F776FBABF}"/>
                </a:ext>
              </a:extLst>
            </p:cNvPr>
            <p:cNvSpPr/>
            <p:nvPr>
              <p:custDataLst>
                <p:tags r:id="rId1"/>
              </p:custDataLst>
            </p:nvPr>
          </p:nvSpPr>
          <p:spPr bwMode="auto">
            <a:xfrm>
              <a:off x="467544" y="2343438"/>
              <a:ext cx="2547461" cy="514350"/>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algn="ctr">
                <a:defRPr/>
              </a:pPr>
              <a:r>
                <a:rPr lang="zh-CN" altLang="en-US" sz="2000" spc="150" dirty="0">
                  <a:solidFill>
                    <a:srgbClr val="000000"/>
                  </a:solidFill>
                  <a:latin typeface="微软雅黑" panose="020B0503020204020204" pitchFamily="34" charset="-122"/>
                  <a:ea typeface="微软雅黑" panose="020B0503020204020204" pitchFamily="34" charset="-122"/>
                </a:rPr>
                <a:t>效用的大小</a:t>
              </a:r>
            </a:p>
          </p:txBody>
        </p:sp>
        <p:sp>
          <p:nvSpPr>
            <p:cNvPr id="15" name="MH_Other_2">
              <a:extLst>
                <a:ext uri="{FF2B5EF4-FFF2-40B4-BE49-F238E27FC236}">
                  <a16:creationId xmlns:a16="http://schemas.microsoft.com/office/drawing/2014/main" id="{4B31104C-AEE4-4BF4-989B-310CF41F9E3B}"/>
                </a:ext>
              </a:extLst>
            </p:cNvPr>
            <p:cNvSpPr/>
            <p:nvPr>
              <p:custDataLst>
                <p:tags r:id="rId2"/>
              </p:custDataLst>
            </p:nvPr>
          </p:nvSpPr>
          <p:spPr bwMode="auto">
            <a:xfrm rot="10800000">
              <a:off x="2759416" y="2418486"/>
              <a:ext cx="127000" cy="127000"/>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
        <p:nvSpPr>
          <p:cNvPr id="16" name="Rectangle 3">
            <a:extLst>
              <a:ext uri="{FF2B5EF4-FFF2-40B4-BE49-F238E27FC236}">
                <a16:creationId xmlns:a16="http://schemas.microsoft.com/office/drawing/2014/main" id="{D25ABA5F-EFCB-4B72-9DB1-4BCE48FA2E73}"/>
              </a:ext>
            </a:extLst>
          </p:cNvPr>
          <p:cNvSpPr txBox="1">
            <a:spLocks noChangeArrowheads="1"/>
          </p:cNvSpPr>
          <p:nvPr/>
        </p:nvSpPr>
        <p:spPr bwMode="auto">
          <a:xfrm>
            <a:off x="4738128" y="1675829"/>
            <a:ext cx="3794367" cy="3495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38163" lvl="3" indent="-261938" defTabSz="457200" eaLnBrk="1" hangingPunct="1">
              <a:lnSpc>
                <a:spcPts val="2600"/>
              </a:lnSpc>
              <a:buFont typeface="Wingdings" panose="05000000000000000000" pitchFamily="2" charset="2"/>
              <a:buChar char="Ø"/>
            </a:pPr>
            <a:r>
              <a:rPr lang="zh-CN" altLang="en-US" sz="1800" spc="150" dirty="0">
                <a:solidFill>
                  <a:srgbClr val="000000"/>
                </a:solidFill>
                <a:latin typeface="微软雅黑" panose="020B0503020204020204" pitchFamily="34" charset="-122"/>
                <a:ea typeface="微软雅黑" panose="020B0503020204020204" pitchFamily="34" charset="-122"/>
              </a:rPr>
              <a:t>经济学中的效用有两层含义：</a:t>
            </a:r>
            <a:endParaRPr lang="en-US" altLang="zh-CN" sz="1800" spc="150" dirty="0">
              <a:solidFill>
                <a:srgbClr val="000000"/>
              </a:solidFill>
              <a:latin typeface="微软雅黑" panose="020B0503020204020204" pitchFamily="34" charset="-122"/>
              <a:ea typeface="微软雅黑" panose="020B0503020204020204" pitchFamily="34" charset="-122"/>
            </a:endParaRPr>
          </a:p>
          <a:p>
            <a:pPr marL="701675" lvl="3" indent="-163513" defTabSz="457200" eaLnBrk="1" hangingPunct="1">
              <a:lnSpc>
                <a:spcPct val="80000"/>
              </a:lnSpc>
              <a:spcBef>
                <a:spcPct val="40000"/>
              </a:spcBef>
              <a:spcAft>
                <a:spcPts val="600"/>
              </a:spcAft>
              <a:buFont typeface="Arial" panose="020B0604020202020204" pitchFamily="34" charset="0"/>
              <a:buChar char="•"/>
            </a:pPr>
            <a:r>
              <a:rPr lang="zh-CN" altLang="en-US" sz="1600" spc="150" dirty="0">
                <a:solidFill>
                  <a:srgbClr val="000000"/>
                </a:solidFill>
                <a:latin typeface="微软雅黑" panose="020B0503020204020204" pitchFamily="34" charset="-122"/>
                <a:ea typeface="微软雅黑" panose="020B0503020204020204" pitchFamily="34" charset="-122"/>
              </a:rPr>
              <a:t>效用是指消费者从商品消费中获得的满足，是一个主观的感受。</a:t>
            </a:r>
          </a:p>
          <a:p>
            <a:pPr marL="701675" lvl="3" indent="-163513" defTabSz="457200" eaLnBrk="1" hangingPunct="1">
              <a:lnSpc>
                <a:spcPct val="80000"/>
              </a:lnSpc>
              <a:spcBef>
                <a:spcPct val="40000"/>
              </a:spcBef>
              <a:spcAft>
                <a:spcPts val="300"/>
              </a:spcAft>
              <a:buFont typeface="Arial" panose="020B0604020202020204" pitchFamily="34" charset="0"/>
              <a:buChar char="•"/>
            </a:pPr>
            <a:r>
              <a:rPr lang="zh-CN" altLang="en-US" sz="1600" spc="150" dirty="0">
                <a:solidFill>
                  <a:srgbClr val="000000"/>
                </a:solidFill>
                <a:latin typeface="微软雅黑" panose="020B0503020204020204" pitchFamily="34" charset="-122"/>
                <a:ea typeface="微软雅黑" panose="020B0503020204020204" pitchFamily="34" charset="-122"/>
              </a:rPr>
              <a:t>效用也是测度这种满足程度的单位，如同元、千克、公里一样。</a:t>
            </a:r>
          </a:p>
          <a:p>
            <a:pPr marL="538163" lvl="3" indent="-261938" defTabSz="457200" eaLnBrk="1" hangingPunct="1">
              <a:lnSpc>
                <a:spcPts val="2600"/>
              </a:lnSpc>
              <a:buFont typeface="Wingdings" panose="05000000000000000000" pitchFamily="2" charset="2"/>
              <a:buChar char="Ø"/>
            </a:pPr>
            <a:r>
              <a:rPr lang="zh-CN" altLang="en-US" sz="1800" spc="150" dirty="0">
                <a:solidFill>
                  <a:srgbClr val="000000"/>
                </a:solidFill>
                <a:latin typeface="微软雅黑" panose="020B0503020204020204" pitchFamily="34" charset="-122"/>
                <a:ea typeface="微软雅黑" panose="020B0503020204020204" pitchFamily="34" charset="-122"/>
              </a:rPr>
              <a:t>一种商品或服务效用的大小，取决于消费者的主观心理评价，由消费者欲望的强度所决定。</a:t>
            </a:r>
          </a:p>
        </p:txBody>
      </p:sp>
      <p:sp>
        <p:nvSpPr>
          <p:cNvPr id="17" name="Rectangle 3">
            <a:extLst>
              <a:ext uri="{FF2B5EF4-FFF2-40B4-BE49-F238E27FC236}">
                <a16:creationId xmlns:a16="http://schemas.microsoft.com/office/drawing/2014/main" id="{449919D3-4D91-4C5C-A96F-FDBF02C37347}"/>
              </a:ext>
            </a:extLst>
          </p:cNvPr>
          <p:cNvSpPr txBox="1">
            <a:spLocks noChangeArrowheads="1"/>
          </p:cNvSpPr>
          <p:nvPr/>
        </p:nvSpPr>
        <p:spPr bwMode="auto">
          <a:xfrm>
            <a:off x="863600" y="5178641"/>
            <a:ext cx="7252112" cy="9888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38163" lvl="3" indent="-261938" defTabSz="457200" eaLnBrk="1" hangingPunct="1">
              <a:lnSpc>
                <a:spcPts val="2600"/>
              </a:lnSpc>
              <a:buFont typeface="Wingdings" panose="05000000000000000000" pitchFamily="2" charset="2"/>
              <a:buChar char="Ø"/>
            </a:pPr>
            <a:r>
              <a:rPr lang="zh-CN" altLang="en-US" sz="1800" spc="150" dirty="0">
                <a:solidFill>
                  <a:srgbClr val="000000"/>
                </a:solidFill>
                <a:latin typeface="微软雅黑" panose="020B0503020204020204" pitchFamily="34" charset="-122"/>
                <a:ea typeface="微软雅黑" panose="020B0503020204020204" pitchFamily="34" charset="-122"/>
              </a:rPr>
              <a:t>一种商品或服务效用的大小，取决于消费者的主观心理评价，由消费者欲望的强度所决定。</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7170">
                                            <p:txEl>
                                              <p:pRg st="0" end="0"/>
                                            </p:txEl>
                                          </p:spTgt>
                                        </p:tgtEl>
                                        <p:attrNameLst>
                                          <p:attrName>style.visibility</p:attrName>
                                        </p:attrNameLst>
                                      </p:cBhvr>
                                      <p:to>
                                        <p:strVal val="visible"/>
                                      </p:to>
                                    </p:set>
                                    <p:animEffect transition="in" filter="slide(fromBottom)">
                                      <p:cBhvr>
                                        <p:cTn id="17" dur="500"/>
                                        <p:tgtEl>
                                          <p:spTgt spid="7170">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7170">
                                            <p:txEl>
                                              <p:pRg st="1" end="1"/>
                                            </p:txEl>
                                          </p:spTgt>
                                        </p:tgtEl>
                                        <p:attrNameLst>
                                          <p:attrName>style.visibility</p:attrName>
                                        </p:attrNameLst>
                                      </p:cBhvr>
                                      <p:to>
                                        <p:strVal val="visible"/>
                                      </p:to>
                                    </p:set>
                                    <p:animEffect transition="in" filter="slide(fromBottom)">
                                      <p:cBhvr>
                                        <p:cTn id="22" dur="500"/>
                                        <p:tgtEl>
                                          <p:spTgt spid="7170">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7170">
                                            <p:txEl>
                                              <p:pRg st="2" end="2"/>
                                            </p:txEl>
                                          </p:spTgt>
                                        </p:tgtEl>
                                        <p:attrNameLst>
                                          <p:attrName>style.visibility</p:attrName>
                                        </p:attrNameLst>
                                      </p:cBhvr>
                                      <p:to>
                                        <p:strVal val="visible"/>
                                      </p:to>
                                    </p:set>
                                    <p:animEffect transition="in" filter="slide(fromBottom)">
                                      <p:cBhvr>
                                        <p:cTn id="27" dur="500"/>
                                        <p:tgtEl>
                                          <p:spTgt spid="7170">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7170">
                                            <p:txEl>
                                              <p:pRg st="3" end="3"/>
                                            </p:txEl>
                                          </p:spTgt>
                                        </p:tgtEl>
                                        <p:attrNameLst>
                                          <p:attrName>style.visibility</p:attrName>
                                        </p:attrNameLst>
                                      </p:cBhvr>
                                      <p:to>
                                        <p:strVal val="visible"/>
                                      </p:to>
                                    </p:set>
                                    <p:animEffect transition="in" filter="slide(fromBottom)">
                                      <p:cBhvr>
                                        <p:cTn id="32" dur="500"/>
                                        <p:tgtEl>
                                          <p:spTgt spid="7170">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left)">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18" presetClass="entr" presetSubtype="6" fill="hold" grpId="0" nodeType="clickEffect">
                                  <p:stCondLst>
                                    <p:cond delay="0"/>
                                  </p:stCondLst>
                                  <p:childTnLst>
                                    <p:set>
                                      <p:cBhvr>
                                        <p:cTn id="41" dur="1" fill="hold">
                                          <p:stCondLst>
                                            <p:cond delay="0"/>
                                          </p:stCondLst>
                                        </p:cTn>
                                        <p:tgtEl>
                                          <p:spTgt spid="16">
                                            <p:txEl>
                                              <p:pRg st="0" end="0"/>
                                            </p:txEl>
                                          </p:spTgt>
                                        </p:tgtEl>
                                        <p:attrNameLst>
                                          <p:attrName>style.visibility</p:attrName>
                                        </p:attrNameLst>
                                      </p:cBhvr>
                                      <p:to>
                                        <p:strVal val="visible"/>
                                      </p:to>
                                    </p:set>
                                    <p:animEffect transition="in" filter="strips(downRight)">
                                      <p:cBhvr>
                                        <p:cTn id="42" dur="500"/>
                                        <p:tgtEl>
                                          <p:spTgt spid="16">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8" presetClass="entr" presetSubtype="6" fill="hold" grpId="0" nodeType="clickEffect">
                                  <p:stCondLst>
                                    <p:cond delay="0"/>
                                  </p:stCondLst>
                                  <p:childTnLst>
                                    <p:set>
                                      <p:cBhvr>
                                        <p:cTn id="46" dur="1" fill="hold">
                                          <p:stCondLst>
                                            <p:cond delay="0"/>
                                          </p:stCondLst>
                                        </p:cTn>
                                        <p:tgtEl>
                                          <p:spTgt spid="16">
                                            <p:txEl>
                                              <p:pRg st="1" end="1"/>
                                            </p:txEl>
                                          </p:spTgt>
                                        </p:tgtEl>
                                        <p:attrNameLst>
                                          <p:attrName>style.visibility</p:attrName>
                                        </p:attrNameLst>
                                      </p:cBhvr>
                                      <p:to>
                                        <p:strVal val="visible"/>
                                      </p:to>
                                    </p:set>
                                    <p:animEffect transition="in" filter="strips(downRight)">
                                      <p:cBhvr>
                                        <p:cTn id="47" dur="500"/>
                                        <p:tgtEl>
                                          <p:spTgt spid="16">
                                            <p:txEl>
                                              <p:pRg st="1" end="1"/>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8" presetClass="entr" presetSubtype="6" fill="hold" grpId="0" nodeType="clickEffect">
                                  <p:stCondLst>
                                    <p:cond delay="0"/>
                                  </p:stCondLst>
                                  <p:childTnLst>
                                    <p:set>
                                      <p:cBhvr>
                                        <p:cTn id="51" dur="1" fill="hold">
                                          <p:stCondLst>
                                            <p:cond delay="0"/>
                                          </p:stCondLst>
                                        </p:cTn>
                                        <p:tgtEl>
                                          <p:spTgt spid="16">
                                            <p:txEl>
                                              <p:pRg st="2" end="2"/>
                                            </p:txEl>
                                          </p:spTgt>
                                        </p:tgtEl>
                                        <p:attrNameLst>
                                          <p:attrName>style.visibility</p:attrName>
                                        </p:attrNameLst>
                                      </p:cBhvr>
                                      <p:to>
                                        <p:strVal val="visible"/>
                                      </p:to>
                                    </p:set>
                                    <p:animEffect transition="in" filter="strips(downRight)">
                                      <p:cBhvr>
                                        <p:cTn id="52" dur="500"/>
                                        <p:tgtEl>
                                          <p:spTgt spid="16">
                                            <p:txEl>
                                              <p:pRg st="2" end="2"/>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8" presetClass="entr" presetSubtype="6" fill="hold" grpId="0" nodeType="clickEffect">
                                  <p:stCondLst>
                                    <p:cond delay="0"/>
                                  </p:stCondLst>
                                  <p:childTnLst>
                                    <p:set>
                                      <p:cBhvr>
                                        <p:cTn id="56" dur="1" fill="hold">
                                          <p:stCondLst>
                                            <p:cond delay="0"/>
                                          </p:stCondLst>
                                        </p:cTn>
                                        <p:tgtEl>
                                          <p:spTgt spid="16">
                                            <p:txEl>
                                              <p:pRg st="3" end="3"/>
                                            </p:txEl>
                                          </p:spTgt>
                                        </p:tgtEl>
                                        <p:attrNameLst>
                                          <p:attrName>style.visibility</p:attrName>
                                        </p:attrNameLst>
                                      </p:cBhvr>
                                      <p:to>
                                        <p:strVal val="visible"/>
                                      </p:to>
                                    </p:set>
                                    <p:animEffect transition="in" filter="strips(downRight)">
                                      <p:cBhvr>
                                        <p:cTn id="57" dur="500"/>
                                        <p:tgtEl>
                                          <p:spTgt spid="16">
                                            <p:txEl>
                                              <p:pRg st="3" end="3"/>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13"/>
                                        </p:tgtEl>
                                        <p:attrNameLst>
                                          <p:attrName>style.visibility</p:attrName>
                                        </p:attrNameLst>
                                      </p:cBhvr>
                                      <p:to>
                                        <p:strVal val="visible"/>
                                      </p:to>
                                    </p:set>
                                    <p:animEffect transition="in" filter="wipe(left)">
                                      <p:cBhvr>
                                        <p:cTn id="62" dur="500"/>
                                        <p:tgtEl>
                                          <p:spTgt spid="13"/>
                                        </p:tgtEl>
                                      </p:cBhvr>
                                    </p:animEffect>
                                  </p:childTnLst>
                                </p:cTn>
                              </p:par>
                            </p:childTnLst>
                          </p:cTn>
                        </p:par>
                      </p:childTnLst>
                    </p:cTn>
                  </p:par>
                  <p:par>
                    <p:cTn id="63" fill="hold">
                      <p:stCondLst>
                        <p:cond delay="indefinite"/>
                      </p:stCondLst>
                      <p:childTnLst>
                        <p:par>
                          <p:cTn id="64" fill="hold">
                            <p:stCondLst>
                              <p:cond delay="0"/>
                            </p:stCondLst>
                            <p:childTnLst>
                              <p:par>
                                <p:cTn id="65" presetID="18" presetClass="entr" presetSubtype="6" fill="hold" grpId="0" nodeType="clickEffect">
                                  <p:stCondLst>
                                    <p:cond delay="0"/>
                                  </p:stCondLst>
                                  <p:childTnLst>
                                    <p:set>
                                      <p:cBhvr>
                                        <p:cTn id="66" dur="1" fill="hold">
                                          <p:stCondLst>
                                            <p:cond delay="0"/>
                                          </p:stCondLst>
                                        </p:cTn>
                                        <p:tgtEl>
                                          <p:spTgt spid="17">
                                            <p:txEl>
                                              <p:pRg st="0" end="0"/>
                                            </p:txEl>
                                          </p:spTgt>
                                        </p:tgtEl>
                                        <p:attrNameLst>
                                          <p:attrName>style.visibility</p:attrName>
                                        </p:attrNameLst>
                                      </p:cBhvr>
                                      <p:to>
                                        <p:strVal val="visible"/>
                                      </p:to>
                                    </p:set>
                                    <p:animEffect transition="in" filter="strips(downRight)">
                                      <p:cBhvr>
                                        <p:cTn id="67" dur="500"/>
                                        <p:tgtEl>
                                          <p:spTgt spid="1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7170" grpId="0" uiExpand="1" build="p" autoUpdateAnimBg="0"/>
      <p:bldP spid="16" grpId="0" uiExpand="1" build="p" autoUpdateAnimBg="0"/>
      <p:bldP spid="17" grpId="0" uiExpand="1"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3"/>
          <p:cNvSpPr>
            <a:spLocks noGrp="1" noChangeArrowheads="1"/>
          </p:cNvSpPr>
          <p:nvPr>
            <p:ph type="body" idx="4294967295"/>
          </p:nvPr>
        </p:nvSpPr>
        <p:spPr>
          <a:xfrm>
            <a:off x="877455" y="2103421"/>
            <a:ext cx="7778865" cy="4784725"/>
          </a:xfrm>
        </p:spPr>
        <p:txBody>
          <a:bodyPr/>
          <a:lstStyle/>
          <a:p>
            <a:pPr marL="538163" lvl="3" indent="-261938" defTabSz="457200" eaLnBrk="1" hangingPunct="1">
              <a:lnSpc>
                <a:spcPts val="3000"/>
              </a:lnSpc>
              <a:spcAft>
                <a:spcPts val="600"/>
              </a:spcAft>
              <a:buFont typeface="Wingdings" panose="05000000000000000000" pitchFamily="2" charset="2"/>
              <a:buChar char="Ø"/>
            </a:pPr>
            <a:r>
              <a:rPr lang="zh-CN" altLang="en-US" sz="1800" spc="150" dirty="0">
                <a:solidFill>
                  <a:srgbClr val="000000"/>
                </a:solidFill>
                <a:latin typeface="微软雅黑" panose="020B0503020204020204" pitchFamily="34" charset="-122"/>
                <a:ea typeface="微软雅黑" panose="020B0503020204020204" pitchFamily="34" charset="-122"/>
              </a:rPr>
              <a:t>基数效用论：认为一种商品或劳务效用的大小，可以用基数（</a:t>
            </a:r>
            <a:r>
              <a:rPr lang="en-US" altLang="zh-CN" sz="1800" spc="150" dirty="0">
                <a:solidFill>
                  <a:srgbClr val="000000"/>
                </a:solidFill>
                <a:latin typeface="微软雅黑" panose="020B0503020204020204" pitchFamily="34" charset="-122"/>
                <a:ea typeface="微软雅黑" panose="020B0503020204020204" pitchFamily="34" charset="-122"/>
              </a:rPr>
              <a:t>1</a:t>
            </a:r>
            <a:r>
              <a:rPr lang="zh-CN" altLang="en-US" sz="1800" spc="150" dirty="0">
                <a:solidFill>
                  <a:srgbClr val="000000"/>
                </a:solidFill>
                <a:latin typeface="微软雅黑" panose="020B0503020204020204" pitchFamily="34" charset="-122"/>
                <a:ea typeface="微软雅黑" panose="020B0503020204020204" pitchFamily="34" charset="-122"/>
              </a:rPr>
              <a:t>、</a:t>
            </a:r>
            <a:r>
              <a:rPr lang="en-US" altLang="zh-CN" sz="1800" spc="150" dirty="0">
                <a:solidFill>
                  <a:srgbClr val="000000"/>
                </a:solidFill>
                <a:latin typeface="微软雅黑" panose="020B0503020204020204" pitchFamily="34" charset="-122"/>
                <a:ea typeface="微软雅黑" panose="020B0503020204020204" pitchFamily="34" charset="-122"/>
              </a:rPr>
              <a:t>2</a:t>
            </a:r>
            <a:r>
              <a:rPr lang="zh-CN" altLang="en-US" sz="1800" spc="150" dirty="0">
                <a:solidFill>
                  <a:srgbClr val="000000"/>
                </a:solidFill>
                <a:latin typeface="微软雅黑" panose="020B0503020204020204" pitchFamily="34" charset="-122"/>
                <a:ea typeface="微软雅黑" panose="020B0503020204020204" pitchFamily="34" charset="-122"/>
              </a:rPr>
              <a:t>、</a:t>
            </a:r>
            <a:r>
              <a:rPr lang="en-US" altLang="zh-CN" sz="1800" spc="150" dirty="0">
                <a:solidFill>
                  <a:srgbClr val="000000"/>
                </a:solidFill>
                <a:latin typeface="微软雅黑" panose="020B0503020204020204" pitchFamily="34" charset="-122"/>
                <a:ea typeface="微软雅黑" panose="020B0503020204020204" pitchFamily="34" charset="-122"/>
              </a:rPr>
              <a:t>3……</a:t>
            </a:r>
            <a:r>
              <a:rPr lang="zh-CN" altLang="en-US" sz="1800" spc="150" dirty="0">
                <a:solidFill>
                  <a:srgbClr val="000000"/>
                </a:solidFill>
                <a:latin typeface="微软雅黑" panose="020B0503020204020204" pitchFamily="34" charset="-122"/>
                <a:ea typeface="微软雅黑" panose="020B0503020204020204" pitchFamily="34" charset="-122"/>
              </a:rPr>
              <a:t>）测量，单位是尤特尔（</a:t>
            </a:r>
            <a:r>
              <a:rPr lang="en-US" altLang="zh-CN" sz="1800" spc="150" dirty="0" err="1">
                <a:solidFill>
                  <a:srgbClr val="000000"/>
                </a:solidFill>
                <a:latin typeface="微软雅黑" panose="020B0503020204020204" pitchFamily="34" charset="-122"/>
                <a:ea typeface="微软雅黑" panose="020B0503020204020204" pitchFamily="34" charset="-122"/>
              </a:rPr>
              <a:t>Utils</a:t>
            </a:r>
            <a:r>
              <a:rPr lang="zh-CN" altLang="en-US" sz="1800" spc="150" dirty="0">
                <a:solidFill>
                  <a:srgbClr val="000000"/>
                </a:solidFill>
                <a:latin typeface="微软雅黑" panose="020B0503020204020204" pitchFamily="34" charset="-122"/>
                <a:ea typeface="微软雅黑" panose="020B0503020204020204" pitchFamily="34" charset="-122"/>
              </a:rPr>
              <a:t>）。</a:t>
            </a:r>
          </a:p>
          <a:p>
            <a:pPr marL="538163" lvl="3" indent="-261938" defTabSz="457200" eaLnBrk="1" hangingPunct="1">
              <a:lnSpc>
                <a:spcPts val="3000"/>
              </a:lnSpc>
              <a:spcAft>
                <a:spcPts val="600"/>
              </a:spcAft>
              <a:buFont typeface="Wingdings" panose="05000000000000000000" pitchFamily="2" charset="2"/>
              <a:buChar char="Ø"/>
            </a:pPr>
            <a:r>
              <a:rPr lang="zh-CN" altLang="en-US" sz="1800" spc="150" dirty="0">
                <a:solidFill>
                  <a:srgbClr val="000000"/>
                </a:solidFill>
                <a:latin typeface="微软雅黑" panose="020B0503020204020204" pitchFamily="34" charset="-122"/>
                <a:ea typeface="微软雅黑" panose="020B0503020204020204" pitchFamily="34" charset="-122"/>
              </a:rPr>
              <a:t>序数效用论：认为效用的绝对量大小根本无法测定，无法用统一单位表示出来，只能根据消费者个人偏好程度排列出效用大小的先后顺序，即用第一、第二、第三</a:t>
            </a:r>
            <a:r>
              <a:rPr lang="en-US" altLang="zh-CN" sz="1800" spc="150" dirty="0">
                <a:solidFill>
                  <a:srgbClr val="000000"/>
                </a:solidFill>
                <a:latin typeface="微软雅黑" panose="020B0503020204020204" pitchFamily="34" charset="-122"/>
                <a:ea typeface="微软雅黑" panose="020B0503020204020204" pitchFamily="34" charset="-122"/>
              </a:rPr>
              <a:t>……</a:t>
            </a:r>
            <a:r>
              <a:rPr lang="zh-CN" altLang="en-US" sz="1800" spc="150" dirty="0">
                <a:solidFill>
                  <a:srgbClr val="000000"/>
                </a:solidFill>
                <a:latin typeface="微软雅黑" panose="020B0503020204020204" pitchFamily="34" charset="-122"/>
                <a:ea typeface="微软雅黑" panose="020B0503020204020204" pitchFamily="34" charset="-122"/>
              </a:rPr>
              <a:t>之类的序数词来表示。</a:t>
            </a:r>
          </a:p>
          <a:p>
            <a:pPr marL="538163" lvl="3" indent="-261938" defTabSz="457200" eaLnBrk="1" hangingPunct="1">
              <a:lnSpc>
                <a:spcPts val="3000"/>
              </a:lnSpc>
              <a:spcAft>
                <a:spcPts val="600"/>
              </a:spcAft>
              <a:buFont typeface="Wingdings" panose="05000000000000000000" pitchFamily="2" charset="2"/>
              <a:buChar char="Ø"/>
            </a:pPr>
            <a:r>
              <a:rPr lang="zh-CN" altLang="en-US" sz="1800" spc="150" dirty="0">
                <a:solidFill>
                  <a:srgbClr val="000000"/>
                </a:solidFill>
                <a:latin typeface="微软雅黑" panose="020B0503020204020204" pitchFamily="34" charset="-122"/>
                <a:ea typeface="微软雅黑" panose="020B0503020204020204" pitchFamily="34" charset="-122"/>
              </a:rPr>
              <a:t>由于基数效用论和序数效用论对效用本身的理解不同，由此形成了两种不同的消费者行为理论。</a:t>
            </a:r>
          </a:p>
          <a:p>
            <a:pPr marL="538163" lvl="3" indent="-261938" defTabSz="457200" eaLnBrk="1" hangingPunct="1">
              <a:lnSpc>
                <a:spcPts val="3000"/>
              </a:lnSpc>
              <a:spcAft>
                <a:spcPts val="600"/>
              </a:spcAft>
              <a:buFont typeface="Wingdings" panose="05000000000000000000" pitchFamily="2" charset="2"/>
              <a:buChar char="Ø"/>
            </a:pPr>
            <a:r>
              <a:rPr lang="zh-CN" altLang="en-US" sz="1800" spc="150" dirty="0">
                <a:solidFill>
                  <a:srgbClr val="000000"/>
                </a:solidFill>
                <a:latin typeface="微软雅黑" panose="020B0503020204020204" pitchFamily="34" charset="-122"/>
                <a:ea typeface="微软雅黑" panose="020B0503020204020204" pitchFamily="34" charset="-122"/>
              </a:rPr>
              <a:t>基数效用论形成了以边际效用分析为基础的消费者行为理论。</a:t>
            </a:r>
          </a:p>
          <a:p>
            <a:pPr marL="538163" lvl="3" indent="-261938" defTabSz="457200" eaLnBrk="1" hangingPunct="1">
              <a:lnSpc>
                <a:spcPts val="3000"/>
              </a:lnSpc>
              <a:spcAft>
                <a:spcPts val="600"/>
              </a:spcAft>
              <a:buFont typeface="Wingdings" panose="05000000000000000000" pitchFamily="2" charset="2"/>
              <a:buChar char="Ø"/>
            </a:pPr>
            <a:r>
              <a:rPr lang="zh-CN" altLang="en-US" sz="1800" spc="150" dirty="0">
                <a:solidFill>
                  <a:srgbClr val="000000"/>
                </a:solidFill>
                <a:latin typeface="微软雅黑" panose="020B0503020204020204" pitchFamily="34" charset="-122"/>
                <a:ea typeface="微软雅黑" panose="020B0503020204020204" pitchFamily="34" charset="-122"/>
              </a:rPr>
              <a:t>序数效用论形成了以无差异分析为基础的消费者行为理论。</a:t>
            </a:r>
          </a:p>
        </p:txBody>
      </p:sp>
      <p:sp>
        <p:nvSpPr>
          <p:cNvPr id="8" name="矩形 7">
            <a:extLst>
              <a:ext uri="{FF2B5EF4-FFF2-40B4-BE49-F238E27FC236}">
                <a16:creationId xmlns:a16="http://schemas.microsoft.com/office/drawing/2014/main" id="{3E853C87-7DF8-4C28-84D7-797C6CF21B8F}"/>
              </a:ext>
            </a:extLst>
          </p:cNvPr>
          <p:cNvSpPr/>
          <p:nvPr/>
        </p:nvSpPr>
        <p:spPr>
          <a:xfrm>
            <a:off x="6593747" y="0"/>
            <a:ext cx="2550253" cy="369332"/>
          </a:xfrm>
          <a:prstGeom prst="rect">
            <a:avLst/>
          </a:prstGeom>
        </p:spPr>
        <p:txBody>
          <a:bodyPr wrap="squar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第一节 </a:t>
            </a:r>
            <a:r>
              <a:rPr lang="zh-CN" altLang="en-US" spc="150" dirty="0">
                <a:latin typeface="微软雅黑" panose="020B0503020204020204" pitchFamily="34" charset="-122"/>
                <a:ea typeface="微软雅黑" panose="020B0503020204020204" pitchFamily="34" charset="-122"/>
              </a:rPr>
              <a:t>效用理论概述</a:t>
            </a:r>
            <a:r>
              <a:rPr lang="zh-CN" altLang="en-US" spc="150" dirty="0">
                <a:solidFill>
                  <a:srgbClr val="000000"/>
                </a:solidFill>
                <a:latin typeface="微软雅黑" panose="020B0503020204020204" pitchFamily="34" charset="-122"/>
                <a:ea typeface="微软雅黑" panose="020B0503020204020204" pitchFamily="34" charset="-122"/>
              </a:rPr>
              <a:t> </a:t>
            </a:r>
          </a:p>
        </p:txBody>
      </p:sp>
      <p:sp>
        <p:nvSpPr>
          <p:cNvPr id="9" name="矩形 8">
            <a:extLst>
              <a:ext uri="{FF2B5EF4-FFF2-40B4-BE49-F238E27FC236}">
                <a16:creationId xmlns:a16="http://schemas.microsoft.com/office/drawing/2014/main" id="{03E6E4C7-CD76-42D1-84AF-8E8FB45543FC}"/>
              </a:ext>
            </a:extLst>
          </p:cNvPr>
          <p:cNvSpPr/>
          <p:nvPr/>
        </p:nvSpPr>
        <p:spPr>
          <a:xfrm>
            <a:off x="467544" y="548680"/>
            <a:ext cx="4762842"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二、总效用和边际效用递减规律</a:t>
            </a:r>
          </a:p>
        </p:txBody>
      </p:sp>
      <p:pic>
        <p:nvPicPr>
          <p:cNvPr id="5" name="图片 4">
            <a:extLst>
              <a:ext uri="{FF2B5EF4-FFF2-40B4-BE49-F238E27FC236}">
                <a16:creationId xmlns:a16="http://schemas.microsoft.com/office/drawing/2014/main" id="{A8F3CED1-DE73-49A4-97FA-CD299762B50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flipH="1">
            <a:off x="8039842" y="542639"/>
            <a:ext cx="899110" cy="1018794"/>
          </a:xfrm>
          <a:prstGeom prst="rect">
            <a:avLst/>
          </a:prstGeom>
        </p:spPr>
      </p:pic>
      <p:grpSp>
        <p:nvGrpSpPr>
          <p:cNvPr id="2" name="组合 1">
            <a:extLst>
              <a:ext uri="{FF2B5EF4-FFF2-40B4-BE49-F238E27FC236}">
                <a16:creationId xmlns:a16="http://schemas.microsoft.com/office/drawing/2014/main" id="{2EEE81FC-EEFE-4C45-BE11-379BC4674CAE}"/>
              </a:ext>
            </a:extLst>
          </p:cNvPr>
          <p:cNvGrpSpPr/>
          <p:nvPr/>
        </p:nvGrpSpPr>
        <p:grpSpPr>
          <a:xfrm>
            <a:off x="467544" y="1393372"/>
            <a:ext cx="2968383" cy="514350"/>
            <a:chOff x="467544" y="1393372"/>
            <a:chExt cx="2968383" cy="514350"/>
          </a:xfrm>
        </p:grpSpPr>
        <p:sp>
          <p:nvSpPr>
            <p:cNvPr id="10" name="MH_Text_1">
              <a:extLst>
                <a:ext uri="{FF2B5EF4-FFF2-40B4-BE49-F238E27FC236}">
                  <a16:creationId xmlns:a16="http://schemas.microsoft.com/office/drawing/2014/main" id="{8159DEA9-5954-4416-97A5-B231E9995241}"/>
                </a:ext>
              </a:extLst>
            </p:cNvPr>
            <p:cNvSpPr/>
            <p:nvPr>
              <p:custDataLst>
                <p:tags r:id="rId1"/>
              </p:custDataLst>
            </p:nvPr>
          </p:nvSpPr>
          <p:spPr bwMode="auto">
            <a:xfrm>
              <a:off x="467544" y="1393372"/>
              <a:ext cx="2968383" cy="514350"/>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algn="ctr">
                <a:defRPr/>
              </a:pPr>
              <a:r>
                <a:rPr lang="zh-CN" altLang="en-US" sz="2000" spc="150" dirty="0">
                  <a:solidFill>
                    <a:srgbClr val="000000"/>
                  </a:solidFill>
                  <a:latin typeface="微软雅黑" panose="020B0503020204020204" pitchFamily="34" charset="-122"/>
                  <a:ea typeface="微软雅黑" panose="020B0503020204020204" pitchFamily="34" charset="-122"/>
                </a:rPr>
                <a:t>基数效用与序数效用</a:t>
              </a:r>
            </a:p>
          </p:txBody>
        </p:sp>
        <p:sp>
          <p:nvSpPr>
            <p:cNvPr id="12" name="MH_Other_2">
              <a:extLst>
                <a:ext uri="{FF2B5EF4-FFF2-40B4-BE49-F238E27FC236}">
                  <a16:creationId xmlns:a16="http://schemas.microsoft.com/office/drawing/2014/main" id="{1CA19E64-0454-4711-81A3-762B64EC4165}"/>
                </a:ext>
              </a:extLst>
            </p:cNvPr>
            <p:cNvSpPr/>
            <p:nvPr>
              <p:custDataLst>
                <p:tags r:id="rId2"/>
              </p:custDataLst>
            </p:nvPr>
          </p:nvSpPr>
          <p:spPr bwMode="auto">
            <a:xfrm rot="10800000">
              <a:off x="3225955" y="1478234"/>
              <a:ext cx="147984" cy="127000"/>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Tree>
    <p:extLst>
      <p:ext uri="{BB962C8B-B14F-4D97-AF65-F5344CB8AC3E}">
        <p14:creationId xmlns:p14="http://schemas.microsoft.com/office/powerpoint/2010/main" val="4233356603"/>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inVertic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7170">
                                            <p:txEl>
                                              <p:pRg st="0" end="0"/>
                                            </p:txEl>
                                          </p:spTgt>
                                        </p:tgtEl>
                                        <p:attrNameLst>
                                          <p:attrName>style.visibility</p:attrName>
                                        </p:attrNameLst>
                                      </p:cBhvr>
                                      <p:to>
                                        <p:strVal val="visible"/>
                                      </p:to>
                                    </p:set>
                                    <p:animEffect transition="in" filter="slide(fromBottom)">
                                      <p:cBhvr>
                                        <p:cTn id="17" dur="500"/>
                                        <p:tgtEl>
                                          <p:spTgt spid="7170">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7170">
                                            <p:txEl>
                                              <p:pRg st="1" end="1"/>
                                            </p:txEl>
                                          </p:spTgt>
                                        </p:tgtEl>
                                        <p:attrNameLst>
                                          <p:attrName>style.visibility</p:attrName>
                                        </p:attrNameLst>
                                      </p:cBhvr>
                                      <p:to>
                                        <p:strVal val="visible"/>
                                      </p:to>
                                    </p:set>
                                    <p:animEffect transition="in" filter="slide(fromBottom)">
                                      <p:cBhvr>
                                        <p:cTn id="22" dur="500"/>
                                        <p:tgtEl>
                                          <p:spTgt spid="7170">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7170">
                                            <p:txEl>
                                              <p:pRg st="2" end="2"/>
                                            </p:txEl>
                                          </p:spTgt>
                                        </p:tgtEl>
                                        <p:attrNameLst>
                                          <p:attrName>style.visibility</p:attrName>
                                        </p:attrNameLst>
                                      </p:cBhvr>
                                      <p:to>
                                        <p:strVal val="visible"/>
                                      </p:to>
                                    </p:set>
                                    <p:animEffect transition="in" filter="slide(fromBottom)">
                                      <p:cBhvr>
                                        <p:cTn id="27" dur="500"/>
                                        <p:tgtEl>
                                          <p:spTgt spid="7170">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7170">
                                            <p:txEl>
                                              <p:pRg st="3" end="3"/>
                                            </p:txEl>
                                          </p:spTgt>
                                        </p:tgtEl>
                                        <p:attrNameLst>
                                          <p:attrName>style.visibility</p:attrName>
                                        </p:attrNameLst>
                                      </p:cBhvr>
                                      <p:to>
                                        <p:strVal val="visible"/>
                                      </p:to>
                                    </p:set>
                                    <p:animEffect transition="in" filter="slide(fromBottom)">
                                      <p:cBhvr>
                                        <p:cTn id="32" dur="500"/>
                                        <p:tgtEl>
                                          <p:spTgt spid="7170">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7170">
                                            <p:txEl>
                                              <p:pRg st="4" end="4"/>
                                            </p:txEl>
                                          </p:spTgt>
                                        </p:tgtEl>
                                        <p:attrNameLst>
                                          <p:attrName>style.visibility</p:attrName>
                                        </p:attrNameLst>
                                      </p:cBhvr>
                                      <p:to>
                                        <p:strVal val="visible"/>
                                      </p:to>
                                    </p:set>
                                    <p:animEffect transition="in" filter="slide(fromBottom)">
                                      <p:cBhvr>
                                        <p:cTn id="37" dur="500"/>
                                        <p:tgtEl>
                                          <p:spTgt spid="7170">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fade">
                                      <p:cBhvr>
                                        <p:cTn id="4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uiExpand="1" build="p" autoUpdateAnimBg="0"/>
      <p:bldP spid="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3"/>
          <p:cNvSpPr>
            <a:spLocks noGrp="1" noChangeArrowheads="1"/>
          </p:cNvSpPr>
          <p:nvPr>
            <p:ph type="body" idx="4294967295"/>
          </p:nvPr>
        </p:nvSpPr>
        <p:spPr>
          <a:xfrm>
            <a:off x="877455" y="2107614"/>
            <a:ext cx="6848353" cy="4784725"/>
          </a:xfrm>
        </p:spPr>
        <p:txBody>
          <a:bodyPr/>
          <a:lstStyle/>
          <a:p>
            <a:pPr marL="538163" lvl="3" indent="-261938" defTabSz="457200" eaLnBrk="1" hangingPunct="1">
              <a:lnSpc>
                <a:spcPts val="3000"/>
              </a:lnSpc>
              <a:spcAft>
                <a:spcPts val="2400"/>
              </a:spcAft>
              <a:buFont typeface="Wingdings" panose="05000000000000000000" pitchFamily="2" charset="2"/>
              <a:buChar char="Ø"/>
            </a:pPr>
            <a:r>
              <a:rPr lang="zh-CN" altLang="en-US" sz="1800" spc="150" dirty="0">
                <a:solidFill>
                  <a:srgbClr val="000000"/>
                </a:solidFill>
                <a:latin typeface="微软雅黑" panose="020B0503020204020204" pitchFamily="34" charset="-122"/>
                <a:ea typeface="微软雅黑" panose="020B0503020204020204" pitchFamily="34" charset="-122"/>
              </a:rPr>
              <a:t>基数效用论：认为可以用</a:t>
            </a:r>
            <a:r>
              <a:rPr lang="en-US" altLang="zh-CN" sz="1800" spc="150" dirty="0">
                <a:solidFill>
                  <a:srgbClr val="000000"/>
                </a:solidFill>
                <a:latin typeface="微软雅黑" panose="020B0503020204020204" pitchFamily="34" charset="-122"/>
                <a:ea typeface="微软雅黑" panose="020B0503020204020204" pitchFamily="34" charset="-122"/>
              </a:rPr>
              <a:t>1</a:t>
            </a:r>
            <a:r>
              <a:rPr lang="zh-CN" altLang="en-US" sz="1800" spc="150" dirty="0">
                <a:solidFill>
                  <a:srgbClr val="000000"/>
                </a:solidFill>
                <a:latin typeface="微软雅黑" panose="020B0503020204020204" pitchFamily="34" charset="-122"/>
                <a:ea typeface="微软雅黑" panose="020B0503020204020204" pitchFamily="34" charset="-122"/>
              </a:rPr>
              <a:t>、</a:t>
            </a:r>
            <a:r>
              <a:rPr lang="en-US" altLang="zh-CN" sz="1800" spc="150" dirty="0">
                <a:solidFill>
                  <a:srgbClr val="000000"/>
                </a:solidFill>
                <a:latin typeface="微软雅黑" panose="020B0503020204020204" pitchFamily="34" charset="-122"/>
                <a:ea typeface="微软雅黑" panose="020B0503020204020204" pitchFamily="34" charset="-122"/>
              </a:rPr>
              <a:t>3</a:t>
            </a:r>
            <a:r>
              <a:rPr lang="zh-CN" altLang="en-US" sz="1800" spc="150" dirty="0">
                <a:solidFill>
                  <a:srgbClr val="000000"/>
                </a:solidFill>
                <a:latin typeface="微软雅黑" panose="020B0503020204020204" pitchFamily="34" charset="-122"/>
                <a:ea typeface="微软雅黑" panose="020B0503020204020204" pitchFamily="34" charset="-122"/>
              </a:rPr>
              <a:t>、</a:t>
            </a:r>
            <a:r>
              <a:rPr lang="en-US" altLang="zh-CN" sz="1800" spc="150" dirty="0">
                <a:solidFill>
                  <a:srgbClr val="000000"/>
                </a:solidFill>
                <a:latin typeface="微软雅黑" panose="020B0503020204020204" pitchFamily="34" charset="-122"/>
                <a:ea typeface="微软雅黑" panose="020B0503020204020204" pitchFamily="34" charset="-122"/>
              </a:rPr>
              <a:t>7</a:t>
            </a:r>
            <a:r>
              <a:rPr lang="zh-CN" altLang="en-US" sz="1800" spc="150" dirty="0">
                <a:solidFill>
                  <a:srgbClr val="000000"/>
                </a:solidFill>
                <a:latin typeface="微软雅黑" panose="020B0503020204020204" pitchFamily="34" charset="-122"/>
                <a:ea typeface="微软雅黑" panose="020B0503020204020204" pitchFamily="34" charset="-122"/>
              </a:rPr>
              <a:t>、</a:t>
            </a:r>
            <a:r>
              <a:rPr lang="en-US" altLang="zh-CN" sz="1800" spc="150" dirty="0">
                <a:solidFill>
                  <a:srgbClr val="000000"/>
                </a:solidFill>
                <a:latin typeface="微软雅黑" panose="020B0503020204020204" pitchFamily="34" charset="-122"/>
                <a:ea typeface="微软雅黑" panose="020B0503020204020204" pitchFamily="34" charset="-122"/>
              </a:rPr>
              <a:t>8</a:t>
            </a:r>
            <a:r>
              <a:rPr lang="zh-CN" altLang="en-US" sz="1800" spc="150" dirty="0">
                <a:solidFill>
                  <a:srgbClr val="000000"/>
                </a:solidFill>
                <a:latin typeface="微软雅黑" panose="020B0503020204020204" pitchFamily="34" charset="-122"/>
                <a:ea typeface="微软雅黑" panose="020B0503020204020204" pitchFamily="34" charset="-122"/>
              </a:rPr>
              <a:t>这样的基数来准确测度满足程度，可以准确比较，可以加总求和</a:t>
            </a:r>
            <a:endParaRPr lang="en-US" altLang="zh-CN" sz="1800" spc="150" dirty="0">
              <a:solidFill>
                <a:srgbClr val="000000"/>
              </a:solidFill>
              <a:latin typeface="微软雅黑" panose="020B0503020204020204" pitchFamily="34" charset="-122"/>
              <a:ea typeface="微软雅黑" panose="020B0503020204020204" pitchFamily="34" charset="-122"/>
            </a:endParaRPr>
          </a:p>
          <a:p>
            <a:pPr marL="538163" lvl="3" indent="-261938" defTabSz="457200" eaLnBrk="1" hangingPunct="1">
              <a:lnSpc>
                <a:spcPts val="3000"/>
              </a:lnSpc>
              <a:spcAft>
                <a:spcPts val="2400"/>
              </a:spcAft>
              <a:buFont typeface="Wingdings" panose="05000000000000000000" pitchFamily="2" charset="2"/>
              <a:buChar char="Ø"/>
            </a:pPr>
            <a:endParaRPr lang="en-US" altLang="zh-CN" sz="1600" spc="150" dirty="0">
              <a:solidFill>
                <a:srgbClr val="000000"/>
              </a:solidFill>
              <a:latin typeface="微软雅黑" panose="020B0503020204020204" pitchFamily="34" charset="-122"/>
              <a:ea typeface="微软雅黑" panose="020B0503020204020204" pitchFamily="34" charset="-122"/>
            </a:endParaRPr>
          </a:p>
          <a:p>
            <a:pPr marL="276225" lvl="3" indent="0" defTabSz="457200" eaLnBrk="1" hangingPunct="1">
              <a:lnSpc>
                <a:spcPts val="400"/>
              </a:lnSpc>
              <a:spcBef>
                <a:spcPts val="0"/>
              </a:spcBef>
              <a:spcAft>
                <a:spcPts val="2400"/>
              </a:spcAft>
              <a:buNone/>
            </a:pPr>
            <a:endParaRPr lang="en-US" altLang="zh-CN" sz="1600" spc="150" dirty="0">
              <a:solidFill>
                <a:srgbClr val="000000"/>
              </a:solidFill>
              <a:latin typeface="微软雅黑" panose="020B0503020204020204" pitchFamily="34" charset="-122"/>
              <a:ea typeface="微软雅黑" panose="020B0503020204020204" pitchFamily="34" charset="-122"/>
            </a:endParaRPr>
          </a:p>
          <a:p>
            <a:pPr marL="276225" lvl="3" indent="0" defTabSz="457200" eaLnBrk="1" hangingPunct="1">
              <a:lnSpc>
                <a:spcPts val="400"/>
              </a:lnSpc>
              <a:spcBef>
                <a:spcPts val="0"/>
              </a:spcBef>
              <a:spcAft>
                <a:spcPts val="2400"/>
              </a:spcAft>
              <a:buNone/>
            </a:pPr>
            <a:endParaRPr lang="en-US" altLang="zh-CN" sz="1600" spc="150" dirty="0">
              <a:solidFill>
                <a:srgbClr val="000000"/>
              </a:solidFill>
              <a:latin typeface="微软雅黑" panose="020B0503020204020204" pitchFamily="34" charset="-122"/>
              <a:ea typeface="微软雅黑" panose="020B0503020204020204" pitchFamily="34" charset="-122"/>
            </a:endParaRPr>
          </a:p>
          <a:p>
            <a:pPr marL="538163" lvl="3" indent="-261938" defTabSz="457200" eaLnBrk="1" hangingPunct="1">
              <a:lnSpc>
                <a:spcPts val="3000"/>
              </a:lnSpc>
              <a:spcAft>
                <a:spcPts val="2400"/>
              </a:spcAft>
              <a:buFont typeface="Wingdings" panose="05000000000000000000" pitchFamily="2" charset="2"/>
              <a:buChar char="Ø"/>
            </a:pPr>
            <a:r>
              <a:rPr lang="zh-CN" altLang="en-US" sz="1800" spc="150" dirty="0">
                <a:solidFill>
                  <a:srgbClr val="000000"/>
                </a:solidFill>
                <a:latin typeface="微软雅黑" panose="020B0503020204020204" pitchFamily="34" charset="-122"/>
                <a:ea typeface="微软雅黑" panose="020B0503020204020204" pitchFamily="34" charset="-122"/>
              </a:rPr>
              <a:t>序数效用论：满足程度是主观感受，不能具体测度，更不能加总求和，只能排序</a:t>
            </a:r>
          </a:p>
        </p:txBody>
      </p:sp>
      <p:graphicFrame>
        <p:nvGraphicFramePr>
          <p:cNvPr id="13" name="表格 12">
            <a:extLst>
              <a:ext uri="{FF2B5EF4-FFF2-40B4-BE49-F238E27FC236}">
                <a16:creationId xmlns:a16="http://schemas.microsoft.com/office/drawing/2014/main" id="{6620DE98-F792-4F9A-A6F5-1B9CE7E84D46}"/>
              </a:ext>
            </a:extLst>
          </p:cNvPr>
          <p:cNvGraphicFramePr>
            <a:graphicFrameLocks noGrp="1"/>
          </p:cNvGraphicFramePr>
          <p:nvPr>
            <p:extLst>
              <p:ext uri="{D42A27DB-BD31-4B8C-83A1-F6EECF244321}">
                <p14:modId xmlns:p14="http://schemas.microsoft.com/office/powerpoint/2010/main" val="1982216375"/>
              </p:ext>
            </p:extLst>
          </p:nvPr>
        </p:nvGraphicFramePr>
        <p:xfrm>
          <a:off x="1819405" y="3134975"/>
          <a:ext cx="6025184" cy="1392712"/>
        </p:xfrm>
        <a:graphic>
          <a:graphicData uri="http://schemas.openxmlformats.org/drawingml/2006/table">
            <a:tbl>
              <a:tblPr firstRow="1" bandRow="1">
                <a:tableStyleId>{5C22544A-7EE6-4342-B048-85BDC9FD1C3A}</a:tableStyleId>
              </a:tblPr>
              <a:tblGrid>
                <a:gridCol w="1506296">
                  <a:extLst>
                    <a:ext uri="{9D8B030D-6E8A-4147-A177-3AD203B41FA5}">
                      <a16:colId xmlns:a16="http://schemas.microsoft.com/office/drawing/2014/main" val="20000"/>
                    </a:ext>
                  </a:extLst>
                </a:gridCol>
                <a:gridCol w="1506296">
                  <a:extLst>
                    <a:ext uri="{9D8B030D-6E8A-4147-A177-3AD203B41FA5}">
                      <a16:colId xmlns:a16="http://schemas.microsoft.com/office/drawing/2014/main" val="20001"/>
                    </a:ext>
                  </a:extLst>
                </a:gridCol>
                <a:gridCol w="1506296">
                  <a:extLst>
                    <a:ext uri="{9D8B030D-6E8A-4147-A177-3AD203B41FA5}">
                      <a16:colId xmlns:a16="http://schemas.microsoft.com/office/drawing/2014/main" val="20002"/>
                    </a:ext>
                  </a:extLst>
                </a:gridCol>
                <a:gridCol w="1506296">
                  <a:extLst>
                    <a:ext uri="{9D8B030D-6E8A-4147-A177-3AD203B41FA5}">
                      <a16:colId xmlns:a16="http://schemas.microsoft.com/office/drawing/2014/main" val="20003"/>
                    </a:ext>
                  </a:extLst>
                </a:gridCol>
              </a:tblGrid>
              <a:tr h="696356">
                <a:tc>
                  <a:txBody>
                    <a:bodyPr/>
                    <a:lstStyle/>
                    <a:p>
                      <a:pPr marL="0" lvl="1" indent="0" algn="ctr" defTabSz="457200" rtl="0" eaLnBrk="1" fontAlgn="base" hangingPunct="1">
                        <a:lnSpc>
                          <a:spcPct val="100000"/>
                        </a:lnSpc>
                        <a:spcBef>
                          <a:spcPct val="0"/>
                        </a:spcBef>
                        <a:spcAft>
                          <a:spcPts val="0"/>
                        </a:spcAft>
                        <a:buFontTx/>
                        <a:buNone/>
                      </a:pPr>
                      <a:r>
                        <a:rPr lang="en-US" altLang="zh-CN" sz="1600" b="0" kern="1200" spc="150" dirty="0">
                          <a:solidFill>
                            <a:schemeClr val="tx1"/>
                          </a:solidFill>
                          <a:latin typeface="微软雅黑" panose="020B0503020204020204" pitchFamily="34" charset="-122"/>
                          <a:ea typeface="微软雅黑" panose="020B0503020204020204" pitchFamily="34" charset="-122"/>
                          <a:cs typeface="+mn-cs"/>
                        </a:rPr>
                        <a:t>A:</a:t>
                      </a:r>
                      <a:r>
                        <a:rPr lang="zh-CN" altLang="en-US" sz="1600" b="0" kern="1200" spc="150" dirty="0">
                          <a:solidFill>
                            <a:schemeClr val="tx1"/>
                          </a:solidFill>
                          <a:latin typeface="微软雅黑" panose="020B0503020204020204" pitchFamily="34" charset="-122"/>
                          <a:ea typeface="微软雅黑" panose="020B0503020204020204" pitchFamily="34" charset="-122"/>
                          <a:cs typeface="+mn-cs"/>
                        </a:rPr>
                        <a:t>听音乐</a:t>
                      </a:r>
                    </a:p>
                  </a:txBody>
                  <a:tcPr marL="91443" marR="91443" marT="45707" marB="45707"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tc>
                  <a:txBody>
                    <a:bodyPr/>
                    <a:lstStyle/>
                    <a:p>
                      <a:pPr marL="0" lvl="1" indent="0" algn="ctr" defTabSz="457200" rtl="0" eaLnBrk="1" fontAlgn="base" hangingPunct="1">
                        <a:lnSpc>
                          <a:spcPct val="100000"/>
                        </a:lnSpc>
                        <a:spcBef>
                          <a:spcPct val="0"/>
                        </a:spcBef>
                        <a:spcAft>
                          <a:spcPts val="0"/>
                        </a:spcAft>
                        <a:buFontTx/>
                        <a:buNone/>
                      </a:pPr>
                      <a:r>
                        <a:rPr lang="en-US" altLang="zh-CN" sz="1600" b="0" kern="1200" spc="150" dirty="0">
                          <a:solidFill>
                            <a:schemeClr val="tx1"/>
                          </a:solidFill>
                          <a:latin typeface="微软雅黑" panose="020B0503020204020204" pitchFamily="34" charset="-122"/>
                          <a:ea typeface="微软雅黑" panose="020B0503020204020204" pitchFamily="34" charset="-122"/>
                          <a:cs typeface="+mn-cs"/>
                        </a:rPr>
                        <a:t>B:</a:t>
                      </a:r>
                      <a:r>
                        <a:rPr lang="zh-CN" altLang="en-US" sz="1600" b="0" kern="1200" spc="150" dirty="0">
                          <a:solidFill>
                            <a:schemeClr val="tx1"/>
                          </a:solidFill>
                          <a:latin typeface="微软雅黑" panose="020B0503020204020204" pitchFamily="34" charset="-122"/>
                          <a:ea typeface="微软雅黑" panose="020B0503020204020204" pitchFamily="34" charset="-122"/>
                          <a:cs typeface="+mn-cs"/>
                        </a:rPr>
                        <a:t>看球赛</a:t>
                      </a:r>
                    </a:p>
                  </a:txBody>
                  <a:tcPr marL="91443" marR="91443" marT="45707" marB="45707"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tc>
                  <a:txBody>
                    <a:bodyPr/>
                    <a:lstStyle/>
                    <a:p>
                      <a:pPr marL="0" lvl="1" indent="0" algn="ctr" defTabSz="457200" rtl="0" eaLnBrk="1" fontAlgn="base" hangingPunct="1">
                        <a:lnSpc>
                          <a:spcPct val="100000"/>
                        </a:lnSpc>
                        <a:spcBef>
                          <a:spcPct val="0"/>
                        </a:spcBef>
                        <a:spcAft>
                          <a:spcPts val="0"/>
                        </a:spcAft>
                        <a:buFontTx/>
                        <a:buNone/>
                      </a:pPr>
                      <a:r>
                        <a:rPr lang="en-US" altLang="zh-CN" sz="1600" b="0" kern="1200" spc="150" dirty="0">
                          <a:solidFill>
                            <a:schemeClr val="tx1"/>
                          </a:solidFill>
                          <a:latin typeface="微软雅黑" panose="020B0503020204020204" pitchFamily="34" charset="-122"/>
                          <a:ea typeface="微软雅黑" panose="020B0503020204020204" pitchFamily="34" charset="-122"/>
                          <a:cs typeface="+mn-cs"/>
                        </a:rPr>
                        <a:t>C:</a:t>
                      </a:r>
                      <a:r>
                        <a:rPr lang="zh-CN" altLang="en-US" sz="1600" b="0" kern="1200" spc="150" dirty="0">
                          <a:solidFill>
                            <a:schemeClr val="tx1"/>
                          </a:solidFill>
                          <a:latin typeface="微软雅黑" panose="020B0503020204020204" pitchFamily="34" charset="-122"/>
                          <a:ea typeface="微软雅黑" panose="020B0503020204020204" pitchFamily="34" charset="-122"/>
                          <a:cs typeface="+mn-cs"/>
                        </a:rPr>
                        <a:t>饮啤酒</a:t>
                      </a:r>
                    </a:p>
                  </a:txBody>
                  <a:tcPr marL="91443" marR="91443" marT="45707" marB="45707"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tc>
                  <a:txBody>
                    <a:bodyPr/>
                    <a:lstStyle/>
                    <a:p>
                      <a:pPr marL="0" lvl="1" indent="0" algn="ctr" defTabSz="457200" rtl="0" eaLnBrk="1" fontAlgn="base" hangingPunct="1">
                        <a:lnSpc>
                          <a:spcPct val="100000"/>
                        </a:lnSpc>
                        <a:spcBef>
                          <a:spcPct val="0"/>
                        </a:spcBef>
                        <a:spcAft>
                          <a:spcPts val="0"/>
                        </a:spcAft>
                        <a:buFontTx/>
                        <a:buNone/>
                      </a:pPr>
                      <a:r>
                        <a:rPr lang="en-US" altLang="zh-CN" sz="1600" b="0" kern="1200" spc="150" dirty="0">
                          <a:solidFill>
                            <a:schemeClr val="tx1"/>
                          </a:solidFill>
                          <a:latin typeface="微软雅黑" panose="020B0503020204020204" pitchFamily="34" charset="-122"/>
                          <a:ea typeface="微软雅黑" panose="020B0503020204020204" pitchFamily="34" charset="-122"/>
                          <a:cs typeface="+mn-cs"/>
                        </a:rPr>
                        <a:t>A+B+C</a:t>
                      </a:r>
                      <a:endParaRPr lang="zh-CN" altLang="en-US" sz="1600" b="0" kern="1200" spc="150" dirty="0">
                        <a:solidFill>
                          <a:schemeClr val="tx1"/>
                        </a:solidFill>
                        <a:latin typeface="微软雅黑" panose="020B0503020204020204" pitchFamily="34" charset="-122"/>
                        <a:ea typeface="微软雅黑" panose="020B0503020204020204" pitchFamily="34" charset="-122"/>
                        <a:cs typeface="+mn-cs"/>
                      </a:endParaRPr>
                    </a:p>
                  </a:txBody>
                  <a:tcPr marL="91443" marR="91443" marT="45707" marB="45707"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extLst>
                  <a:ext uri="{0D108BD9-81ED-4DB2-BD59-A6C34878D82A}">
                    <a16:rowId xmlns:a16="http://schemas.microsoft.com/office/drawing/2014/main" val="10000"/>
                  </a:ext>
                </a:extLst>
              </a:tr>
              <a:tr h="696356">
                <a:tc>
                  <a:txBody>
                    <a:bodyPr/>
                    <a:lstStyle/>
                    <a:p>
                      <a:pPr marL="0" lvl="1" indent="0" algn="ctr" defTabSz="457200" rtl="0" eaLnBrk="1" fontAlgn="base" hangingPunct="1">
                        <a:lnSpc>
                          <a:spcPct val="100000"/>
                        </a:lnSpc>
                        <a:spcBef>
                          <a:spcPct val="0"/>
                        </a:spcBef>
                        <a:spcAft>
                          <a:spcPts val="0"/>
                        </a:spcAft>
                        <a:buFontTx/>
                        <a:buNone/>
                      </a:pPr>
                      <a:r>
                        <a:rPr lang="en-US" altLang="zh-CN" sz="1600" kern="1200" spc="150" dirty="0">
                          <a:solidFill>
                            <a:schemeClr val="tx1"/>
                          </a:solidFill>
                          <a:latin typeface="微软雅黑" panose="020B0503020204020204" pitchFamily="34" charset="-122"/>
                          <a:ea typeface="微软雅黑" panose="020B0503020204020204" pitchFamily="34" charset="-122"/>
                          <a:cs typeface="+mn-cs"/>
                        </a:rPr>
                        <a:t>5</a:t>
                      </a:r>
                      <a:endParaRPr lang="zh-CN" altLang="en-US" sz="1600" kern="1200" spc="150" dirty="0">
                        <a:solidFill>
                          <a:schemeClr val="tx1"/>
                        </a:solidFill>
                        <a:latin typeface="微软雅黑" panose="020B0503020204020204" pitchFamily="34" charset="-122"/>
                        <a:ea typeface="微软雅黑" panose="020B0503020204020204" pitchFamily="34" charset="-122"/>
                        <a:cs typeface="+mn-cs"/>
                      </a:endParaRPr>
                    </a:p>
                  </a:txBody>
                  <a:tcPr marL="91443" marR="91443" marT="45707" marB="45707"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tc>
                  <a:txBody>
                    <a:bodyPr/>
                    <a:lstStyle/>
                    <a:p>
                      <a:pPr marL="0" lvl="1" indent="0" algn="ctr" defTabSz="457200" rtl="0" eaLnBrk="1" fontAlgn="base" hangingPunct="1">
                        <a:lnSpc>
                          <a:spcPct val="100000"/>
                        </a:lnSpc>
                        <a:spcBef>
                          <a:spcPct val="0"/>
                        </a:spcBef>
                        <a:spcAft>
                          <a:spcPts val="0"/>
                        </a:spcAft>
                        <a:buFontTx/>
                        <a:buNone/>
                      </a:pPr>
                      <a:r>
                        <a:rPr lang="en-US" altLang="zh-CN" sz="1600" kern="1200" spc="150" dirty="0">
                          <a:solidFill>
                            <a:schemeClr val="tx1"/>
                          </a:solidFill>
                          <a:latin typeface="微软雅黑" panose="020B0503020204020204" pitchFamily="34" charset="-122"/>
                          <a:ea typeface="微软雅黑" panose="020B0503020204020204" pitchFamily="34" charset="-122"/>
                          <a:cs typeface="+mn-cs"/>
                        </a:rPr>
                        <a:t>8</a:t>
                      </a:r>
                      <a:endParaRPr lang="zh-CN" altLang="en-US" sz="1600" kern="1200" spc="150" dirty="0">
                        <a:solidFill>
                          <a:schemeClr val="tx1"/>
                        </a:solidFill>
                        <a:latin typeface="微软雅黑" panose="020B0503020204020204" pitchFamily="34" charset="-122"/>
                        <a:ea typeface="微软雅黑" panose="020B0503020204020204" pitchFamily="34" charset="-122"/>
                        <a:cs typeface="+mn-cs"/>
                      </a:endParaRPr>
                    </a:p>
                  </a:txBody>
                  <a:tcPr marL="91443" marR="91443" marT="45707" marB="45707"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tc>
                  <a:txBody>
                    <a:bodyPr/>
                    <a:lstStyle/>
                    <a:p>
                      <a:pPr marL="0" lvl="1" indent="0" algn="ctr" defTabSz="457200" rtl="0" eaLnBrk="1" fontAlgn="base" hangingPunct="1">
                        <a:lnSpc>
                          <a:spcPct val="100000"/>
                        </a:lnSpc>
                        <a:spcBef>
                          <a:spcPct val="0"/>
                        </a:spcBef>
                        <a:spcAft>
                          <a:spcPts val="0"/>
                        </a:spcAft>
                        <a:buFontTx/>
                        <a:buNone/>
                      </a:pPr>
                      <a:r>
                        <a:rPr lang="en-US" altLang="zh-CN" sz="1600" kern="1200" spc="150" dirty="0">
                          <a:solidFill>
                            <a:schemeClr val="tx1"/>
                          </a:solidFill>
                          <a:latin typeface="微软雅黑" panose="020B0503020204020204" pitchFamily="34" charset="-122"/>
                          <a:ea typeface="微软雅黑" panose="020B0503020204020204" pitchFamily="34" charset="-122"/>
                          <a:cs typeface="+mn-cs"/>
                        </a:rPr>
                        <a:t>2</a:t>
                      </a:r>
                      <a:endParaRPr lang="zh-CN" altLang="en-US" sz="1600" kern="1200" spc="150" dirty="0">
                        <a:solidFill>
                          <a:schemeClr val="tx1"/>
                        </a:solidFill>
                        <a:latin typeface="微软雅黑" panose="020B0503020204020204" pitchFamily="34" charset="-122"/>
                        <a:ea typeface="微软雅黑" panose="020B0503020204020204" pitchFamily="34" charset="-122"/>
                        <a:cs typeface="+mn-cs"/>
                      </a:endParaRPr>
                    </a:p>
                  </a:txBody>
                  <a:tcPr marL="91443" marR="91443" marT="45707" marB="45707"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tc>
                  <a:txBody>
                    <a:bodyPr/>
                    <a:lstStyle/>
                    <a:p>
                      <a:pPr marL="0" lvl="1" indent="0" algn="ctr" defTabSz="457200" rtl="0" eaLnBrk="1" fontAlgn="base" hangingPunct="1">
                        <a:lnSpc>
                          <a:spcPct val="100000"/>
                        </a:lnSpc>
                        <a:spcBef>
                          <a:spcPct val="0"/>
                        </a:spcBef>
                        <a:spcAft>
                          <a:spcPts val="0"/>
                        </a:spcAft>
                        <a:buFontTx/>
                        <a:buNone/>
                      </a:pPr>
                      <a:r>
                        <a:rPr lang="en-US" altLang="zh-CN" sz="1600" kern="1200" spc="150" dirty="0">
                          <a:solidFill>
                            <a:schemeClr val="tx1"/>
                          </a:solidFill>
                          <a:latin typeface="微软雅黑" panose="020B0503020204020204" pitchFamily="34" charset="-122"/>
                          <a:ea typeface="微软雅黑" panose="020B0503020204020204" pitchFamily="34" charset="-122"/>
                          <a:cs typeface="+mn-cs"/>
                        </a:rPr>
                        <a:t>15</a:t>
                      </a:r>
                      <a:endParaRPr lang="zh-CN" altLang="en-US" sz="1600" kern="1200" spc="150" dirty="0">
                        <a:solidFill>
                          <a:schemeClr val="tx1"/>
                        </a:solidFill>
                        <a:latin typeface="微软雅黑" panose="020B0503020204020204" pitchFamily="34" charset="-122"/>
                        <a:ea typeface="微软雅黑" panose="020B0503020204020204" pitchFamily="34" charset="-122"/>
                        <a:cs typeface="+mn-cs"/>
                      </a:endParaRPr>
                    </a:p>
                  </a:txBody>
                  <a:tcPr marL="91443" marR="91443" marT="45707" marB="45707"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
        <p:nvSpPr>
          <p:cNvPr id="6" name="矩形 5">
            <a:extLst>
              <a:ext uri="{FF2B5EF4-FFF2-40B4-BE49-F238E27FC236}">
                <a16:creationId xmlns:a16="http://schemas.microsoft.com/office/drawing/2014/main" id="{C4BA3302-597D-4F5A-B73E-BE0AF5DC7BD6}"/>
              </a:ext>
            </a:extLst>
          </p:cNvPr>
          <p:cNvSpPr/>
          <p:nvPr/>
        </p:nvSpPr>
        <p:spPr>
          <a:xfrm>
            <a:off x="467544" y="548680"/>
            <a:ext cx="4762842"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二、总效用和边际效用递减规律</a:t>
            </a:r>
          </a:p>
        </p:txBody>
      </p:sp>
      <p:sp>
        <p:nvSpPr>
          <p:cNvPr id="7" name="矩形 6">
            <a:extLst>
              <a:ext uri="{FF2B5EF4-FFF2-40B4-BE49-F238E27FC236}">
                <a16:creationId xmlns:a16="http://schemas.microsoft.com/office/drawing/2014/main" id="{EBA7823B-1BC7-4B72-AE2E-E02A22118BD0}"/>
              </a:ext>
            </a:extLst>
          </p:cNvPr>
          <p:cNvSpPr/>
          <p:nvPr/>
        </p:nvSpPr>
        <p:spPr>
          <a:xfrm>
            <a:off x="6593747" y="0"/>
            <a:ext cx="2550253" cy="369332"/>
          </a:xfrm>
          <a:prstGeom prst="rect">
            <a:avLst/>
          </a:prstGeom>
        </p:spPr>
        <p:txBody>
          <a:bodyPr wrap="squar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第一节 </a:t>
            </a:r>
            <a:r>
              <a:rPr lang="zh-CN" altLang="en-US" spc="150" dirty="0">
                <a:latin typeface="微软雅黑" panose="020B0503020204020204" pitchFamily="34" charset="-122"/>
                <a:ea typeface="微软雅黑" panose="020B0503020204020204" pitchFamily="34" charset="-122"/>
              </a:rPr>
              <a:t>效用理论概述</a:t>
            </a:r>
            <a:r>
              <a:rPr lang="zh-CN" altLang="en-US" spc="150" dirty="0">
                <a:solidFill>
                  <a:srgbClr val="000000"/>
                </a:solidFill>
                <a:latin typeface="微软雅黑" panose="020B0503020204020204" pitchFamily="34" charset="-122"/>
                <a:ea typeface="微软雅黑" panose="020B0503020204020204" pitchFamily="34" charset="-122"/>
              </a:rPr>
              <a:t> </a:t>
            </a:r>
          </a:p>
        </p:txBody>
      </p:sp>
      <p:grpSp>
        <p:nvGrpSpPr>
          <p:cNvPr id="8" name="组合 7">
            <a:extLst>
              <a:ext uri="{FF2B5EF4-FFF2-40B4-BE49-F238E27FC236}">
                <a16:creationId xmlns:a16="http://schemas.microsoft.com/office/drawing/2014/main" id="{373542EE-085F-46A9-98FC-1D92C86A95CC}"/>
              </a:ext>
            </a:extLst>
          </p:cNvPr>
          <p:cNvGrpSpPr/>
          <p:nvPr/>
        </p:nvGrpSpPr>
        <p:grpSpPr>
          <a:xfrm>
            <a:off x="467544" y="1393372"/>
            <a:ext cx="2968383" cy="514350"/>
            <a:chOff x="467544" y="2343438"/>
            <a:chExt cx="2547461" cy="514350"/>
          </a:xfrm>
        </p:grpSpPr>
        <p:sp>
          <p:nvSpPr>
            <p:cNvPr id="9" name="MH_Text_1">
              <a:extLst>
                <a:ext uri="{FF2B5EF4-FFF2-40B4-BE49-F238E27FC236}">
                  <a16:creationId xmlns:a16="http://schemas.microsoft.com/office/drawing/2014/main" id="{49F61BED-6AD5-4BFA-B21F-BE4ED0B6D290}"/>
                </a:ext>
              </a:extLst>
            </p:cNvPr>
            <p:cNvSpPr/>
            <p:nvPr>
              <p:custDataLst>
                <p:tags r:id="rId1"/>
              </p:custDataLst>
            </p:nvPr>
          </p:nvSpPr>
          <p:spPr bwMode="auto">
            <a:xfrm>
              <a:off x="467544" y="2343438"/>
              <a:ext cx="2547461" cy="514350"/>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algn="ctr">
                <a:defRPr/>
              </a:pPr>
              <a:r>
                <a:rPr lang="zh-CN" altLang="en-US" sz="2000" spc="150" dirty="0">
                  <a:solidFill>
                    <a:srgbClr val="000000"/>
                  </a:solidFill>
                  <a:latin typeface="微软雅黑" panose="020B0503020204020204" pitchFamily="34" charset="-122"/>
                  <a:ea typeface="微软雅黑" panose="020B0503020204020204" pitchFamily="34" charset="-122"/>
                </a:rPr>
                <a:t>基数效用与序数效用</a:t>
              </a:r>
            </a:p>
          </p:txBody>
        </p:sp>
        <p:sp>
          <p:nvSpPr>
            <p:cNvPr id="10" name="MH_Other_2">
              <a:extLst>
                <a:ext uri="{FF2B5EF4-FFF2-40B4-BE49-F238E27FC236}">
                  <a16:creationId xmlns:a16="http://schemas.microsoft.com/office/drawing/2014/main" id="{9595A7B3-B64E-4513-9EE7-4909B464CB8B}"/>
                </a:ext>
              </a:extLst>
            </p:cNvPr>
            <p:cNvSpPr/>
            <p:nvPr>
              <p:custDataLst>
                <p:tags r:id="rId2"/>
              </p:custDataLst>
            </p:nvPr>
          </p:nvSpPr>
          <p:spPr bwMode="auto">
            <a:xfrm rot="10800000">
              <a:off x="2834807" y="2428300"/>
              <a:ext cx="127000" cy="127000"/>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Tree>
    <p:extLst>
      <p:ext uri="{BB962C8B-B14F-4D97-AF65-F5344CB8AC3E}">
        <p14:creationId xmlns:p14="http://schemas.microsoft.com/office/powerpoint/2010/main" val="497416182"/>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7170">
                                            <p:txEl>
                                              <p:pRg st="0" end="0"/>
                                            </p:txEl>
                                          </p:spTgt>
                                        </p:tgtEl>
                                        <p:attrNameLst>
                                          <p:attrName>style.visibility</p:attrName>
                                        </p:attrNameLst>
                                      </p:cBhvr>
                                      <p:to>
                                        <p:strVal val="visible"/>
                                      </p:to>
                                    </p:set>
                                    <p:animEffect transition="in" filter="slide(fromBottom)">
                                      <p:cBhvr>
                                        <p:cTn id="17" dur="500"/>
                                        <p:tgtEl>
                                          <p:spTgt spid="7170">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barn(inVertical)">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7170">
                                            <p:txEl>
                                              <p:pRg st="4" end="4"/>
                                            </p:txEl>
                                          </p:spTgt>
                                        </p:tgtEl>
                                        <p:attrNameLst>
                                          <p:attrName>style.visibility</p:attrName>
                                        </p:attrNameLst>
                                      </p:cBhvr>
                                      <p:to>
                                        <p:strVal val="visible"/>
                                      </p:to>
                                    </p:set>
                                    <p:animEffect transition="in" filter="slide(fromBottom)">
                                      <p:cBhvr>
                                        <p:cTn id="27" dur="500"/>
                                        <p:tgtEl>
                                          <p:spTgt spid="717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uiExpand="1" build="p" autoUpdateAnimBg="0"/>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3"/>
          <p:cNvSpPr>
            <a:spLocks noGrp="1" noChangeArrowheads="1"/>
          </p:cNvSpPr>
          <p:nvPr>
            <p:ph type="body" idx="4294967295"/>
          </p:nvPr>
        </p:nvSpPr>
        <p:spPr>
          <a:xfrm>
            <a:off x="872759" y="1824527"/>
            <a:ext cx="7188807" cy="4784725"/>
          </a:xfrm>
        </p:spPr>
        <p:txBody>
          <a:bodyPr/>
          <a:lstStyle/>
          <a:p>
            <a:pPr marL="0" lvl="1" defTabSz="457200" eaLnBrk="1" hangingPunct="1">
              <a:lnSpc>
                <a:spcPts val="3000"/>
              </a:lnSpc>
              <a:spcBef>
                <a:spcPct val="0"/>
              </a:spcBef>
              <a:spcAft>
                <a:spcPts val="1200"/>
              </a:spcAft>
              <a:buFont typeface="Wingdings" panose="05000000000000000000" pitchFamily="2" charset="2"/>
              <a:buChar char="u"/>
            </a:pPr>
            <a:endParaRPr lang="en-US" altLang="zh-CN" sz="1800" spc="150" dirty="0">
              <a:solidFill>
                <a:srgbClr val="000000"/>
              </a:solidFill>
              <a:latin typeface="微软雅黑" panose="020B0503020204020204" pitchFamily="34" charset="-122"/>
              <a:ea typeface="微软雅黑" panose="020B0503020204020204" pitchFamily="34" charset="-122"/>
            </a:endParaRPr>
          </a:p>
          <a:p>
            <a:pPr marL="0" lvl="1" defTabSz="457200" eaLnBrk="1" hangingPunct="1">
              <a:lnSpc>
                <a:spcPts val="3000"/>
              </a:lnSpc>
              <a:spcBef>
                <a:spcPct val="0"/>
              </a:spcBef>
              <a:spcAft>
                <a:spcPts val="300"/>
              </a:spcAft>
              <a:buFont typeface="Wingdings" panose="05000000000000000000" pitchFamily="2" charset="2"/>
              <a:buChar char="u"/>
            </a:pPr>
            <a:endParaRPr lang="en-US" altLang="zh-CN" sz="1800" spc="150" dirty="0">
              <a:solidFill>
                <a:srgbClr val="000000"/>
              </a:solidFill>
              <a:latin typeface="微软雅黑" panose="020B0503020204020204" pitchFamily="34" charset="-122"/>
              <a:ea typeface="微软雅黑" panose="020B0503020204020204" pitchFamily="34" charset="-122"/>
            </a:endParaRPr>
          </a:p>
          <a:p>
            <a:pPr marL="0" lvl="1" defTabSz="457200" eaLnBrk="1" hangingPunct="1">
              <a:lnSpc>
                <a:spcPts val="3000"/>
              </a:lnSpc>
              <a:spcBef>
                <a:spcPct val="0"/>
              </a:spcBef>
              <a:spcAft>
                <a:spcPts val="300"/>
              </a:spcAft>
              <a:buFont typeface="Wingdings" panose="05000000000000000000" pitchFamily="2" charset="2"/>
              <a:buChar char="u"/>
            </a:pPr>
            <a:endParaRPr lang="en-US" altLang="zh-CN" sz="1800" spc="150" dirty="0">
              <a:solidFill>
                <a:srgbClr val="000000"/>
              </a:solidFill>
              <a:latin typeface="微软雅黑" panose="020B0503020204020204" pitchFamily="34" charset="-122"/>
              <a:ea typeface="微软雅黑" panose="020B0503020204020204" pitchFamily="34" charset="-122"/>
            </a:endParaRPr>
          </a:p>
          <a:p>
            <a:pPr marL="0" lvl="1" defTabSz="457200" eaLnBrk="1" hangingPunct="1">
              <a:lnSpc>
                <a:spcPts val="3000"/>
              </a:lnSpc>
              <a:spcBef>
                <a:spcPct val="0"/>
              </a:spcBef>
              <a:spcAft>
                <a:spcPts val="300"/>
              </a:spcAft>
              <a:buFont typeface="Wingdings" panose="05000000000000000000" pitchFamily="2" charset="2"/>
              <a:buChar char="u"/>
            </a:pPr>
            <a:endParaRPr lang="en-US" altLang="zh-CN" sz="1800" spc="150" dirty="0">
              <a:solidFill>
                <a:srgbClr val="000000"/>
              </a:solidFill>
              <a:latin typeface="微软雅黑" panose="020B0503020204020204" pitchFamily="34" charset="-122"/>
              <a:ea typeface="微软雅黑" panose="020B0503020204020204" pitchFamily="34" charset="-122"/>
            </a:endParaRPr>
          </a:p>
          <a:p>
            <a:pPr marL="0" lvl="1" indent="0" defTabSz="457200" eaLnBrk="1" hangingPunct="1">
              <a:lnSpc>
                <a:spcPts val="3000"/>
              </a:lnSpc>
              <a:spcBef>
                <a:spcPct val="0"/>
              </a:spcBef>
              <a:spcAft>
                <a:spcPts val="300"/>
              </a:spcAft>
              <a:buNone/>
            </a:pPr>
            <a:endParaRPr lang="en-US" altLang="zh-CN" sz="1800" spc="150" dirty="0">
              <a:solidFill>
                <a:srgbClr val="000000"/>
              </a:solidFill>
              <a:latin typeface="微软雅黑" panose="020B0503020204020204" pitchFamily="34" charset="-122"/>
              <a:ea typeface="微软雅黑" panose="020B0503020204020204" pitchFamily="34" charset="-122"/>
            </a:endParaRPr>
          </a:p>
          <a:p>
            <a:pPr marL="538163" lvl="3" indent="-261938" defTabSz="457200" eaLnBrk="1" hangingPunct="1">
              <a:lnSpc>
                <a:spcPts val="2600"/>
              </a:lnSpc>
              <a:spcBef>
                <a:spcPts val="1200"/>
              </a:spcBef>
              <a:spcAft>
                <a:spcPts val="1200"/>
              </a:spcAft>
              <a:buFont typeface="Wingdings" panose="05000000000000000000" pitchFamily="2" charset="2"/>
              <a:buChar char="Ø"/>
            </a:pPr>
            <a:r>
              <a:rPr lang="zh-CN" altLang="en-US" sz="1800" spc="150" dirty="0">
                <a:solidFill>
                  <a:srgbClr val="BB1528"/>
                </a:solidFill>
                <a:latin typeface="微软雅黑" panose="020B0503020204020204" pitchFamily="34" charset="-122"/>
                <a:ea typeface="微软雅黑" panose="020B0503020204020204" pitchFamily="34" charset="-122"/>
              </a:rPr>
              <a:t>可以用序数排序。</a:t>
            </a:r>
          </a:p>
          <a:p>
            <a:pPr marL="538163" lvl="3" indent="-261938" defTabSz="457200" eaLnBrk="1" hangingPunct="1">
              <a:lnSpc>
                <a:spcPts val="2600"/>
              </a:lnSpc>
              <a:buFont typeface="Wingdings" panose="05000000000000000000" pitchFamily="2" charset="2"/>
              <a:buChar char="Ø"/>
            </a:pPr>
            <a:r>
              <a:rPr lang="zh-CN" altLang="en-US" sz="1800" spc="150" dirty="0">
                <a:solidFill>
                  <a:srgbClr val="BB1528"/>
                </a:solidFill>
                <a:latin typeface="微软雅黑" panose="020B0503020204020204" pitchFamily="34" charset="-122"/>
                <a:ea typeface="微软雅黑" panose="020B0503020204020204" pitchFamily="34" charset="-122"/>
              </a:rPr>
              <a:t>也可以用基数排序，但是用基数排序时，只保留其序数性质。</a:t>
            </a:r>
          </a:p>
          <a:p>
            <a:pPr marL="276225" lvl="3" indent="244475" defTabSz="457200" eaLnBrk="1" hangingPunct="1">
              <a:lnSpc>
                <a:spcPts val="2600"/>
              </a:lnSpc>
              <a:spcAft>
                <a:spcPts val="600"/>
              </a:spcAft>
              <a:buNone/>
            </a:pPr>
            <a:r>
              <a:rPr lang="en-US" altLang="zh-CN" sz="1800" spc="150" dirty="0">
                <a:solidFill>
                  <a:srgbClr val="BB1528"/>
                </a:solidFill>
                <a:latin typeface="微软雅黑" panose="020B0503020204020204" pitchFamily="34" charset="-122"/>
                <a:ea typeface="微软雅黑" panose="020B0503020204020204" pitchFamily="34" charset="-122"/>
              </a:rPr>
              <a:t>8&gt;5</a:t>
            </a:r>
            <a:r>
              <a:rPr lang="zh-CN" altLang="en-US" sz="1800" spc="150" dirty="0">
                <a:solidFill>
                  <a:srgbClr val="BB1528"/>
                </a:solidFill>
                <a:latin typeface="微软雅黑" panose="020B0503020204020204" pitchFamily="34" charset="-122"/>
                <a:ea typeface="微软雅黑" panose="020B0503020204020204" pitchFamily="34" charset="-122"/>
              </a:rPr>
              <a:t>，但是</a:t>
            </a:r>
            <a:r>
              <a:rPr lang="en-US" altLang="zh-CN" sz="1800" spc="150" dirty="0">
                <a:solidFill>
                  <a:srgbClr val="BB1528"/>
                </a:solidFill>
                <a:latin typeface="微软雅黑" panose="020B0503020204020204" pitchFamily="34" charset="-122"/>
                <a:ea typeface="微软雅黑" panose="020B0503020204020204" pitchFamily="34" charset="-122"/>
              </a:rPr>
              <a:t>8-5≠3</a:t>
            </a:r>
            <a:r>
              <a:rPr lang="zh-CN" altLang="en-US" sz="1800" spc="150" dirty="0">
                <a:solidFill>
                  <a:srgbClr val="BB1528"/>
                </a:solidFill>
                <a:latin typeface="微软雅黑" panose="020B0503020204020204" pitchFamily="34" charset="-122"/>
                <a:ea typeface="微软雅黑" panose="020B0503020204020204" pitchFamily="34" charset="-122"/>
              </a:rPr>
              <a:t>； </a:t>
            </a:r>
            <a:r>
              <a:rPr lang="en-US" altLang="zh-CN" sz="1800" spc="150" dirty="0">
                <a:solidFill>
                  <a:srgbClr val="BB1528"/>
                </a:solidFill>
                <a:latin typeface="微软雅黑" panose="020B0503020204020204" pitchFamily="34" charset="-122"/>
                <a:ea typeface="微软雅黑" panose="020B0503020204020204" pitchFamily="34" charset="-122"/>
              </a:rPr>
              <a:t>8&gt;2,</a:t>
            </a:r>
            <a:r>
              <a:rPr lang="zh-CN" altLang="en-US" sz="1800" spc="150" dirty="0">
                <a:solidFill>
                  <a:srgbClr val="BB1528"/>
                </a:solidFill>
                <a:latin typeface="微软雅黑" panose="020B0503020204020204" pitchFamily="34" charset="-122"/>
                <a:ea typeface="微软雅黑" panose="020B0503020204020204" pitchFamily="34" charset="-122"/>
              </a:rPr>
              <a:t>但是</a:t>
            </a:r>
            <a:r>
              <a:rPr lang="en-US" altLang="zh-CN" sz="1800" spc="150" dirty="0">
                <a:solidFill>
                  <a:srgbClr val="BB1528"/>
                </a:solidFill>
                <a:latin typeface="微软雅黑" panose="020B0503020204020204" pitchFamily="34" charset="-122"/>
                <a:ea typeface="微软雅黑" panose="020B0503020204020204" pitchFamily="34" charset="-122"/>
              </a:rPr>
              <a:t>8-2 ≠ 6</a:t>
            </a:r>
            <a:r>
              <a:rPr lang="zh-CN" altLang="en-US" sz="1800" spc="150" dirty="0">
                <a:solidFill>
                  <a:srgbClr val="BB1528"/>
                </a:solidFill>
                <a:latin typeface="微软雅黑" panose="020B0503020204020204" pitchFamily="34" charset="-122"/>
                <a:ea typeface="微软雅黑" panose="020B0503020204020204" pitchFamily="34" charset="-122"/>
              </a:rPr>
              <a:t>，</a:t>
            </a:r>
          </a:p>
          <a:p>
            <a:pPr marL="276225" lvl="3" indent="244475" defTabSz="457200" eaLnBrk="1" hangingPunct="1">
              <a:lnSpc>
                <a:spcPts val="2600"/>
              </a:lnSpc>
              <a:buNone/>
            </a:pPr>
            <a:r>
              <a:rPr lang="en-US" altLang="zh-CN" sz="1800" spc="150" dirty="0">
                <a:solidFill>
                  <a:srgbClr val="BB1528"/>
                </a:solidFill>
                <a:latin typeface="微软雅黑" panose="020B0503020204020204" pitchFamily="34" charset="-122"/>
                <a:ea typeface="微软雅黑" panose="020B0503020204020204" pitchFamily="34" charset="-122"/>
              </a:rPr>
              <a:t>A</a:t>
            </a:r>
            <a:r>
              <a:rPr lang="zh-CN" altLang="en-US" sz="1800" spc="150" dirty="0">
                <a:solidFill>
                  <a:srgbClr val="BB1528"/>
                </a:solidFill>
                <a:latin typeface="微软雅黑" panose="020B0503020204020204" pitchFamily="34" charset="-122"/>
                <a:ea typeface="微软雅黑" panose="020B0503020204020204" pitchFamily="34" charset="-122"/>
              </a:rPr>
              <a:t>的效用可以是</a:t>
            </a:r>
            <a:r>
              <a:rPr lang="en-US" altLang="zh-CN" sz="1800" spc="150" dirty="0">
                <a:solidFill>
                  <a:srgbClr val="BB1528"/>
                </a:solidFill>
                <a:latin typeface="微软雅黑" panose="020B0503020204020204" pitchFamily="34" charset="-122"/>
                <a:ea typeface="微软雅黑" panose="020B0503020204020204" pitchFamily="34" charset="-122"/>
              </a:rPr>
              <a:t>5</a:t>
            </a:r>
            <a:r>
              <a:rPr lang="zh-CN" altLang="en-US" sz="1800" spc="150" dirty="0">
                <a:solidFill>
                  <a:srgbClr val="BB1528"/>
                </a:solidFill>
                <a:latin typeface="微软雅黑" panose="020B0503020204020204" pitchFamily="34" charset="-122"/>
                <a:ea typeface="微软雅黑" panose="020B0503020204020204" pitchFamily="34" charset="-122"/>
              </a:rPr>
              <a:t>，也可以是</a:t>
            </a:r>
            <a:r>
              <a:rPr lang="en-US" altLang="zh-CN" sz="1800" spc="150" dirty="0">
                <a:solidFill>
                  <a:srgbClr val="BB1528"/>
                </a:solidFill>
                <a:latin typeface="微软雅黑" panose="020B0503020204020204" pitchFamily="34" charset="-122"/>
                <a:ea typeface="微软雅黑" panose="020B0503020204020204" pitchFamily="34" charset="-122"/>
              </a:rPr>
              <a:t>6</a:t>
            </a:r>
            <a:r>
              <a:rPr lang="zh-CN" altLang="en-US" sz="1800" spc="150" dirty="0">
                <a:solidFill>
                  <a:srgbClr val="BB1528"/>
                </a:solidFill>
                <a:latin typeface="微软雅黑" panose="020B0503020204020204" pitchFamily="34" charset="-122"/>
                <a:ea typeface="微软雅黑" panose="020B0503020204020204" pitchFamily="34" charset="-122"/>
              </a:rPr>
              <a:t>，只要</a:t>
            </a:r>
            <a:r>
              <a:rPr lang="en-US" altLang="zh-CN" sz="1800" spc="150" dirty="0">
                <a:solidFill>
                  <a:srgbClr val="BB1528"/>
                </a:solidFill>
                <a:latin typeface="微软雅黑" panose="020B0503020204020204" pitchFamily="34" charset="-122"/>
                <a:ea typeface="微软雅黑" panose="020B0503020204020204" pitchFamily="34" charset="-122"/>
              </a:rPr>
              <a:t>2&lt;A</a:t>
            </a:r>
            <a:r>
              <a:rPr lang="zh-CN" altLang="en-US" sz="1800" spc="150" dirty="0">
                <a:solidFill>
                  <a:srgbClr val="BB1528"/>
                </a:solidFill>
                <a:latin typeface="微软雅黑" panose="020B0503020204020204" pitchFamily="34" charset="-122"/>
                <a:ea typeface="微软雅黑" panose="020B0503020204020204" pitchFamily="34" charset="-122"/>
              </a:rPr>
              <a:t>效用</a:t>
            </a:r>
            <a:r>
              <a:rPr lang="en-US" altLang="zh-CN" sz="1800" spc="150" dirty="0">
                <a:solidFill>
                  <a:srgbClr val="BB1528"/>
                </a:solidFill>
                <a:latin typeface="微软雅黑" panose="020B0503020204020204" pitchFamily="34" charset="-122"/>
                <a:ea typeface="微软雅黑" panose="020B0503020204020204" pitchFamily="34" charset="-122"/>
              </a:rPr>
              <a:t>&lt;8</a:t>
            </a:r>
            <a:r>
              <a:rPr lang="zh-CN" altLang="en-US" sz="1800" spc="150" dirty="0">
                <a:solidFill>
                  <a:srgbClr val="BB1528"/>
                </a:solidFill>
                <a:latin typeface="微软雅黑" panose="020B0503020204020204" pitchFamily="34" charset="-122"/>
                <a:ea typeface="微软雅黑" panose="020B0503020204020204" pitchFamily="34" charset="-122"/>
              </a:rPr>
              <a:t>即可</a:t>
            </a:r>
          </a:p>
        </p:txBody>
      </p:sp>
      <p:graphicFrame>
        <p:nvGraphicFramePr>
          <p:cNvPr id="13" name="表格 12">
            <a:extLst>
              <a:ext uri="{FF2B5EF4-FFF2-40B4-BE49-F238E27FC236}">
                <a16:creationId xmlns:a16="http://schemas.microsoft.com/office/drawing/2014/main" id="{6620DE98-F792-4F9A-A6F5-1B9CE7E84D46}"/>
              </a:ext>
            </a:extLst>
          </p:cNvPr>
          <p:cNvGraphicFramePr>
            <a:graphicFrameLocks noGrp="1"/>
          </p:cNvGraphicFramePr>
          <p:nvPr>
            <p:extLst>
              <p:ext uri="{D42A27DB-BD31-4B8C-83A1-F6EECF244321}">
                <p14:modId xmlns:p14="http://schemas.microsoft.com/office/powerpoint/2010/main" val="4291573928"/>
              </p:ext>
            </p:extLst>
          </p:nvPr>
        </p:nvGraphicFramePr>
        <p:xfrm>
          <a:off x="1514005" y="2124495"/>
          <a:ext cx="6371648" cy="1763928"/>
        </p:xfrm>
        <a:graphic>
          <a:graphicData uri="http://schemas.openxmlformats.org/drawingml/2006/table">
            <a:tbl>
              <a:tblPr firstRow="1" bandRow="1">
                <a:tableStyleId>{5C22544A-7EE6-4342-B048-85BDC9FD1C3A}</a:tableStyleId>
              </a:tblPr>
              <a:tblGrid>
                <a:gridCol w="1592912">
                  <a:extLst>
                    <a:ext uri="{9D8B030D-6E8A-4147-A177-3AD203B41FA5}">
                      <a16:colId xmlns:a16="http://schemas.microsoft.com/office/drawing/2014/main" val="20000"/>
                    </a:ext>
                  </a:extLst>
                </a:gridCol>
                <a:gridCol w="1592912">
                  <a:extLst>
                    <a:ext uri="{9D8B030D-6E8A-4147-A177-3AD203B41FA5}">
                      <a16:colId xmlns:a16="http://schemas.microsoft.com/office/drawing/2014/main" val="20001"/>
                    </a:ext>
                  </a:extLst>
                </a:gridCol>
                <a:gridCol w="1592912">
                  <a:extLst>
                    <a:ext uri="{9D8B030D-6E8A-4147-A177-3AD203B41FA5}">
                      <a16:colId xmlns:a16="http://schemas.microsoft.com/office/drawing/2014/main" val="20002"/>
                    </a:ext>
                  </a:extLst>
                </a:gridCol>
                <a:gridCol w="1592912">
                  <a:extLst>
                    <a:ext uri="{9D8B030D-6E8A-4147-A177-3AD203B41FA5}">
                      <a16:colId xmlns:a16="http://schemas.microsoft.com/office/drawing/2014/main" val="20003"/>
                    </a:ext>
                  </a:extLst>
                </a:gridCol>
              </a:tblGrid>
              <a:tr h="440982">
                <a:tc>
                  <a:txBody>
                    <a:bodyPr/>
                    <a:lstStyle/>
                    <a:p>
                      <a:pPr marL="0" lvl="1" indent="0" algn="ctr" defTabSz="457200" rtl="0" eaLnBrk="1" fontAlgn="base" hangingPunct="1">
                        <a:lnSpc>
                          <a:spcPct val="100000"/>
                        </a:lnSpc>
                        <a:spcBef>
                          <a:spcPct val="0"/>
                        </a:spcBef>
                        <a:spcAft>
                          <a:spcPts val="0"/>
                        </a:spcAft>
                        <a:buFontTx/>
                        <a:buNone/>
                      </a:pPr>
                      <a:r>
                        <a:rPr lang="en-US" altLang="zh-CN" sz="1800" b="0" kern="1200" spc="150" dirty="0">
                          <a:solidFill>
                            <a:schemeClr val="tx1"/>
                          </a:solidFill>
                          <a:latin typeface="微软雅黑" panose="020B0503020204020204" pitchFamily="34" charset="-122"/>
                          <a:ea typeface="微软雅黑" panose="020B0503020204020204" pitchFamily="34" charset="-122"/>
                          <a:cs typeface="+mn-cs"/>
                        </a:rPr>
                        <a:t>A:</a:t>
                      </a:r>
                      <a:r>
                        <a:rPr lang="zh-CN" altLang="en-US" sz="1800" b="0" kern="1200" spc="150" dirty="0">
                          <a:solidFill>
                            <a:schemeClr val="tx1"/>
                          </a:solidFill>
                          <a:latin typeface="微软雅黑" panose="020B0503020204020204" pitchFamily="34" charset="-122"/>
                          <a:ea typeface="微软雅黑" panose="020B0503020204020204" pitchFamily="34" charset="-122"/>
                          <a:cs typeface="+mn-cs"/>
                        </a:rPr>
                        <a:t>听音乐</a:t>
                      </a:r>
                    </a:p>
                  </a:txBody>
                  <a:tcPr marL="91443" marR="91443" marT="45707" marB="45707"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tc>
                  <a:txBody>
                    <a:bodyPr/>
                    <a:lstStyle/>
                    <a:p>
                      <a:pPr marL="0" lvl="1" indent="0" algn="ctr" defTabSz="457200" rtl="0" eaLnBrk="1" fontAlgn="base" hangingPunct="1">
                        <a:lnSpc>
                          <a:spcPct val="100000"/>
                        </a:lnSpc>
                        <a:spcBef>
                          <a:spcPct val="0"/>
                        </a:spcBef>
                        <a:spcAft>
                          <a:spcPts val="0"/>
                        </a:spcAft>
                        <a:buFontTx/>
                        <a:buNone/>
                      </a:pPr>
                      <a:r>
                        <a:rPr lang="en-US" altLang="zh-CN" sz="1800" b="0" kern="1200" spc="150" dirty="0">
                          <a:solidFill>
                            <a:schemeClr val="tx1"/>
                          </a:solidFill>
                          <a:latin typeface="微软雅黑" panose="020B0503020204020204" pitchFamily="34" charset="-122"/>
                          <a:ea typeface="微软雅黑" panose="020B0503020204020204" pitchFamily="34" charset="-122"/>
                          <a:cs typeface="+mn-cs"/>
                        </a:rPr>
                        <a:t>B:</a:t>
                      </a:r>
                      <a:r>
                        <a:rPr lang="zh-CN" altLang="en-US" sz="1800" b="0" kern="1200" spc="150" dirty="0">
                          <a:solidFill>
                            <a:schemeClr val="tx1"/>
                          </a:solidFill>
                          <a:latin typeface="微软雅黑" panose="020B0503020204020204" pitchFamily="34" charset="-122"/>
                          <a:ea typeface="微软雅黑" panose="020B0503020204020204" pitchFamily="34" charset="-122"/>
                          <a:cs typeface="+mn-cs"/>
                        </a:rPr>
                        <a:t>看球赛</a:t>
                      </a:r>
                    </a:p>
                  </a:txBody>
                  <a:tcPr marL="91443" marR="91443" marT="45707" marB="45707"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tc>
                  <a:txBody>
                    <a:bodyPr/>
                    <a:lstStyle/>
                    <a:p>
                      <a:pPr marL="0" lvl="1" indent="0" algn="ctr" defTabSz="457200" rtl="0" eaLnBrk="1" fontAlgn="base" hangingPunct="1">
                        <a:lnSpc>
                          <a:spcPct val="100000"/>
                        </a:lnSpc>
                        <a:spcBef>
                          <a:spcPct val="0"/>
                        </a:spcBef>
                        <a:spcAft>
                          <a:spcPts val="0"/>
                        </a:spcAft>
                        <a:buFontTx/>
                        <a:buNone/>
                      </a:pPr>
                      <a:r>
                        <a:rPr lang="en-US" altLang="zh-CN" sz="1800" b="0" kern="1200" spc="150" dirty="0">
                          <a:solidFill>
                            <a:schemeClr val="tx1"/>
                          </a:solidFill>
                          <a:latin typeface="微软雅黑" panose="020B0503020204020204" pitchFamily="34" charset="-122"/>
                          <a:ea typeface="微软雅黑" panose="020B0503020204020204" pitchFamily="34" charset="-122"/>
                          <a:cs typeface="+mn-cs"/>
                        </a:rPr>
                        <a:t>C:</a:t>
                      </a:r>
                      <a:r>
                        <a:rPr lang="zh-CN" altLang="en-US" sz="1800" b="0" kern="1200" spc="150" dirty="0">
                          <a:solidFill>
                            <a:schemeClr val="tx1"/>
                          </a:solidFill>
                          <a:latin typeface="微软雅黑" panose="020B0503020204020204" pitchFamily="34" charset="-122"/>
                          <a:ea typeface="微软雅黑" panose="020B0503020204020204" pitchFamily="34" charset="-122"/>
                          <a:cs typeface="+mn-cs"/>
                        </a:rPr>
                        <a:t>饮啤酒</a:t>
                      </a:r>
                    </a:p>
                  </a:txBody>
                  <a:tcPr marL="91443" marR="91443" marT="45707" marB="45707"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tc>
                  <a:txBody>
                    <a:bodyPr/>
                    <a:lstStyle/>
                    <a:p>
                      <a:pPr marL="0" lvl="1" indent="0" algn="ctr" defTabSz="457200" rtl="0" eaLnBrk="1" fontAlgn="base" hangingPunct="1">
                        <a:lnSpc>
                          <a:spcPct val="100000"/>
                        </a:lnSpc>
                        <a:spcBef>
                          <a:spcPct val="0"/>
                        </a:spcBef>
                        <a:spcAft>
                          <a:spcPts val="0"/>
                        </a:spcAft>
                        <a:buFontTx/>
                        <a:buNone/>
                      </a:pPr>
                      <a:r>
                        <a:rPr lang="en-US" altLang="zh-CN" sz="1800" b="0" kern="1200" spc="150" dirty="0">
                          <a:solidFill>
                            <a:schemeClr val="tx1"/>
                          </a:solidFill>
                          <a:latin typeface="微软雅黑" panose="020B0503020204020204" pitchFamily="34" charset="-122"/>
                          <a:ea typeface="微软雅黑" panose="020B0503020204020204" pitchFamily="34" charset="-122"/>
                          <a:cs typeface="+mn-cs"/>
                        </a:rPr>
                        <a:t>A+B+C</a:t>
                      </a:r>
                      <a:endParaRPr lang="zh-CN" altLang="en-US" sz="1800" b="0" kern="1200" spc="150" dirty="0">
                        <a:solidFill>
                          <a:schemeClr val="tx1"/>
                        </a:solidFill>
                        <a:latin typeface="微软雅黑" panose="020B0503020204020204" pitchFamily="34" charset="-122"/>
                        <a:ea typeface="微软雅黑" panose="020B0503020204020204" pitchFamily="34" charset="-122"/>
                        <a:cs typeface="+mn-cs"/>
                      </a:endParaRPr>
                    </a:p>
                  </a:txBody>
                  <a:tcPr marL="91443" marR="91443" marT="45707" marB="45707"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extLst>
                  <a:ext uri="{0D108BD9-81ED-4DB2-BD59-A6C34878D82A}">
                    <a16:rowId xmlns:a16="http://schemas.microsoft.com/office/drawing/2014/main" val="10000"/>
                  </a:ext>
                </a:extLst>
              </a:tr>
              <a:tr h="440982">
                <a:tc>
                  <a:txBody>
                    <a:bodyPr/>
                    <a:lstStyle/>
                    <a:p>
                      <a:pPr marL="0" lvl="1" indent="0" algn="ctr" defTabSz="457200" rtl="0" eaLnBrk="1" fontAlgn="base" latinLnBrk="0" hangingPunct="1">
                        <a:lnSpc>
                          <a:spcPct val="100000"/>
                        </a:lnSpc>
                        <a:spcBef>
                          <a:spcPct val="0"/>
                        </a:spcBef>
                        <a:spcAft>
                          <a:spcPts val="0"/>
                        </a:spcAft>
                        <a:buFontTx/>
                        <a:buNone/>
                      </a:pPr>
                      <a:r>
                        <a:rPr lang="en-US" altLang="zh-CN" sz="1800" kern="1200" spc="150" dirty="0">
                          <a:solidFill>
                            <a:schemeClr val="tx1"/>
                          </a:solidFill>
                          <a:latin typeface="微软雅黑" panose="020B0503020204020204" pitchFamily="34" charset="-122"/>
                          <a:ea typeface="微软雅黑" panose="020B0503020204020204" pitchFamily="34" charset="-122"/>
                          <a:cs typeface="+mn-cs"/>
                        </a:rPr>
                        <a:t>5</a:t>
                      </a:r>
                      <a:endParaRPr lang="zh-CN" altLang="en-US" sz="1800" kern="1200" spc="150" dirty="0">
                        <a:solidFill>
                          <a:schemeClr val="tx1"/>
                        </a:solidFill>
                        <a:latin typeface="微软雅黑" panose="020B0503020204020204" pitchFamily="34" charset="-122"/>
                        <a:ea typeface="微软雅黑" panose="020B0503020204020204" pitchFamily="34" charset="-122"/>
                        <a:cs typeface="+mn-cs"/>
                      </a:endParaRPr>
                    </a:p>
                  </a:txBody>
                  <a:tcPr marL="91443" marR="91443" marT="45708" marB="45708"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tc>
                  <a:txBody>
                    <a:bodyPr/>
                    <a:lstStyle/>
                    <a:p>
                      <a:pPr marL="0" lvl="1" indent="0" algn="ctr" defTabSz="457200" rtl="0" eaLnBrk="1" fontAlgn="base" latinLnBrk="0" hangingPunct="1">
                        <a:lnSpc>
                          <a:spcPct val="100000"/>
                        </a:lnSpc>
                        <a:spcBef>
                          <a:spcPct val="0"/>
                        </a:spcBef>
                        <a:spcAft>
                          <a:spcPts val="0"/>
                        </a:spcAft>
                        <a:buFontTx/>
                        <a:buNone/>
                      </a:pPr>
                      <a:r>
                        <a:rPr lang="en-US" altLang="zh-CN" sz="1800" kern="1200" spc="150" dirty="0">
                          <a:solidFill>
                            <a:schemeClr val="tx1"/>
                          </a:solidFill>
                          <a:latin typeface="微软雅黑" panose="020B0503020204020204" pitchFamily="34" charset="-122"/>
                          <a:ea typeface="微软雅黑" panose="020B0503020204020204" pitchFamily="34" charset="-122"/>
                          <a:cs typeface="+mn-cs"/>
                        </a:rPr>
                        <a:t>8</a:t>
                      </a:r>
                      <a:endParaRPr lang="zh-CN" altLang="en-US" sz="1800" kern="1200" spc="150" dirty="0">
                        <a:solidFill>
                          <a:schemeClr val="tx1"/>
                        </a:solidFill>
                        <a:latin typeface="微软雅黑" panose="020B0503020204020204" pitchFamily="34" charset="-122"/>
                        <a:ea typeface="微软雅黑" panose="020B0503020204020204" pitchFamily="34" charset="-122"/>
                        <a:cs typeface="+mn-cs"/>
                      </a:endParaRPr>
                    </a:p>
                  </a:txBody>
                  <a:tcPr marL="91443" marR="91443" marT="45708" marB="45708"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tc>
                  <a:txBody>
                    <a:bodyPr/>
                    <a:lstStyle/>
                    <a:p>
                      <a:pPr marL="0" lvl="1" indent="0" algn="ctr" defTabSz="457200" rtl="0" eaLnBrk="1" fontAlgn="base" latinLnBrk="0" hangingPunct="1">
                        <a:lnSpc>
                          <a:spcPct val="100000"/>
                        </a:lnSpc>
                        <a:spcBef>
                          <a:spcPct val="0"/>
                        </a:spcBef>
                        <a:spcAft>
                          <a:spcPts val="0"/>
                        </a:spcAft>
                        <a:buFontTx/>
                        <a:buNone/>
                      </a:pPr>
                      <a:r>
                        <a:rPr lang="en-US" altLang="zh-CN" sz="1800" kern="1200" spc="150" dirty="0">
                          <a:solidFill>
                            <a:schemeClr val="tx1"/>
                          </a:solidFill>
                          <a:latin typeface="微软雅黑" panose="020B0503020204020204" pitchFamily="34" charset="-122"/>
                          <a:ea typeface="微软雅黑" panose="020B0503020204020204" pitchFamily="34" charset="-122"/>
                          <a:cs typeface="+mn-cs"/>
                        </a:rPr>
                        <a:t>2</a:t>
                      </a:r>
                      <a:endParaRPr lang="zh-CN" altLang="en-US" sz="1800" kern="1200" spc="150" dirty="0">
                        <a:solidFill>
                          <a:schemeClr val="tx1"/>
                        </a:solidFill>
                        <a:latin typeface="微软雅黑" panose="020B0503020204020204" pitchFamily="34" charset="-122"/>
                        <a:ea typeface="微软雅黑" panose="020B0503020204020204" pitchFamily="34" charset="-122"/>
                        <a:cs typeface="+mn-cs"/>
                      </a:endParaRPr>
                    </a:p>
                  </a:txBody>
                  <a:tcPr marL="91443" marR="91443" marT="45708" marB="45708"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tc>
                  <a:txBody>
                    <a:bodyPr/>
                    <a:lstStyle/>
                    <a:p>
                      <a:pPr marL="0" lvl="1" indent="0" algn="ctr" defTabSz="457200" rtl="0" eaLnBrk="1" fontAlgn="base" latinLnBrk="0" hangingPunct="1">
                        <a:lnSpc>
                          <a:spcPct val="100000"/>
                        </a:lnSpc>
                        <a:spcBef>
                          <a:spcPct val="0"/>
                        </a:spcBef>
                        <a:spcAft>
                          <a:spcPts val="0"/>
                        </a:spcAft>
                        <a:buFontTx/>
                        <a:buNone/>
                      </a:pPr>
                      <a:r>
                        <a:rPr lang="en-US" altLang="zh-CN" sz="1800" kern="1200" spc="150" dirty="0">
                          <a:solidFill>
                            <a:schemeClr val="tx1"/>
                          </a:solidFill>
                          <a:latin typeface="微软雅黑" panose="020B0503020204020204" pitchFamily="34" charset="-122"/>
                          <a:ea typeface="微软雅黑" panose="020B0503020204020204" pitchFamily="34" charset="-122"/>
                          <a:cs typeface="+mn-cs"/>
                        </a:rPr>
                        <a:t>15</a:t>
                      </a:r>
                      <a:r>
                        <a:rPr lang="zh-CN" altLang="en-US" sz="1800" kern="1200" spc="150" dirty="0">
                          <a:solidFill>
                            <a:schemeClr val="tx1"/>
                          </a:solidFill>
                          <a:latin typeface="微软雅黑" panose="020B0503020204020204" pitchFamily="34" charset="-122"/>
                          <a:ea typeface="微软雅黑" panose="020B0503020204020204" pitchFamily="34" charset="-122"/>
                          <a:cs typeface="+mn-cs"/>
                        </a:rPr>
                        <a:t>或</a:t>
                      </a:r>
                      <a:r>
                        <a:rPr lang="en-US" altLang="zh-CN" sz="1800" kern="1200" spc="150" dirty="0">
                          <a:solidFill>
                            <a:schemeClr val="tx1"/>
                          </a:solidFill>
                          <a:latin typeface="微软雅黑" panose="020B0503020204020204" pitchFamily="34" charset="-122"/>
                          <a:ea typeface="微软雅黑" panose="020B0503020204020204" pitchFamily="34" charset="-122"/>
                          <a:cs typeface="+mn-cs"/>
                        </a:rPr>
                        <a:t>10</a:t>
                      </a:r>
                      <a:r>
                        <a:rPr lang="zh-CN" altLang="en-US" sz="1800" kern="1200" spc="150" dirty="0">
                          <a:solidFill>
                            <a:schemeClr val="tx1"/>
                          </a:solidFill>
                          <a:latin typeface="微软雅黑" panose="020B0503020204020204" pitchFamily="34" charset="-122"/>
                          <a:ea typeface="微软雅黑" panose="020B0503020204020204" pitchFamily="34" charset="-122"/>
                          <a:cs typeface="+mn-cs"/>
                        </a:rPr>
                        <a:t>或</a:t>
                      </a:r>
                      <a:r>
                        <a:rPr lang="en-US" altLang="zh-CN" sz="1800" kern="1200" spc="150" dirty="0">
                          <a:solidFill>
                            <a:schemeClr val="tx1"/>
                          </a:solidFill>
                          <a:latin typeface="微软雅黑" panose="020B0503020204020204" pitchFamily="34" charset="-122"/>
                          <a:ea typeface="微软雅黑" panose="020B0503020204020204" pitchFamily="34" charset="-122"/>
                          <a:cs typeface="+mn-cs"/>
                        </a:rPr>
                        <a:t>90</a:t>
                      </a:r>
                      <a:endParaRPr lang="zh-CN" altLang="en-US" sz="1800" kern="1200" spc="150" dirty="0">
                        <a:solidFill>
                          <a:schemeClr val="tx1"/>
                        </a:solidFill>
                        <a:latin typeface="微软雅黑" panose="020B0503020204020204" pitchFamily="34" charset="-122"/>
                        <a:ea typeface="微软雅黑" panose="020B0503020204020204" pitchFamily="34" charset="-122"/>
                        <a:cs typeface="+mn-cs"/>
                      </a:endParaRPr>
                    </a:p>
                  </a:txBody>
                  <a:tcPr marL="91443" marR="91443" marT="45708" marB="45708"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extLst>
                  <a:ext uri="{0D108BD9-81ED-4DB2-BD59-A6C34878D82A}">
                    <a16:rowId xmlns:a16="http://schemas.microsoft.com/office/drawing/2014/main" val="10001"/>
                  </a:ext>
                </a:extLst>
              </a:tr>
              <a:tr h="440982">
                <a:tc>
                  <a:txBody>
                    <a:bodyPr/>
                    <a:lstStyle/>
                    <a:p>
                      <a:pPr marL="0" lvl="1" indent="0" algn="ctr" defTabSz="457200" rtl="0" eaLnBrk="1" fontAlgn="base" latinLnBrk="0" hangingPunct="1">
                        <a:lnSpc>
                          <a:spcPct val="100000"/>
                        </a:lnSpc>
                        <a:spcBef>
                          <a:spcPct val="0"/>
                        </a:spcBef>
                        <a:spcAft>
                          <a:spcPts val="0"/>
                        </a:spcAft>
                        <a:buFontTx/>
                        <a:buNone/>
                      </a:pPr>
                      <a:r>
                        <a:rPr lang="en-US" altLang="zh-CN" sz="1800" kern="1200" spc="150" dirty="0">
                          <a:solidFill>
                            <a:schemeClr val="tx1"/>
                          </a:solidFill>
                          <a:latin typeface="微软雅黑" panose="020B0503020204020204" pitchFamily="34" charset="-122"/>
                          <a:ea typeface="微软雅黑" panose="020B0503020204020204" pitchFamily="34" charset="-122"/>
                          <a:cs typeface="+mn-cs"/>
                        </a:rPr>
                        <a:t>2nd</a:t>
                      </a:r>
                      <a:endParaRPr lang="zh-CN" altLang="en-US" sz="1800" kern="1200" spc="150" dirty="0">
                        <a:solidFill>
                          <a:schemeClr val="tx1"/>
                        </a:solidFill>
                        <a:latin typeface="微软雅黑" panose="020B0503020204020204" pitchFamily="34" charset="-122"/>
                        <a:ea typeface="微软雅黑" panose="020B0503020204020204" pitchFamily="34" charset="-122"/>
                        <a:cs typeface="+mn-cs"/>
                      </a:endParaRPr>
                    </a:p>
                  </a:txBody>
                  <a:tcPr marL="91443" marR="91443" marT="45708" marB="45708"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tc>
                  <a:txBody>
                    <a:bodyPr/>
                    <a:lstStyle/>
                    <a:p>
                      <a:pPr marL="0" lvl="1" indent="0" algn="ctr" defTabSz="457200" rtl="0" eaLnBrk="1" fontAlgn="base" latinLnBrk="0" hangingPunct="1">
                        <a:lnSpc>
                          <a:spcPct val="100000"/>
                        </a:lnSpc>
                        <a:spcBef>
                          <a:spcPct val="0"/>
                        </a:spcBef>
                        <a:spcAft>
                          <a:spcPts val="0"/>
                        </a:spcAft>
                        <a:buFontTx/>
                        <a:buNone/>
                      </a:pPr>
                      <a:r>
                        <a:rPr lang="en-US" altLang="zh-CN" sz="1800" kern="1200" spc="150" dirty="0">
                          <a:solidFill>
                            <a:schemeClr val="tx1"/>
                          </a:solidFill>
                          <a:latin typeface="微软雅黑" panose="020B0503020204020204" pitchFamily="34" charset="-122"/>
                          <a:ea typeface="微软雅黑" panose="020B0503020204020204" pitchFamily="34" charset="-122"/>
                          <a:cs typeface="+mn-cs"/>
                        </a:rPr>
                        <a:t>1st</a:t>
                      </a:r>
                      <a:endParaRPr lang="zh-CN" altLang="en-US" sz="1800" kern="1200" spc="150" dirty="0">
                        <a:solidFill>
                          <a:schemeClr val="tx1"/>
                        </a:solidFill>
                        <a:latin typeface="微软雅黑" panose="020B0503020204020204" pitchFamily="34" charset="-122"/>
                        <a:ea typeface="微软雅黑" panose="020B0503020204020204" pitchFamily="34" charset="-122"/>
                        <a:cs typeface="+mn-cs"/>
                      </a:endParaRPr>
                    </a:p>
                  </a:txBody>
                  <a:tcPr marL="91443" marR="91443" marT="45708" marB="45708"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tc>
                  <a:txBody>
                    <a:bodyPr/>
                    <a:lstStyle/>
                    <a:p>
                      <a:pPr marL="0" lvl="1" indent="0" algn="ctr" defTabSz="457200" rtl="0" eaLnBrk="1" fontAlgn="base" latinLnBrk="0" hangingPunct="1">
                        <a:lnSpc>
                          <a:spcPct val="100000"/>
                        </a:lnSpc>
                        <a:spcBef>
                          <a:spcPct val="0"/>
                        </a:spcBef>
                        <a:spcAft>
                          <a:spcPts val="0"/>
                        </a:spcAft>
                        <a:buFontTx/>
                        <a:buNone/>
                      </a:pPr>
                      <a:r>
                        <a:rPr lang="en-US" altLang="zh-CN" sz="1800" kern="1200" spc="150" dirty="0">
                          <a:solidFill>
                            <a:schemeClr val="tx1"/>
                          </a:solidFill>
                          <a:latin typeface="微软雅黑" panose="020B0503020204020204" pitchFamily="34" charset="-122"/>
                          <a:ea typeface="微软雅黑" panose="020B0503020204020204" pitchFamily="34" charset="-122"/>
                          <a:cs typeface="+mn-cs"/>
                        </a:rPr>
                        <a:t>3rd</a:t>
                      </a:r>
                      <a:endParaRPr lang="zh-CN" altLang="en-US" sz="1800" kern="1200" spc="150" dirty="0">
                        <a:solidFill>
                          <a:schemeClr val="tx1"/>
                        </a:solidFill>
                        <a:latin typeface="微软雅黑" panose="020B0503020204020204" pitchFamily="34" charset="-122"/>
                        <a:ea typeface="微软雅黑" panose="020B0503020204020204" pitchFamily="34" charset="-122"/>
                        <a:cs typeface="+mn-cs"/>
                      </a:endParaRPr>
                    </a:p>
                  </a:txBody>
                  <a:tcPr marL="91443" marR="91443" marT="45708" marB="45708"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tc>
                  <a:txBody>
                    <a:bodyPr/>
                    <a:lstStyle/>
                    <a:p>
                      <a:pPr marL="0" lvl="1" indent="0" algn="ctr" defTabSz="457200" rtl="0" eaLnBrk="1" fontAlgn="base" latinLnBrk="0" hangingPunct="1">
                        <a:lnSpc>
                          <a:spcPct val="100000"/>
                        </a:lnSpc>
                        <a:spcBef>
                          <a:spcPct val="0"/>
                        </a:spcBef>
                        <a:spcAft>
                          <a:spcPts val="0"/>
                        </a:spcAft>
                        <a:buFontTx/>
                        <a:buNone/>
                      </a:pPr>
                      <a:r>
                        <a:rPr lang="en-US" altLang="zh-CN" sz="1800" kern="1200" spc="150" dirty="0">
                          <a:solidFill>
                            <a:schemeClr val="tx1"/>
                          </a:solidFill>
                          <a:latin typeface="微软雅黑" panose="020B0503020204020204" pitchFamily="34" charset="-122"/>
                          <a:ea typeface="微软雅黑" panose="020B0503020204020204" pitchFamily="34" charset="-122"/>
                          <a:cs typeface="+mn-cs"/>
                        </a:rPr>
                        <a:t>---</a:t>
                      </a:r>
                      <a:endParaRPr lang="zh-CN" altLang="en-US" sz="1800" kern="1200" spc="150" dirty="0">
                        <a:solidFill>
                          <a:schemeClr val="tx1"/>
                        </a:solidFill>
                        <a:latin typeface="微软雅黑" panose="020B0503020204020204" pitchFamily="34" charset="-122"/>
                        <a:ea typeface="微软雅黑" panose="020B0503020204020204" pitchFamily="34" charset="-122"/>
                        <a:cs typeface="+mn-cs"/>
                      </a:endParaRPr>
                    </a:p>
                  </a:txBody>
                  <a:tcPr marL="91443" marR="91443" marT="45708" marB="45708"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extLst>
                  <a:ext uri="{0D108BD9-81ED-4DB2-BD59-A6C34878D82A}">
                    <a16:rowId xmlns:a16="http://schemas.microsoft.com/office/drawing/2014/main" val="376283401"/>
                  </a:ext>
                </a:extLst>
              </a:tr>
              <a:tr h="440982">
                <a:tc>
                  <a:txBody>
                    <a:bodyPr/>
                    <a:lstStyle/>
                    <a:p>
                      <a:pPr marL="0" lvl="1" indent="0" algn="ctr" defTabSz="457200" rtl="0" eaLnBrk="1" fontAlgn="base" latinLnBrk="0" hangingPunct="1">
                        <a:lnSpc>
                          <a:spcPct val="100000"/>
                        </a:lnSpc>
                        <a:spcBef>
                          <a:spcPct val="0"/>
                        </a:spcBef>
                        <a:spcAft>
                          <a:spcPts val="0"/>
                        </a:spcAft>
                        <a:buFontTx/>
                        <a:buNone/>
                      </a:pPr>
                      <a:r>
                        <a:rPr lang="en-US" altLang="zh-CN" sz="1800" kern="1200" spc="150" dirty="0">
                          <a:solidFill>
                            <a:schemeClr val="tx1"/>
                          </a:solidFill>
                          <a:latin typeface="微软雅黑" panose="020B0503020204020204" pitchFamily="34" charset="-122"/>
                          <a:ea typeface="微软雅黑" panose="020B0503020204020204" pitchFamily="34" charset="-122"/>
                          <a:cs typeface="+mn-cs"/>
                        </a:rPr>
                        <a:t>3rd</a:t>
                      </a:r>
                      <a:endParaRPr lang="zh-CN" altLang="en-US" sz="1800" kern="1200" spc="150" dirty="0">
                        <a:solidFill>
                          <a:schemeClr val="tx1"/>
                        </a:solidFill>
                        <a:latin typeface="微软雅黑" panose="020B0503020204020204" pitchFamily="34" charset="-122"/>
                        <a:ea typeface="微软雅黑" panose="020B0503020204020204" pitchFamily="34" charset="-122"/>
                        <a:cs typeface="+mn-cs"/>
                      </a:endParaRPr>
                    </a:p>
                  </a:txBody>
                  <a:tcPr marL="91443" marR="91443" marT="45708" marB="45708"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tc>
                  <a:txBody>
                    <a:bodyPr/>
                    <a:lstStyle/>
                    <a:p>
                      <a:pPr marL="0" lvl="1" indent="0" algn="ctr" defTabSz="457200" rtl="0" eaLnBrk="1" fontAlgn="base" latinLnBrk="0" hangingPunct="1">
                        <a:lnSpc>
                          <a:spcPct val="100000"/>
                        </a:lnSpc>
                        <a:spcBef>
                          <a:spcPct val="0"/>
                        </a:spcBef>
                        <a:spcAft>
                          <a:spcPts val="0"/>
                        </a:spcAft>
                        <a:buFontTx/>
                        <a:buNone/>
                      </a:pPr>
                      <a:r>
                        <a:rPr lang="en-US" altLang="zh-CN" sz="1800" kern="1200" spc="150" dirty="0">
                          <a:solidFill>
                            <a:schemeClr val="tx1"/>
                          </a:solidFill>
                          <a:latin typeface="微软雅黑" panose="020B0503020204020204" pitchFamily="34" charset="-122"/>
                          <a:ea typeface="微软雅黑" panose="020B0503020204020204" pitchFamily="34" charset="-122"/>
                          <a:cs typeface="+mn-cs"/>
                        </a:rPr>
                        <a:t>2nd</a:t>
                      </a:r>
                      <a:endParaRPr lang="zh-CN" altLang="en-US" sz="1800" kern="1200" spc="150" dirty="0">
                        <a:solidFill>
                          <a:schemeClr val="tx1"/>
                        </a:solidFill>
                        <a:latin typeface="微软雅黑" panose="020B0503020204020204" pitchFamily="34" charset="-122"/>
                        <a:ea typeface="微软雅黑" panose="020B0503020204020204" pitchFamily="34" charset="-122"/>
                        <a:cs typeface="+mn-cs"/>
                      </a:endParaRPr>
                    </a:p>
                  </a:txBody>
                  <a:tcPr marL="91443" marR="91443" marT="45708" marB="45708"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tc>
                  <a:txBody>
                    <a:bodyPr/>
                    <a:lstStyle/>
                    <a:p>
                      <a:pPr marL="0" lvl="1" indent="0" algn="ctr" defTabSz="457200" rtl="0" eaLnBrk="1" fontAlgn="base" latinLnBrk="0" hangingPunct="1">
                        <a:lnSpc>
                          <a:spcPct val="100000"/>
                        </a:lnSpc>
                        <a:spcBef>
                          <a:spcPct val="0"/>
                        </a:spcBef>
                        <a:spcAft>
                          <a:spcPts val="0"/>
                        </a:spcAft>
                        <a:buFontTx/>
                        <a:buNone/>
                      </a:pPr>
                      <a:r>
                        <a:rPr lang="en-US" altLang="zh-CN" sz="1800" kern="1200" spc="150" dirty="0">
                          <a:solidFill>
                            <a:schemeClr val="tx1"/>
                          </a:solidFill>
                          <a:latin typeface="微软雅黑" panose="020B0503020204020204" pitchFamily="34" charset="-122"/>
                          <a:ea typeface="微软雅黑" panose="020B0503020204020204" pitchFamily="34" charset="-122"/>
                          <a:cs typeface="+mn-cs"/>
                        </a:rPr>
                        <a:t>4th</a:t>
                      </a:r>
                      <a:endParaRPr lang="zh-CN" altLang="en-US" sz="1800" kern="1200" spc="150" dirty="0">
                        <a:solidFill>
                          <a:schemeClr val="tx1"/>
                        </a:solidFill>
                        <a:latin typeface="微软雅黑" panose="020B0503020204020204" pitchFamily="34" charset="-122"/>
                        <a:ea typeface="微软雅黑" panose="020B0503020204020204" pitchFamily="34" charset="-122"/>
                        <a:cs typeface="+mn-cs"/>
                      </a:endParaRPr>
                    </a:p>
                  </a:txBody>
                  <a:tcPr marL="91443" marR="91443" marT="45708" marB="45708"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tc>
                  <a:txBody>
                    <a:bodyPr/>
                    <a:lstStyle/>
                    <a:p>
                      <a:pPr marL="0" lvl="1" indent="0" algn="ctr" defTabSz="457200" rtl="0" eaLnBrk="1" fontAlgn="base" latinLnBrk="0" hangingPunct="1">
                        <a:lnSpc>
                          <a:spcPct val="100000"/>
                        </a:lnSpc>
                        <a:spcBef>
                          <a:spcPct val="0"/>
                        </a:spcBef>
                        <a:spcAft>
                          <a:spcPts val="0"/>
                        </a:spcAft>
                        <a:buFontTx/>
                        <a:buNone/>
                      </a:pPr>
                      <a:r>
                        <a:rPr lang="en-US" altLang="zh-CN" sz="1800" kern="1200" spc="150" dirty="0">
                          <a:solidFill>
                            <a:schemeClr val="tx1"/>
                          </a:solidFill>
                          <a:latin typeface="微软雅黑" panose="020B0503020204020204" pitchFamily="34" charset="-122"/>
                          <a:ea typeface="微软雅黑" panose="020B0503020204020204" pitchFamily="34" charset="-122"/>
                          <a:cs typeface="+mn-cs"/>
                        </a:rPr>
                        <a:t>1st</a:t>
                      </a:r>
                      <a:endParaRPr lang="zh-CN" altLang="en-US" sz="1800" kern="1200" spc="150" dirty="0">
                        <a:solidFill>
                          <a:schemeClr val="tx1"/>
                        </a:solidFill>
                        <a:latin typeface="微软雅黑" panose="020B0503020204020204" pitchFamily="34" charset="-122"/>
                        <a:ea typeface="微软雅黑" panose="020B0503020204020204" pitchFamily="34" charset="-122"/>
                        <a:cs typeface="+mn-cs"/>
                      </a:endParaRPr>
                    </a:p>
                  </a:txBody>
                  <a:tcPr marL="91443" marR="91443" marT="45708" marB="45708"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extLst>
                  <a:ext uri="{0D108BD9-81ED-4DB2-BD59-A6C34878D82A}">
                    <a16:rowId xmlns:a16="http://schemas.microsoft.com/office/drawing/2014/main" val="44321645"/>
                  </a:ext>
                </a:extLst>
              </a:tr>
            </a:tbl>
          </a:graphicData>
        </a:graphic>
      </p:graphicFrame>
      <p:sp>
        <p:nvSpPr>
          <p:cNvPr id="6" name="矩形 5">
            <a:extLst>
              <a:ext uri="{FF2B5EF4-FFF2-40B4-BE49-F238E27FC236}">
                <a16:creationId xmlns:a16="http://schemas.microsoft.com/office/drawing/2014/main" id="{619F23E0-DB82-46C8-AB0A-C82EE09AB7AE}"/>
              </a:ext>
            </a:extLst>
          </p:cNvPr>
          <p:cNvSpPr/>
          <p:nvPr/>
        </p:nvSpPr>
        <p:spPr>
          <a:xfrm>
            <a:off x="467544" y="548680"/>
            <a:ext cx="4762842"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二、总效用和边际效用递减规律</a:t>
            </a:r>
          </a:p>
        </p:txBody>
      </p:sp>
      <p:sp>
        <p:nvSpPr>
          <p:cNvPr id="8" name="矩形 7">
            <a:extLst>
              <a:ext uri="{FF2B5EF4-FFF2-40B4-BE49-F238E27FC236}">
                <a16:creationId xmlns:a16="http://schemas.microsoft.com/office/drawing/2014/main" id="{44F40C17-DC31-4833-9E46-AF069F675A6B}"/>
              </a:ext>
            </a:extLst>
          </p:cNvPr>
          <p:cNvSpPr/>
          <p:nvPr/>
        </p:nvSpPr>
        <p:spPr>
          <a:xfrm>
            <a:off x="6593747" y="0"/>
            <a:ext cx="2550253" cy="369332"/>
          </a:xfrm>
          <a:prstGeom prst="rect">
            <a:avLst/>
          </a:prstGeom>
        </p:spPr>
        <p:txBody>
          <a:bodyPr wrap="squar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第一节 </a:t>
            </a:r>
            <a:r>
              <a:rPr lang="zh-CN" altLang="en-US" spc="150" dirty="0">
                <a:latin typeface="微软雅黑" panose="020B0503020204020204" pitchFamily="34" charset="-122"/>
                <a:ea typeface="微软雅黑" panose="020B0503020204020204" pitchFamily="34" charset="-122"/>
              </a:rPr>
              <a:t>效用理论概述</a:t>
            </a:r>
            <a:r>
              <a:rPr lang="zh-CN" altLang="en-US" spc="150" dirty="0">
                <a:solidFill>
                  <a:srgbClr val="000000"/>
                </a:solidFill>
                <a:latin typeface="微软雅黑" panose="020B0503020204020204" pitchFamily="34" charset="-122"/>
                <a:ea typeface="微软雅黑" panose="020B0503020204020204" pitchFamily="34" charset="-122"/>
              </a:rPr>
              <a:t> </a:t>
            </a:r>
          </a:p>
        </p:txBody>
      </p:sp>
      <p:grpSp>
        <p:nvGrpSpPr>
          <p:cNvPr id="7" name="组合 6">
            <a:extLst>
              <a:ext uri="{FF2B5EF4-FFF2-40B4-BE49-F238E27FC236}">
                <a16:creationId xmlns:a16="http://schemas.microsoft.com/office/drawing/2014/main" id="{BC7EA6ED-03C2-417A-950B-EEA110760C85}"/>
              </a:ext>
            </a:extLst>
          </p:cNvPr>
          <p:cNvGrpSpPr/>
          <p:nvPr/>
        </p:nvGrpSpPr>
        <p:grpSpPr>
          <a:xfrm>
            <a:off x="467544" y="1393372"/>
            <a:ext cx="3314747" cy="514350"/>
            <a:chOff x="467544" y="2343438"/>
            <a:chExt cx="2547461" cy="514350"/>
          </a:xfrm>
        </p:grpSpPr>
        <p:sp>
          <p:nvSpPr>
            <p:cNvPr id="9" name="MH_Text_1">
              <a:extLst>
                <a:ext uri="{FF2B5EF4-FFF2-40B4-BE49-F238E27FC236}">
                  <a16:creationId xmlns:a16="http://schemas.microsoft.com/office/drawing/2014/main" id="{0947951C-0B9C-4744-80B6-BE2DB89A24A0}"/>
                </a:ext>
              </a:extLst>
            </p:cNvPr>
            <p:cNvSpPr/>
            <p:nvPr>
              <p:custDataLst>
                <p:tags r:id="rId1"/>
              </p:custDataLst>
            </p:nvPr>
          </p:nvSpPr>
          <p:spPr bwMode="auto">
            <a:xfrm>
              <a:off x="467544" y="2343438"/>
              <a:ext cx="2547461" cy="514350"/>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algn="ctr">
                <a:defRPr/>
              </a:pPr>
              <a:r>
                <a:rPr lang="zh-CN" altLang="en-US" sz="2000" spc="150" dirty="0">
                  <a:solidFill>
                    <a:srgbClr val="000000"/>
                  </a:solidFill>
                  <a:latin typeface="微软雅黑" panose="020B0503020204020204" pitchFamily="34" charset="-122"/>
                  <a:ea typeface="微软雅黑" panose="020B0503020204020204" pitchFamily="34" charset="-122"/>
                </a:rPr>
                <a:t>序数效用论对效用的测度</a:t>
              </a:r>
            </a:p>
          </p:txBody>
        </p:sp>
        <p:sp>
          <p:nvSpPr>
            <p:cNvPr id="10" name="MH_Other_2">
              <a:extLst>
                <a:ext uri="{FF2B5EF4-FFF2-40B4-BE49-F238E27FC236}">
                  <a16:creationId xmlns:a16="http://schemas.microsoft.com/office/drawing/2014/main" id="{A3C90323-3FB5-4F5D-AE5A-487770550ABE}"/>
                </a:ext>
              </a:extLst>
            </p:cNvPr>
            <p:cNvSpPr/>
            <p:nvPr>
              <p:custDataLst>
                <p:tags r:id="rId2"/>
              </p:custDataLst>
            </p:nvPr>
          </p:nvSpPr>
          <p:spPr bwMode="auto">
            <a:xfrm rot="10800000">
              <a:off x="2833565" y="2400586"/>
              <a:ext cx="127000" cy="127000"/>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Tree>
    <p:extLst>
      <p:ext uri="{BB962C8B-B14F-4D97-AF65-F5344CB8AC3E}">
        <p14:creationId xmlns:p14="http://schemas.microsoft.com/office/powerpoint/2010/main" val="3525915807"/>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barn(inVertical)">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170">
                                            <p:txEl>
                                              <p:pRg st="5" end="5"/>
                                            </p:txEl>
                                          </p:spTgt>
                                        </p:tgtEl>
                                        <p:attrNameLst>
                                          <p:attrName>style.visibility</p:attrName>
                                        </p:attrNameLst>
                                      </p:cBhvr>
                                      <p:to>
                                        <p:strVal val="visible"/>
                                      </p:to>
                                    </p:set>
                                    <p:animEffect transition="in" filter="fade">
                                      <p:cBhvr>
                                        <p:cTn id="17" dur="500"/>
                                        <p:tgtEl>
                                          <p:spTgt spid="7170">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170">
                                            <p:txEl>
                                              <p:pRg st="6" end="6"/>
                                            </p:txEl>
                                          </p:spTgt>
                                        </p:tgtEl>
                                        <p:attrNameLst>
                                          <p:attrName>style.visibility</p:attrName>
                                        </p:attrNameLst>
                                      </p:cBhvr>
                                      <p:to>
                                        <p:strVal val="visible"/>
                                      </p:to>
                                    </p:set>
                                    <p:animEffect transition="in" filter="fade">
                                      <p:cBhvr>
                                        <p:cTn id="22" dur="500"/>
                                        <p:tgtEl>
                                          <p:spTgt spid="7170">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170">
                                            <p:txEl>
                                              <p:pRg st="7" end="7"/>
                                            </p:txEl>
                                          </p:spTgt>
                                        </p:tgtEl>
                                        <p:attrNameLst>
                                          <p:attrName>style.visibility</p:attrName>
                                        </p:attrNameLst>
                                      </p:cBhvr>
                                      <p:to>
                                        <p:strVal val="visible"/>
                                      </p:to>
                                    </p:set>
                                    <p:animEffect transition="in" filter="fade">
                                      <p:cBhvr>
                                        <p:cTn id="27" dur="500"/>
                                        <p:tgtEl>
                                          <p:spTgt spid="7170">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7170">
                                            <p:txEl>
                                              <p:pRg st="8" end="8"/>
                                            </p:txEl>
                                          </p:spTgt>
                                        </p:tgtEl>
                                        <p:attrNameLst>
                                          <p:attrName>style.visibility</p:attrName>
                                        </p:attrNameLst>
                                      </p:cBhvr>
                                      <p:to>
                                        <p:strVal val="visible"/>
                                      </p:to>
                                    </p:set>
                                    <p:animEffect transition="in" filter="fade">
                                      <p:cBhvr>
                                        <p:cTn id="32" dur="500"/>
                                        <p:tgtEl>
                                          <p:spTgt spid="7170">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170" name="Rectangle 3"/>
              <p:cNvSpPr>
                <a:spLocks noGrp="1" noChangeArrowheads="1"/>
              </p:cNvSpPr>
              <p:nvPr>
                <p:ph type="body" idx="4294967295"/>
              </p:nvPr>
            </p:nvSpPr>
            <p:spPr>
              <a:xfrm>
                <a:off x="871579" y="1992584"/>
                <a:ext cx="5908613" cy="4078652"/>
              </a:xfrm>
            </p:spPr>
            <p:txBody>
              <a:bodyPr/>
              <a:lstStyle/>
              <a:p>
                <a:pPr marL="538163" lvl="3" indent="-261938" defTabSz="457200" eaLnBrk="1" hangingPunct="1">
                  <a:lnSpc>
                    <a:spcPct val="150000"/>
                  </a:lnSpc>
                  <a:spcAft>
                    <a:spcPts val="600"/>
                  </a:spcAft>
                  <a:buFont typeface="Wingdings" panose="05000000000000000000" pitchFamily="2" charset="2"/>
                  <a:buChar char="Ø"/>
                </a:pPr>
                <a:r>
                  <a:rPr lang="zh-CN" altLang="en-US" sz="1800" spc="150" dirty="0">
                    <a:latin typeface="微软雅黑" panose="020B0503020204020204" pitchFamily="34" charset="-122"/>
                    <a:ea typeface="微软雅黑" panose="020B0503020204020204" pitchFamily="34" charset="-122"/>
                  </a:rPr>
                  <a:t>总效用：从既定数量消费中获得的总满足程度</a:t>
                </a:r>
                <a:endParaRPr lang="en-US" altLang="zh-CN" sz="1800" spc="150" dirty="0">
                  <a:latin typeface="微软雅黑" panose="020B0503020204020204" pitchFamily="34" charset="-122"/>
                  <a:ea typeface="微软雅黑" panose="020B0503020204020204" pitchFamily="34" charset="-122"/>
                </a:endParaRPr>
              </a:p>
              <a:p>
                <a:pPr marL="276225" lvl="3" indent="246063" defTabSz="457200" eaLnBrk="1" hangingPunct="1">
                  <a:lnSpc>
                    <a:spcPct val="150000"/>
                  </a:lnSpc>
                  <a:spcAft>
                    <a:spcPts val="1200"/>
                  </a:spcAft>
                  <a:buNone/>
                </a:pPr>
                <a:r>
                  <a:rPr lang="en-US" altLang="zh-CN" sz="1600" spc="150" dirty="0">
                    <a:ea typeface="微软雅黑" panose="020B0503020204020204" pitchFamily="34" charset="-122"/>
                  </a:rPr>
                  <a:t>      TU=U(Q)</a:t>
                </a:r>
                <a:endParaRPr lang="zh-CN" altLang="en-US" sz="1600" spc="150" dirty="0">
                  <a:latin typeface="微软雅黑" panose="020B0503020204020204" pitchFamily="34" charset="-122"/>
                  <a:ea typeface="微软雅黑" panose="020B0503020204020204" pitchFamily="34" charset="-122"/>
                </a:endParaRPr>
              </a:p>
              <a:p>
                <a:pPr marL="538163" lvl="3" indent="-261938" defTabSz="457200" eaLnBrk="1" hangingPunct="1">
                  <a:lnSpc>
                    <a:spcPct val="150000"/>
                  </a:lnSpc>
                  <a:spcAft>
                    <a:spcPts val="600"/>
                  </a:spcAft>
                  <a:buFont typeface="Wingdings" panose="05000000000000000000" pitchFamily="2" charset="2"/>
                  <a:buChar char="Ø"/>
                </a:pPr>
                <a:r>
                  <a:rPr lang="zh-CN" altLang="en-US" sz="1800" spc="150" dirty="0">
                    <a:latin typeface="微软雅黑" panose="020B0503020204020204" pitchFamily="34" charset="-122"/>
                    <a:ea typeface="微软雅黑" panose="020B0503020204020204" pitchFamily="34" charset="-122"/>
                  </a:rPr>
                  <a:t>边际效用</a:t>
                </a:r>
                <a:r>
                  <a:rPr lang="en-US" altLang="zh-CN" sz="1800" spc="150" dirty="0">
                    <a:latin typeface="微软雅黑" panose="020B0503020204020204" pitchFamily="34" charset="-122"/>
                    <a:ea typeface="微软雅黑" panose="020B0503020204020204" pitchFamily="34" charset="-122"/>
                  </a:rPr>
                  <a:t>(marginal utility, MU)</a:t>
                </a:r>
                <a:r>
                  <a:rPr lang="zh-CN" altLang="en-US" sz="1800" spc="150" dirty="0">
                    <a:latin typeface="微软雅黑" panose="020B0503020204020204" pitchFamily="34" charset="-122"/>
                    <a:ea typeface="微软雅黑" panose="020B0503020204020204" pitchFamily="34" charset="-122"/>
                  </a:rPr>
                  <a:t>：每增加一单位商品消费所增加的效用；最后一单位消费带来的效用。</a:t>
                </a:r>
                <a:endParaRPr lang="en-US" altLang="zh-CN" sz="1800" spc="150" dirty="0">
                  <a:latin typeface="微软雅黑" panose="020B0503020204020204" pitchFamily="34" charset="-122"/>
                  <a:ea typeface="微软雅黑" panose="020B0503020204020204" pitchFamily="34" charset="-122"/>
                </a:endParaRPr>
              </a:p>
              <a:p>
                <a:pPr marL="276225" lvl="3" indent="231775" defTabSz="457200" eaLnBrk="1" hangingPunct="1">
                  <a:lnSpc>
                    <a:spcPct val="150000"/>
                  </a:lnSpc>
                  <a:spcAft>
                    <a:spcPts val="1200"/>
                  </a:spcAft>
                  <a:buNone/>
                </a:pPr>
                <a:r>
                  <a:rPr lang="en-US" altLang="zh-CN" sz="1600" spc="150" dirty="0">
                    <a:ea typeface="微软雅黑" panose="020B0503020204020204" pitchFamily="34" charset="-122"/>
                  </a:rPr>
                  <a:t>      MU=</a:t>
                </a:r>
                <a14:m>
                  <m:oMath xmlns:m="http://schemas.openxmlformats.org/officeDocument/2006/math">
                    <m:f>
                      <m:fPr>
                        <m:ctrlPr>
                          <a:rPr lang="en-US" altLang="zh-CN" sz="1600" i="1" spc="150" smtClean="0">
                            <a:latin typeface="Cambria Math" panose="02040503050406030204" pitchFamily="18" charset="0"/>
                            <a:ea typeface="微软雅黑" panose="020B0503020204020204" pitchFamily="34" charset="-122"/>
                          </a:rPr>
                        </m:ctrlPr>
                      </m:fPr>
                      <m:num>
                        <m:r>
                          <a:rPr lang="zh-CN" altLang="en-US" sz="1600" b="0" i="1" spc="150" smtClean="0">
                            <a:latin typeface="Cambria Math" panose="02040503050406030204" pitchFamily="18" charset="0"/>
                            <a:ea typeface="微软雅黑" panose="020B0503020204020204" pitchFamily="34" charset="-122"/>
                          </a:rPr>
                          <m:t>△</m:t>
                        </m:r>
                        <m:r>
                          <a:rPr lang="en-US" altLang="zh-CN" sz="1600" b="0" i="1" spc="150" smtClean="0">
                            <a:latin typeface="Cambria Math" panose="02040503050406030204" pitchFamily="18" charset="0"/>
                            <a:ea typeface="微软雅黑" panose="020B0503020204020204" pitchFamily="34" charset="-122"/>
                          </a:rPr>
                          <m:t>𝑇𝑈</m:t>
                        </m:r>
                      </m:num>
                      <m:den>
                        <m:r>
                          <a:rPr lang="zh-CN" altLang="en-US" sz="1600" b="0" i="1" spc="150" smtClean="0">
                            <a:latin typeface="Cambria Math" panose="02040503050406030204" pitchFamily="18" charset="0"/>
                            <a:ea typeface="微软雅黑" panose="020B0503020204020204" pitchFamily="34" charset="-122"/>
                          </a:rPr>
                          <m:t>△</m:t>
                        </m:r>
                        <m:r>
                          <a:rPr lang="en-US" altLang="zh-CN" sz="1600" b="0" i="1" spc="150" smtClean="0">
                            <a:latin typeface="Cambria Math" panose="02040503050406030204" pitchFamily="18" charset="0"/>
                            <a:ea typeface="微软雅黑" panose="020B0503020204020204" pitchFamily="34" charset="-122"/>
                          </a:rPr>
                          <m:t>𝑄</m:t>
                        </m:r>
                      </m:den>
                    </m:f>
                    <m:r>
                      <a:rPr lang="en-US" altLang="zh-CN" sz="1600" b="0" i="1" spc="150" smtClean="0">
                        <a:latin typeface="Cambria Math" panose="02040503050406030204" pitchFamily="18" charset="0"/>
                        <a:ea typeface="微软雅黑" panose="020B0503020204020204" pitchFamily="34" charset="-122"/>
                      </a:rPr>
                      <m:t>=</m:t>
                    </m:r>
                    <m:r>
                      <a:rPr lang="en-US" altLang="zh-CN" sz="1600" b="0" i="1" spc="150" smtClean="0">
                        <a:latin typeface="Cambria Math" panose="02040503050406030204" pitchFamily="18" charset="0"/>
                        <a:ea typeface="微软雅黑" panose="020B0503020204020204" pitchFamily="34" charset="-122"/>
                      </a:rPr>
                      <m:t>𝑀𝑈</m:t>
                    </m:r>
                    <m:r>
                      <a:rPr lang="en-US" altLang="zh-CN" sz="1600" b="0" i="1" spc="150" smtClean="0">
                        <a:latin typeface="Cambria Math" panose="02040503050406030204" pitchFamily="18" charset="0"/>
                        <a:ea typeface="微软雅黑" panose="020B0503020204020204" pitchFamily="34" charset="-122"/>
                      </a:rPr>
                      <m:t>(</m:t>
                    </m:r>
                    <m:r>
                      <a:rPr lang="en-US" altLang="zh-CN" sz="1600" b="0" i="1" spc="150" smtClean="0">
                        <a:latin typeface="Cambria Math" panose="02040503050406030204" pitchFamily="18" charset="0"/>
                        <a:ea typeface="微软雅黑" panose="020B0503020204020204" pitchFamily="34" charset="-122"/>
                      </a:rPr>
                      <m:t>𝑄</m:t>
                    </m:r>
                    <m:r>
                      <a:rPr lang="en-US" altLang="zh-CN" sz="1600" b="0" i="1" spc="150" smtClean="0">
                        <a:latin typeface="Cambria Math" panose="02040503050406030204" pitchFamily="18" charset="0"/>
                        <a:ea typeface="微软雅黑" panose="020B0503020204020204" pitchFamily="34" charset="-122"/>
                      </a:rPr>
                      <m:t>)</m:t>
                    </m:r>
                  </m:oMath>
                </a14:m>
                <a:endParaRPr lang="en-US" altLang="zh-CN" sz="1600" spc="150" dirty="0">
                  <a:latin typeface="微软雅黑" panose="020B0503020204020204" pitchFamily="34" charset="-122"/>
                  <a:ea typeface="微软雅黑" panose="020B0503020204020204" pitchFamily="34" charset="-122"/>
                </a:endParaRPr>
              </a:p>
              <a:p>
                <a:pPr marL="538163" lvl="3" indent="-261938" defTabSz="457200" eaLnBrk="1" hangingPunct="1">
                  <a:lnSpc>
                    <a:spcPct val="150000"/>
                  </a:lnSpc>
                  <a:spcAft>
                    <a:spcPts val="600"/>
                  </a:spcAft>
                  <a:buFont typeface="Wingdings" panose="05000000000000000000" pitchFamily="2" charset="2"/>
                  <a:buChar char="Ø"/>
                </a:pPr>
                <a:r>
                  <a:rPr lang="zh-CN" altLang="en-US" sz="1800" spc="150" dirty="0">
                    <a:latin typeface="微软雅黑" panose="020B0503020204020204" pitchFamily="34" charset="-122"/>
                    <a:ea typeface="微软雅黑" panose="020B0503020204020204" pitchFamily="34" charset="-122"/>
                  </a:rPr>
                  <a:t>总效用与边际效用的关系</a:t>
                </a:r>
                <a:endParaRPr lang="en-US" altLang="zh-CN" sz="1800" spc="150" dirty="0">
                  <a:latin typeface="微软雅黑" panose="020B0503020204020204" pitchFamily="34" charset="-122"/>
                  <a:ea typeface="微软雅黑" panose="020B0503020204020204" pitchFamily="34" charset="-122"/>
                </a:endParaRPr>
              </a:p>
              <a:p>
                <a:pPr marL="522288" lvl="3" indent="0" defTabSz="457200" eaLnBrk="1" hangingPunct="1">
                  <a:lnSpc>
                    <a:spcPct val="150000"/>
                  </a:lnSpc>
                  <a:buNone/>
                </a:pPr>
                <a:r>
                  <a:rPr lang="en-US" altLang="zh-CN" sz="1600" b="0" spc="150" dirty="0">
                    <a:ea typeface="微软雅黑" panose="020B0503020204020204" pitchFamily="34" charset="-122"/>
                  </a:rPr>
                  <a:t>      </a:t>
                </a:r>
                <a14:m>
                  <m:oMath xmlns:m="http://schemas.openxmlformats.org/officeDocument/2006/math">
                    <m:r>
                      <a:rPr lang="en-US" altLang="zh-CN" sz="1600" b="0" i="1" spc="150" smtClean="0">
                        <a:latin typeface="Cambria Math" panose="02040503050406030204" pitchFamily="18" charset="0"/>
                        <a:ea typeface="微软雅黑" panose="020B0503020204020204" pitchFamily="34" charset="-122"/>
                      </a:rPr>
                      <m:t>𝑀𝑈</m:t>
                    </m:r>
                    <m:r>
                      <a:rPr lang="en-US" altLang="zh-CN" sz="1600" b="0" i="1" spc="150" smtClean="0">
                        <a:latin typeface="Cambria Math" panose="02040503050406030204" pitchFamily="18" charset="0"/>
                        <a:ea typeface="微软雅黑" panose="020B0503020204020204" pitchFamily="34" charset="-122"/>
                      </a:rPr>
                      <m:t>=</m:t>
                    </m:r>
                    <m:r>
                      <a:rPr lang="en-US" altLang="zh-CN" sz="1600" b="0" i="1" spc="150" smtClean="0">
                        <a:latin typeface="Cambria Math" panose="02040503050406030204" pitchFamily="18" charset="0"/>
                        <a:ea typeface="微软雅黑" panose="020B0503020204020204" pitchFamily="34" charset="-122"/>
                      </a:rPr>
                      <m:t>𝑇𝑈</m:t>
                    </m:r>
                    <m:r>
                      <m:rPr>
                        <m:nor/>
                      </m:rPr>
                      <a:rPr lang="en-US" altLang="zh-CN" sz="1600" i="1" dirty="0">
                        <a:latin typeface="+mn-ea"/>
                      </a:rPr>
                      <m:t>’</m:t>
                    </m:r>
                    <m:r>
                      <a:rPr lang="en-US" altLang="zh-CN" sz="1600" b="0" i="1" spc="150" smtClean="0">
                        <a:latin typeface="Cambria Math" panose="02040503050406030204" pitchFamily="18" charset="0"/>
                        <a:ea typeface="微软雅黑" panose="020B0503020204020204" pitchFamily="34" charset="-122"/>
                      </a:rPr>
                      <m:t>(</m:t>
                    </m:r>
                    <m:r>
                      <a:rPr lang="en-US" altLang="zh-CN" sz="1600" b="0" i="1" spc="150" smtClean="0">
                        <a:latin typeface="Cambria Math" panose="02040503050406030204" pitchFamily="18" charset="0"/>
                        <a:ea typeface="微软雅黑" panose="020B0503020204020204" pitchFamily="34" charset="-122"/>
                      </a:rPr>
                      <m:t>𝑄</m:t>
                    </m:r>
                    <m:r>
                      <a:rPr lang="en-US" altLang="zh-CN" sz="1600" b="0" i="1" spc="150" smtClean="0">
                        <a:latin typeface="Cambria Math" panose="02040503050406030204" pitchFamily="18" charset="0"/>
                        <a:ea typeface="微软雅黑" panose="020B0503020204020204" pitchFamily="34" charset="-122"/>
                      </a:rPr>
                      <m:t>)</m:t>
                    </m:r>
                  </m:oMath>
                </a14:m>
                <a:endParaRPr lang="zh-CN" altLang="en-US" sz="1600" spc="150" dirty="0">
                  <a:latin typeface="微软雅黑" panose="020B0503020204020204" pitchFamily="34" charset="-122"/>
                  <a:ea typeface="微软雅黑" panose="020B0503020204020204" pitchFamily="34" charset="-122"/>
                </a:endParaRPr>
              </a:p>
            </p:txBody>
          </p:sp>
        </mc:Choice>
        <mc:Fallback xmlns="">
          <p:sp>
            <p:nvSpPr>
              <p:cNvPr id="7170" name="Rectangle 3"/>
              <p:cNvSpPr>
                <a:spLocks noGrp="1" noRot="1" noChangeAspect="1" noMove="1" noResize="1" noEditPoints="1" noAdjustHandles="1" noChangeArrowheads="1" noChangeShapeType="1" noTextEdit="1"/>
              </p:cNvSpPr>
              <p:nvPr>
                <p:ph type="body" idx="4294967295"/>
              </p:nvPr>
            </p:nvSpPr>
            <p:spPr>
              <a:xfrm>
                <a:off x="871579" y="1992584"/>
                <a:ext cx="5908613" cy="4078652"/>
              </a:xfrm>
              <a:blipFill>
                <a:blip r:embed="rId4"/>
                <a:stretch>
                  <a:fillRect b="-4634"/>
                </a:stretch>
              </a:blipFill>
            </p:spPr>
            <p:txBody>
              <a:bodyPr/>
              <a:lstStyle/>
              <a:p>
                <a:r>
                  <a:rPr lang="zh-CN" altLang="en-US">
                    <a:noFill/>
                  </a:rPr>
                  <a:t> </a:t>
                </a:r>
              </a:p>
            </p:txBody>
          </p:sp>
        </mc:Fallback>
      </mc:AlternateContent>
      <p:sp>
        <p:nvSpPr>
          <p:cNvPr id="10" name="矩形 9">
            <a:extLst>
              <a:ext uri="{FF2B5EF4-FFF2-40B4-BE49-F238E27FC236}">
                <a16:creationId xmlns:a16="http://schemas.microsoft.com/office/drawing/2014/main" id="{64CCB905-C026-4588-B881-5C09E5DA585F}"/>
              </a:ext>
            </a:extLst>
          </p:cNvPr>
          <p:cNvSpPr/>
          <p:nvPr/>
        </p:nvSpPr>
        <p:spPr>
          <a:xfrm>
            <a:off x="6593747" y="0"/>
            <a:ext cx="2550253" cy="369332"/>
          </a:xfrm>
          <a:prstGeom prst="rect">
            <a:avLst/>
          </a:prstGeom>
        </p:spPr>
        <p:txBody>
          <a:bodyPr wrap="squar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第一节 </a:t>
            </a:r>
            <a:r>
              <a:rPr lang="zh-CN" altLang="en-US" spc="150" dirty="0">
                <a:latin typeface="微软雅黑" panose="020B0503020204020204" pitchFamily="34" charset="-122"/>
                <a:ea typeface="微软雅黑" panose="020B0503020204020204" pitchFamily="34" charset="-122"/>
              </a:rPr>
              <a:t>效用理论概述</a:t>
            </a:r>
            <a:r>
              <a:rPr lang="zh-CN" altLang="en-US" spc="150" dirty="0">
                <a:solidFill>
                  <a:srgbClr val="000000"/>
                </a:solidFill>
                <a:latin typeface="微软雅黑" panose="020B0503020204020204" pitchFamily="34" charset="-122"/>
                <a:ea typeface="微软雅黑" panose="020B0503020204020204" pitchFamily="34" charset="-122"/>
              </a:rPr>
              <a:t> </a:t>
            </a:r>
          </a:p>
        </p:txBody>
      </p:sp>
      <p:sp>
        <p:nvSpPr>
          <p:cNvPr id="11" name="矩形 10">
            <a:extLst>
              <a:ext uri="{FF2B5EF4-FFF2-40B4-BE49-F238E27FC236}">
                <a16:creationId xmlns:a16="http://schemas.microsoft.com/office/drawing/2014/main" id="{AE111A7E-1352-4EB9-BEC3-221CBA287388}"/>
              </a:ext>
            </a:extLst>
          </p:cNvPr>
          <p:cNvSpPr/>
          <p:nvPr/>
        </p:nvSpPr>
        <p:spPr>
          <a:xfrm>
            <a:off x="467544" y="548680"/>
            <a:ext cx="4762842"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二、总效用和边际效用递减规律</a:t>
            </a:r>
          </a:p>
        </p:txBody>
      </p:sp>
      <p:grpSp>
        <p:nvGrpSpPr>
          <p:cNvPr id="5" name="组合 4">
            <a:extLst>
              <a:ext uri="{FF2B5EF4-FFF2-40B4-BE49-F238E27FC236}">
                <a16:creationId xmlns:a16="http://schemas.microsoft.com/office/drawing/2014/main" id="{A95F7964-E0EC-4672-9E73-265A74CD0220}"/>
              </a:ext>
            </a:extLst>
          </p:cNvPr>
          <p:cNvGrpSpPr/>
          <p:nvPr/>
        </p:nvGrpSpPr>
        <p:grpSpPr>
          <a:xfrm>
            <a:off x="467544" y="1393372"/>
            <a:ext cx="2968383" cy="514350"/>
            <a:chOff x="467544" y="1393372"/>
            <a:chExt cx="2968383" cy="514350"/>
          </a:xfrm>
        </p:grpSpPr>
        <p:sp>
          <p:nvSpPr>
            <p:cNvPr id="6" name="MH_Text_1">
              <a:extLst>
                <a:ext uri="{FF2B5EF4-FFF2-40B4-BE49-F238E27FC236}">
                  <a16:creationId xmlns:a16="http://schemas.microsoft.com/office/drawing/2014/main" id="{676984D6-95C6-4D3D-B570-1B600EA02798}"/>
                </a:ext>
              </a:extLst>
            </p:cNvPr>
            <p:cNvSpPr/>
            <p:nvPr>
              <p:custDataLst>
                <p:tags r:id="rId1"/>
              </p:custDataLst>
            </p:nvPr>
          </p:nvSpPr>
          <p:spPr bwMode="auto">
            <a:xfrm>
              <a:off x="467544" y="1393372"/>
              <a:ext cx="2968383" cy="514350"/>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algn="ctr">
                <a:defRPr/>
              </a:pPr>
              <a:r>
                <a:rPr lang="zh-CN" altLang="en-US" sz="2000" spc="150" dirty="0">
                  <a:solidFill>
                    <a:srgbClr val="000000"/>
                  </a:solidFill>
                  <a:latin typeface="微软雅黑" panose="020B0503020204020204" pitchFamily="34" charset="-122"/>
                  <a:ea typeface="微软雅黑" panose="020B0503020204020204" pitchFamily="34" charset="-122"/>
                </a:rPr>
                <a:t>总效用和边际效用</a:t>
              </a:r>
            </a:p>
          </p:txBody>
        </p:sp>
        <p:sp>
          <p:nvSpPr>
            <p:cNvPr id="7" name="MH_Other_2">
              <a:extLst>
                <a:ext uri="{FF2B5EF4-FFF2-40B4-BE49-F238E27FC236}">
                  <a16:creationId xmlns:a16="http://schemas.microsoft.com/office/drawing/2014/main" id="{9B5B36E2-C047-4C80-B52B-15904EEACF68}"/>
                </a:ext>
              </a:extLst>
            </p:cNvPr>
            <p:cNvSpPr/>
            <p:nvPr>
              <p:custDataLst>
                <p:tags r:id="rId2"/>
              </p:custDataLst>
            </p:nvPr>
          </p:nvSpPr>
          <p:spPr bwMode="auto">
            <a:xfrm rot="10800000">
              <a:off x="3225955" y="1478234"/>
              <a:ext cx="147984" cy="127000"/>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
        <p:nvSpPr>
          <p:cNvPr id="2" name="标注: 线形 1">
            <a:extLst>
              <a:ext uri="{FF2B5EF4-FFF2-40B4-BE49-F238E27FC236}">
                <a16:creationId xmlns:a16="http://schemas.microsoft.com/office/drawing/2014/main" id="{953F1034-2965-4809-97CA-CA79AAB19BF7}"/>
              </a:ext>
            </a:extLst>
          </p:cNvPr>
          <p:cNvSpPr/>
          <p:nvPr/>
        </p:nvSpPr>
        <p:spPr bwMode="auto">
          <a:xfrm>
            <a:off x="7570122" y="1650547"/>
            <a:ext cx="1252451" cy="2089265"/>
          </a:xfrm>
          <a:prstGeom prst="borderCallout1">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lang="zh-CN" altLang="en-US" dirty="0"/>
              <a:t>无论是总效用还是边际效用，都与商品消费量密切相关。</a:t>
            </a: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64872767"/>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170">
                                            <p:txEl>
                                              <p:pRg st="0" end="0"/>
                                            </p:txEl>
                                          </p:spTgt>
                                        </p:tgtEl>
                                        <p:attrNameLst>
                                          <p:attrName>style.visibility</p:attrName>
                                        </p:attrNameLst>
                                      </p:cBhvr>
                                      <p:to>
                                        <p:strVal val="visible"/>
                                      </p:to>
                                    </p:set>
                                    <p:animEffect transition="in" filter="fade">
                                      <p:cBhvr>
                                        <p:cTn id="12" dur="500"/>
                                        <p:tgtEl>
                                          <p:spTgt spid="717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170">
                                            <p:txEl>
                                              <p:pRg st="1" end="1"/>
                                            </p:txEl>
                                          </p:spTgt>
                                        </p:tgtEl>
                                        <p:attrNameLst>
                                          <p:attrName>style.visibility</p:attrName>
                                        </p:attrNameLst>
                                      </p:cBhvr>
                                      <p:to>
                                        <p:strVal val="visible"/>
                                      </p:to>
                                    </p:set>
                                    <p:animEffect transition="in" filter="fade">
                                      <p:cBhvr>
                                        <p:cTn id="17" dur="500"/>
                                        <p:tgtEl>
                                          <p:spTgt spid="7170">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170">
                                            <p:txEl>
                                              <p:pRg st="2" end="2"/>
                                            </p:txEl>
                                          </p:spTgt>
                                        </p:tgtEl>
                                        <p:attrNameLst>
                                          <p:attrName>style.visibility</p:attrName>
                                        </p:attrNameLst>
                                      </p:cBhvr>
                                      <p:to>
                                        <p:strVal val="visible"/>
                                      </p:to>
                                    </p:set>
                                    <p:animEffect transition="in" filter="fade">
                                      <p:cBhvr>
                                        <p:cTn id="22" dur="500"/>
                                        <p:tgtEl>
                                          <p:spTgt spid="7170">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170">
                                            <p:txEl>
                                              <p:pRg st="3" end="3"/>
                                            </p:txEl>
                                          </p:spTgt>
                                        </p:tgtEl>
                                        <p:attrNameLst>
                                          <p:attrName>style.visibility</p:attrName>
                                        </p:attrNameLst>
                                      </p:cBhvr>
                                      <p:to>
                                        <p:strVal val="visible"/>
                                      </p:to>
                                    </p:set>
                                    <p:animEffect transition="in" filter="fade">
                                      <p:cBhvr>
                                        <p:cTn id="27" dur="500"/>
                                        <p:tgtEl>
                                          <p:spTgt spid="7170">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7170">
                                            <p:txEl>
                                              <p:pRg st="4" end="4"/>
                                            </p:txEl>
                                          </p:spTgt>
                                        </p:tgtEl>
                                        <p:attrNameLst>
                                          <p:attrName>style.visibility</p:attrName>
                                        </p:attrNameLst>
                                      </p:cBhvr>
                                      <p:to>
                                        <p:strVal val="visible"/>
                                      </p:to>
                                    </p:set>
                                    <p:animEffect transition="in" filter="fade">
                                      <p:cBhvr>
                                        <p:cTn id="32" dur="500"/>
                                        <p:tgtEl>
                                          <p:spTgt spid="7170">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7170">
                                            <p:txEl>
                                              <p:pRg st="5" end="5"/>
                                            </p:txEl>
                                          </p:spTgt>
                                        </p:tgtEl>
                                        <p:attrNameLst>
                                          <p:attrName>style.visibility</p:attrName>
                                        </p:attrNameLst>
                                      </p:cBhvr>
                                      <p:to>
                                        <p:strVal val="visible"/>
                                      </p:to>
                                    </p:set>
                                    <p:animEffect transition="in" filter="fade">
                                      <p:cBhvr>
                                        <p:cTn id="37" dur="500"/>
                                        <p:tgtEl>
                                          <p:spTgt spid="717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表格 12">
            <a:extLst>
              <a:ext uri="{FF2B5EF4-FFF2-40B4-BE49-F238E27FC236}">
                <a16:creationId xmlns:a16="http://schemas.microsoft.com/office/drawing/2014/main" id="{6620DE98-F792-4F9A-A6F5-1B9CE7E84D46}"/>
              </a:ext>
            </a:extLst>
          </p:cNvPr>
          <p:cNvGraphicFramePr>
            <a:graphicFrameLocks noGrp="1"/>
          </p:cNvGraphicFramePr>
          <p:nvPr>
            <p:extLst>
              <p:ext uri="{D42A27DB-BD31-4B8C-83A1-F6EECF244321}">
                <p14:modId xmlns:p14="http://schemas.microsoft.com/office/powerpoint/2010/main" val="442575098"/>
              </p:ext>
            </p:extLst>
          </p:nvPr>
        </p:nvGraphicFramePr>
        <p:xfrm>
          <a:off x="1214692" y="2435894"/>
          <a:ext cx="7139030" cy="3418555"/>
        </p:xfrm>
        <a:graphic>
          <a:graphicData uri="http://schemas.openxmlformats.org/drawingml/2006/table">
            <a:tbl>
              <a:tblPr firstRow="1" bandRow="1">
                <a:tableStyleId>{5C22544A-7EE6-4342-B048-85BDC9FD1C3A}</a:tableStyleId>
              </a:tblPr>
              <a:tblGrid>
                <a:gridCol w="2081447">
                  <a:extLst>
                    <a:ext uri="{9D8B030D-6E8A-4147-A177-3AD203B41FA5}">
                      <a16:colId xmlns:a16="http://schemas.microsoft.com/office/drawing/2014/main" val="20000"/>
                    </a:ext>
                  </a:extLst>
                </a:gridCol>
                <a:gridCol w="1295050">
                  <a:extLst>
                    <a:ext uri="{9D8B030D-6E8A-4147-A177-3AD203B41FA5}">
                      <a16:colId xmlns:a16="http://schemas.microsoft.com/office/drawing/2014/main" val="20001"/>
                    </a:ext>
                  </a:extLst>
                </a:gridCol>
                <a:gridCol w="1485002">
                  <a:extLst>
                    <a:ext uri="{9D8B030D-6E8A-4147-A177-3AD203B41FA5}">
                      <a16:colId xmlns:a16="http://schemas.microsoft.com/office/drawing/2014/main" val="20002"/>
                    </a:ext>
                  </a:extLst>
                </a:gridCol>
                <a:gridCol w="2277531">
                  <a:extLst>
                    <a:ext uri="{9D8B030D-6E8A-4147-A177-3AD203B41FA5}">
                      <a16:colId xmlns:a16="http://schemas.microsoft.com/office/drawing/2014/main" val="20003"/>
                    </a:ext>
                  </a:extLst>
                </a:gridCol>
              </a:tblGrid>
              <a:tr h="488365">
                <a:tc>
                  <a:txBody>
                    <a:bodyPr/>
                    <a:lstStyle/>
                    <a:p>
                      <a:pPr marL="0" lvl="1" indent="0" algn="ctr" defTabSz="457200" rtl="0" eaLnBrk="1" fontAlgn="base" latinLnBrk="0" hangingPunct="1">
                        <a:lnSpc>
                          <a:spcPct val="100000"/>
                        </a:lnSpc>
                        <a:spcBef>
                          <a:spcPct val="0"/>
                        </a:spcBef>
                        <a:spcAft>
                          <a:spcPts val="0"/>
                        </a:spcAft>
                        <a:buFontTx/>
                        <a:buNone/>
                      </a:pPr>
                      <a:r>
                        <a:rPr lang="zh-CN" altLang="en-US" sz="1600" b="0" kern="1200" spc="150" dirty="0">
                          <a:solidFill>
                            <a:schemeClr val="tx1"/>
                          </a:solidFill>
                          <a:latin typeface="微软雅黑" panose="020B0503020204020204" pitchFamily="34" charset="-122"/>
                          <a:ea typeface="微软雅黑" panose="020B0503020204020204" pitchFamily="34" charset="-122"/>
                          <a:cs typeface="+mn-cs"/>
                        </a:rPr>
                        <a:t>听音乐时间（小时）</a:t>
                      </a:r>
                    </a:p>
                  </a:txBody>
                  <a:tcPr marL="91441" marR="91441" marT="45722" marB="45722"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tc>
                  <a:txBody>
                    <a:bodyPr/>
                    <a:lstStyle/>
                    <a:p>
                      <a:pPr marL="0" lvl="1" indent="0" algn="ctr" defTabSz="457200" rtl="0" eaLnBrk="1" fontAlgn="base" latinLnBrk="0" hangingPunct="1">
                        <a:lnSpc>
                          <a:spcPct val="100000"/>
                        </a:lnSpc>
                        <a:spcBef>
                          <a:spcPct val="0"/>
                        </a:spcBef>
                        <a:spcAft>
                          <a:spcPts val="0"/>
                        </a:spcAft>
                        <a:buFontTx/>
                        <a:buNone/>
                      </a:pPr>
                      <a:r>
                        <a:rPr lang="zh-CN" altLang="en-US" sz="1600" b="0" kern="1200" spc="150" dirty="0">
                          <a:solidFill>
                            <a:schemeClr val="tx1"/>
                          </a:solidFill>
                          <a:latin typeface="微软雅黑" panose="020B0503020204020204" pitchFamily="34" charset="-122"/>
                          <a:ea typeface="微软雅黑" panose="020B0503020204020204" pitchFamily="34" charset="-122"/>
                          <a:cs typeface="+mn-cs"/>
                        </a:rPr>
                        <a:t>总效用</a:t>
                      </a:r>
                      <a:r>
                        <a:rPr lang="en-US" altLang="zh-CN" sz="1600" b="0" kern="1200" spc="150" dirty="0">
                          <a:solidFill>
                            <a:schemeClr val="tx1"/>
                          </a:solidFill>
                          <a:latin typeface="微软雅黑" panose="020B0503020204020204" pitchFamily="34" charset="-122"/>
                          <a:ea typeface="微软雅黑" panose="020B0503020204020204" pitchFamily="34" charset="-122"/>
                          <a:cs typeface="+mn-cs"/>
                        </a:rPr>
                        <a:t>TU</a:t>
                      </a:r>
                      <a:endParaRPr lang="zh-CN" altLang="en-US" sz="1600" b="0" kern="1200" spc="150" dirty="0">
                        <a:solidFill>
                          <a:schemeClr val="tx1"/>
                        </a:solidFill>
                        <a:latin typeface="微软雅黑" panose="020B0503020204020204" pitchFamily="34" charset="-122"/>
                        <a:ea typeface="微软雅黑" panose="020B0503020204020204" pitchFamily="34" charset="-122"/>
                        <a:cs typeface="+mn-cs"/>
                      </a:endParaRPr>
                    </a:p>
                  </a:txBody>
                  <a:tcPr marL="91441" marR="91441" marT="45722" marB="45722"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tc>
                  <a:txBody>
                    <a:bodyPr/>
                    <a:lstStyle/>
                    <a:p>
                      <a:pPr marL="0" lvl="1" indent="0" algn="ctr" defTabSz="457200" rtl="0" eaLnBrk="1" fontAlgn="base" latinLnBrk="0" hangingPunct="1">
                        <a:lnSpc>
                          <a:spcPct val="100000"/>
                        </a:lnSpc>
                        <a:spcBef>
                          <a:spcPct val="0"/>
                        </a:spcBef>
                        <a:spcAft>
                          <a:spcPts val="0"/>
                        </a:spcAft>
                        <a:buFontTx/>
                        <a:buNone/>
                      </a:pPr>
                      <a:r>
                        <a:rPr lang="zh-CN" altLang="en-US" sz="1600" b="0" kern="1200" spc="150" dirty="0">
                          <a:solidFill>
                            <a:schemeClr val="tx1"/>
                          </a:solidFill>
                          <a:latin typeface="微软雅黑" panose="020B0503020204020204" pitchFamily="34" charset="-122"/>
                          <a:ea typeface="微软雅黑" panose="020B0503020204020204" pitchFamily="34" charset="-122"/>
                          <a:cs typeface="+mn-cs"/>
                        </a:rPr>
                        <a:t>边际效用</a:t>
                      </a:r>
                      <a:r>
                        <a:rPr lang="en-US" altLang="zh-CN" sz="1600" b="0" kern="1200" spc="150" dirty="0">
                          <a:solidFill>
                            <a:schemeClr val="tx1"/>
                          </a:solidFill>
                          <a:latin typeface="微软雅黑" panose="020B0503020204020204" pitchFamily="34" charset="-122"/>
                          <a:ea typeface="微软雅黑" panose="020B0503020204020204" pitchFamily="34" charset="-122"/>
                          <a:cs typeface="+mn-cs"/>
                        </a:rPr>
                        <a:t>MU</a:t>
                      </a:r>
                      <a:endParaRPr lang="zh-CN" altLang="en-US" sz="1600" b="0" kern="1200" spc="150" dirty="0">
                        <a:solidFill>
                          <a:schemeClr val="tx1"/>
                        </a:solidFill>
                        <a:latin typeface="微软雅黑" panose="020B0503020204020204" pitchFamily="34" charset="-122"/>
                        <a:ea typeface="微软雅黑" panose="020B0503020204020204" pitchFamily="34" charset="-122"/>
                        <a:cs typeface="+mn-cs"/>
                      </a:endParaRPr>
                    </a:p>
                  </a:txBody>
                  <a:tcPr marL="91441" marR="91441" marT="45722" marB="45722"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tc>
                  <a:txBody>
                    <a:bodyPr/>
                    <a:lstStyle/>
                    <a:p>
                      <a:pPr marL="0" lvl="1" indent="0" algn="ctr" defTabSz="457200" rtl="0" eaLnBrk="1" fontAlgn="base" latinLnBrk="0" hangingPunct="1">
                        <a:lnSpc>
                          <a:spcPct val="100000"/>
                        </a:lnSpc>
                        <a:spcBef>
                          <a:spcPct val="0"/>
                        </a:spcBef>
                        <a:spcAft>
                          <a:spcPts val="0"/>
                        </a:spcAft>
                        <a:buFontTx/>
                        <a:buNone/>
                      </a:pPr>
                      <a:r>
                        <a:rPr lang="zh-CN" altLang="en-US" sz="1600" b="0" kern="1200" spc="150" dirty="0">
                          <a:solidFill>
                            <a:schemeClr val="tx1"/>
                          </a:solidFill>
                          <a:latin typeface="微软雅黑" panose="020B0503020204020204" pitchFamily="34" charset="-122"/>
                          <a:ea typeface="微软雅黑" panose="020B0503020204020204" pitchFamily="34" charset="-122"/>
                          <a:cs typeface="+mn-cs"/>
                        </a:rPr>
                        <a:t>∑</a:t>
                      </a:r>
                      <a:r>
                        <a:rPr lang="en-US" altLang="zh-CN" sz="1600" b="0" kern="1200" spc="150" dirty="0">
                          <a:solidFill>
                            <a:schemeClr val="tx1"/>
                          </a:solidFill>
                          <a:latin typeface="微软雅黑" panose="020B0503020204020204" pitchFamily="34" charset="-122"/>
                          <a:ea typeface="微软雅黑" panose="020B0503020204020204" pitchFamily="34" charset="-122"/>
                          <a:cs typeface="+mn-cs"/>
                        </a:rPr>
                        <a:t>MU</a:t>
                      </a:r>
                      <a:endParaRPr lang="zh-CN" altLang="en-US" sz="1600" b="0" kern="1200" spc="150" dirty="0">
                        <a:solidFill>
                          <a:schemeClr val="tx1"/>
                        </a:solidFill>
                        <a:latin typeface="微软雅黑" panose="020B0503020204020204" pitchFamily="34" charset="-122"/>
                        <a:ea typeface="微软雅黑" panose="020B0503020204020204" pitchFamily="34" charset="-122"/>
                        <a:cs typeface="+mn-cs"/>
                      </a:endParaRPr>
                    </a:p>
                  </a:txBody>
                  <a:tcPr marL="91441" marR="91441" marT="45722" marB="45722"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extLst>
                  <a:ext uri="{0D108BD9-81ED-4DB2-BD59-A6C34878D82A}">
                    <a16:rowId xmlns:a16="http://schemas.microsoft.com/office/drawing/2014/main" val="10000"/>
                  </a:ext>
                </a:extLst>
              </a:tr>
              <a:tr h="488365">
                <a:tc>
                  <a:txBody>
                    <a:bodyPr/>
                    <a:lstStyle/>
                    <a:p>
                      <a:pPr marL="0" lvl="1" indent="0" algn="ctr" defTabSz="457200" rtl="0" eaLnBrk="1" fontAlgn="base" latinLnBrk="0" hangingPunct="1">
                        <a:lnSpc>
                          <a:spcPct val="100000"/>
                        </a:lnSpc>
                        <a:spcBef>
                          <a:spcPct val="0"/>
                        </a:spcBef>
                        <a:spcAft>
                          <a:spcPts val="0"/>
                        </a:spcAft>
                        <a:buFontTx/>
                        <a:buNone/>
                      </a:pPr>
                      <a:r>
                        <a:rPr lang="en-US" altLang="zh-CN" sz="1400" b="0" kern="1200" spc="150" dirty="0">
                          <a:solidFill>
                            <a:schemeClr val="tx1"/>
                          </a:solidFill>
                          <a:latin typeface="微软雅黑" panose="020B0503020204020204" pitchFamily="34" charset="-122"/>
                          <a:ea typeface="微软雅黑" panose="020B0503020204020204" pitchFamily="34" charset="-122"/>
                          <a:cs typeface="+mn-cs"/>
                        </a:rPr>
                        <a:t>1</a:t>
                      </a:r>
                      <a:endParaRPr lang="zh-CN" altLang="en-US" sz="1400" b="0" kern="1200" spc="150" dirty="0">
                        <a:solidFill>
                          <a:schemeClr val="tx1"/>
                        </a:solidFill>
                        <a:latin typeface="微软雅黑" panose="020B0503020204020204" pitchFamily="34" charset="-122"/>
                        <a:ea typeface="微软雅黑" panose="020B0503020204020204" pitchFamily="34" charset="-122"/>
                        <a:cs typeface="+mn-cs"/>
                      </a:endParaRPr>
                    </a:p>
                  </a:txBody>
                  <a:tcPr marL="91441" marR="91441" marT="45722" marB="45722"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tc>
                  <a:txBody>
                    <a:bodyPr/>
                    <a:lstStyle/>
                    <a:p>
                      <a:pPr marL="0" lvl="1" indent="0" algn="ctr" defTabSz="457200" rtl="0" eaLnBrk="1" fontAlgn="base" latinLnBrk="0" hangingPunct="1">
                        <a:lnSpc>
                          <a:spcPct val="100000"/>
                        </a:lnSpc>
                        <a:spcBef>
                          <a:spcPct val="0"/>
                        </a:spcBef>
                        <a:spcAft>
                          <a:spcPts val="0"/>
                        </a:spcAft>
                        <a:buFontTx/>
                        <a:buNone/>
                      </a:pPr>
                      <a:r>
                        <a:rPr lang="en-US" altLang="zh-CN" sz="1400" b="0" kern="1200" spc="150" dirty="0">
                          <a:solidFill>
                            <a:schemeClr val="tx1"/>
                          </a:solidFill>
                          <a:latin typeface="微软雅黑" panose="020B0503020204020204" pitchFamily="34" charset="-122"/>
                          <a:ea typeface="微软雅黑" panose="020B0503020204020204" pitchFamily="34" charset="-122"/>
                          <a:cs typeface="+mn-cs"/>
                        </a:rPr>
                        <a:t>10</a:t>
                      </a:r>
                      <a:endParaRPr lang="zh-CN" altLang="en-US" sz="1400" b="0" kern="1200" spc="150" dirty="0">
                        <a:solidFill>
                          <a:schemeClr val="tx1"/>
                        </a:solidFill>
                        <a:latin typeface="微软雅黑" panose="020B0503020204020204" pitchFamily="34" charset="-122"/>
                        <a:ea typeface="微软雅黑" panose="020B0503020204020204" pitchFamily="34" charset="-122"/>
                        <a:cs typeface="+mn-cs"/>
                      </a:endParaRPr>
                    </a:p>
                  </a:txBody>
                  <a:tcPr marL="91441" marR="91441" marT="45722" marB="45722"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tc>
                  <a:txBody>
                    <a:bodyPr/>
                    <a:lstStyle/>
                    <a:p>
                      <a:pPr marL="0" lvl="1" indent="0" algn="ctr" defTabSz="457200" rtl="0" eaLnBrk="1" fontAlgn="base" latinLnBrk="0" hangingPunct="1">
                        <a:lnSpc>
                          <a:spcPct val="100000"/>
                        </a:lnSpc>
                        <a:spcBef>
                          <a:spcPct val="0"/>
                        </a:spcBef>
                        <a:spcAft>
                          <a:spcPts val="0"/>
                        </a:spcAft>
                        <a:buFontTx/>
                        <a:buNone/>
                      </a:pPr>
                      <a:r>
                        <a:rPr lang="en-US" altLang="zh-CN" sz="1400" b="0" kern="1200" spc="150" dirty="0">
                          <a:solidFill>
                            <a:schemeClr val="tx1"/>
                          </a:solidFill>
                          <a:latin typeface="微软雅黑" panose="020B0503020204020204" pitchFamily="34" charset="-122"/>
                          <a:ea typeface="微软雅黑" panose="020B0503020204020204" pitchFamily="34" charset="-122"/>
                          <a:cs typeface="+mn-cs"/>
                        </a:rPr>
                        <a:t>10</a:t>
                      </a:r>
                      <a:endParaRPr lang="zh-CN" altLang="en-US" sz="1400" b="0" kern="1200" spc="150" dirty="0">
                        <a:solidFill>
                          <a:schemeClr val="tx1"/>
                        </a:solidFill>
                        <a:latin typeface="微软雅黑" panose="020B0503020204020204" pitchFamily="34" charset="-122"/>
                        <a:ea typeface="微软雅黑" panose="020B0503020204020204" pitchFamily="34" charset="-122"/>
                        <a:cs typeface="+mn-cs"/>
                      </a:endParaRPr>
                    </a:p>
                  </a:txBody>
                  <a:tcPr marL="91441" marR="91441" marT="45722" marB="45722"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tc>
                  <a:txBody>
                    <a:bodyPr/>
                    <a:lstStyle/>
                    <a:p>
                      <a:pPr marL="0" lvl="1" indent="0" algn="ctr" defTabSz="457200" rtl="0" eaLnBrk="1" fontAlgn="base" latinLnBrk="0" hangingPunct="1">
                        <a:lnSpc>
                          <a:spcPct val="100000"/>
                        </a:lnSpc>
                        <a:spcBef>
                          <a:spcPct val="0"/>
                        </a:spcBef>
                        <a:spcAft>
                          <a:spcPts val="0"/>
                        </a:spcAft>
                        <a:buFontTx/>
                        <a:buNone/>
                      </a:pPr>
                      <a:r>
                        <a:rPr lang="en-US" altLang="zh-CN" sz="1400" b="0" kern="1200" spc="150" dirty="0">
                          <a:solidFill>
                            <a:schemeClr val="tx1"/>
                          </a:solidFill>
                          <a:latin typeface="微软雅黑" panose="020B0503020204020204" pitchFamily="34" charset="-122"/>
                          <a:ea typeface="微软雅黑" panose="020B0503020204020204" pitchFamily="34" charset="-122"/>
                          <a:cs typeface="+mn-cs"/>
                        </a:rPr>
                        <a:t>10</a:t>
                      </a:r>
                      <a:endParaRPr lang="zh-CN" altLang="en-US" sz="1400" b="0" kern="1200" spc="150" dirty="0">
                        <a:solidFill>
                          <a:schemeClr val="tx1"/>
                        </a:solidFill>
                        <a:latin typeface="微软雅黑" panose="020B0503020204020204" pitchFamily="34" charset="-122"/>
                        <a:ea typeface="微软雅黑" panose="020B0503020204020204" pitchFamily="34" charset="-122"/>
                        <a:cs typeface="+mn-cs"/>
                      </a:endParaRPr>
                    </a:p>
                  </a:txBody>
                  <a:tcPr marL="91441" marR="91441" marT="45722" marB="45722"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extLst>
                  <a:ext uri="{0D108BD9-81ED-4DB2-BD59-A6C34878D82A}">
                    <a16:rowId xmlns:a16="http://schemas.microsoft.com/office/drawing/2014/main" val="10001"/>
                  </a:ext>
                </a:extLst>
              </a:tr>
              <a:tr h="488365">
                <a:tc>
                  <a:txBody>
                    <a:bodyPr/>
                    <a:lstStyle/>
                    <a:p>
                      <a:pPr marL="0" lvl="1" indent="0" algn="ctr" defTabSz="457200" rtl="0" eaLnBrk="1" fontAlgn="base" latinLnBrk="0" hangingPunct="1">
                        <a:lnSpc>
                          <a:spcPct val="100000"/>
                        </a:lnSpc>
                        <a:spcBef>
                          <a:spcPct val="0"/>
                        </a:spcBef>
                        <a:spcAft>
                          <a:spcPts val="0"/>
                        </a:spcAft>
                        <a:buFontTx/>
                        <a:buNone/>
                      </a:pPr>
                      <a:r>
                        <a:rPr lang="en-US" altLang="zh-CN" sz="1400" b="0" kern="1200" spc="150" dirty="0">
                          <a:solidFill>
                            <a:schemeClr val="tx1"/>
                          </a:solidFill>
                          <a:latin typeface="微软雅黑" panose="020B0503020204020204" pitchFamily="34" charset="-122"/>
                          <a:ea typeface="微软雅黑" panose="020B0503020204020204" pitchFamily="34" charset="-122"/>
                          <a:cs typeface="+mn-cs"/>
                        </a:rPr>
                        <a:t>2</a:t>
                      </a:r>
                      <a:endParaRPr lang="zh-CN" altLang="en-US" sz="1400" b="0" kern="1200" spc="150" dirty="0">
                        <a:solidFill>
                          <a:schemeClr val="tx1"/>
                        </a:solidFill>
                        <a:latin typeface="微软雅黑" panose="020B0503020204020204" pitchFamily="34" charset="-122"/>
                        <a:ea typeface="微软雅黑" panose="020B0503020204020204" pitchFamily="34" charset="-122"/>
                        <a:cs typeface="+mn-cs"/>
                      </a:endParaRPr>
                    </a:p>
                  </a:txBody>
                  <a:tcPr marL="91441" marR="91441" marT="45722" marB="45722"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tc>
                  <a:txBody>
                    <a:bodyPr/>
                    <a:lstStyle/>
                    <a:p>
                      <a:pPr marL="0" lvl="1" indent="0" algn="ctr" defTabSz="457200" rtl="0" eaLnBrk="1" fontAlgn="base" latinLnBrk="0" hangingPunct="1">
                        <a:lnSpc>
                          <a:spcPct val="100000"/>
                        </a:lnSpc>
                        <a:spcBef>
                          <a:spcPct val="0"/>
                        </a:spcBef>
                        <a:spcAft>
                          <a:spcPts val="0"/>
                        </a:spcAft>
                        <a:buFontTx/>
                        <a:buNone/>
                      </a:pPr>
                      <a:r>
                        <a:rPr lang="en-US" altLang="zh-CN" sz="1400" b="0" kern="1200" spc="150" dirty="0">
                          <a:solidFill>
                            <a:schemeClr val="tx1"/>
                          </a:solidFill>
                          <a:latin typeface="微软雅黑" panose="020B0503020204020204" pitchFamily="34" charset="-122"/>
                          <a:ea typeface="微软雅黑" panose="020B0503020204020204" pitchFamily="34" charset="-122"/>
                          <a:cs typeface="+mn-cs"/>
                        </a:rPr>
                        <a:t>18</a:t>
                      </a:r>
                      <a:endParaRPr lang="zh-CN" altLang="en-US" sz="1400" b="0" kern="1200" spc="150" dirty="0">
                        <a:solidFill>
                          <a:schemeClr val="tx1"/>
                        </a:solidFill>
                        <a:latin typeface="微软雅黑" panose="020B0503020204020204" pitchFamily="34" charset="-122"/>
                        <a:ea typeface="微软雅黑" panose="020B0503020204020204" pitchFamily="34" charset="-122"/>
                        <a:cs typeface="+mn-cs"/>
                      </a:endParaRPr>
                    </a:p>
                  </a:txBody>
                  <a:tcPr marL="91441" marR="91441" marT="45722" marB="45722"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tc>
                  <a:txBody>
                    <a:bodyPr/>
                    <a:lstStyle/>
                    <a:p>
                      <a:pPr marL="0" lvl="1" indent="0" algn="ctr" defTabSz="457200" rtl="0" eaLnBrk="1" fontAlgn="base" latinLnBrk="0" hangingPunct="1">
                        <a:lnSpc>
                          <a:spcPct val="100000"/>
                        </a:lnSpc>
                        <a:spcBef>
                          <a:spcPct val="0"/>
                        </a:spcBef>
                        <a:spcAft>
                          <a:spcPts val="0"/>
                        </a:spcAft>
                        <a:buFontTx/>
                        <a:buNone/>
                      </a:pPr>
                      <a:r>
                        <a:rPr lang="en-US" altLang="zh-CN" sz="1400" b="0" kern="1200" spc="150" dirty="0">
                          <a:solidFill>
                            <a:schemeClr val="tx1"/>
                          </a:solidFill>
                          <a:latin typeface="微软雅黑" panose="020B0503020204020204" pitchFamily="34" charset="-122"/>
                          <a:ea typeface="微软雅黑" panose="020B0503020204020204" pitchFamily="34" charset="-122"/>
                          <a:cs typeface="+mn-cs"/>
                        </a:rPr>
                        <a:t>18-10=8</a:t>
                      </a:r>
                      <a:endParaRPr lang="zh-CN" altLang="en-US" sz="1400" b="0" kern="1200" spc="150" dirty="0">
                        <a:solidFill>
                          <a:schemeClr val="tx1"/>
                        </a:solidFill>
                        <a:latin typeface="微软雅黑" panose="020B0503020204020204" pitchFamily="34" charset="-122"/>
                        <a:ea typeface="微软雅黑" panose="020B0503020204020204" pitchFamily="34" charset="-122"/>
                        <a:cs typeface="+mn-cs"/>
                      </a:endParaRPr>
                    </a:p>
                  </a:txBody>
                  <a:tcPr marL="91441" marR="91441" marT="45722" marB="45722"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tc>
                  <a:txBody>
                    <a:bodyPr/>
                    <a:lstStyle/>
                    <a:p>
                      <a:pPr marL="0" lvl="1" indent="0" algn="ctr" defTabSz="457200" rtl="0" eaLnBrk="1" fontAlgn="base" latinLnBrk="0" hangingPunct="1">
                        <a:lnSpc>
                          <a:spcPct val="100000"/>
                        </a:lnSpc>
                        <a:spcBef>
                          <a:spcPct val="0"/>
                        </a:spcBef>
                        <a:spcAft>
                          <a:spcPts val="0"/>
                        </a:spcAft>
                        <a:buFontTx/>
                        <a:buNone/>
                      </a:pPr>
                      <a:r>
                        <a:rPr lang="en-US" altLang="zh-CN" sz="1400" b="0" kern="1200" spc="150" dirty="0">
                          <a:solidFill>
                            <a:schemeClr val="tx1"/>
                          </a:solidFill>
                          <a:latin typeface="微软雅黑" panose="020B0503020204020204" pitchFamily="34" charset="-122"/>
                          <a:ea typeface="微软雅黑" panose="020B0503020204020204" pitchFamily="34" charset="-122"/>
                          <a:cs typeface="+mn-cs"/>
                        </a:rPr>
                        <a:t>10+8=18</a:t>
                      </a:r>
                      <a:endParaRPr lang="zh-CN" altLang="en-US" sz="1400" b="0" kern="1200" spc="150" dirty="0">
                        <a:solidFill>
                          <a:schemeClr val="tx1"/>
                        </a:solidFill>
                        <a:latin typeface="微软雅黑" panose="020B0503020204020204" pitchFamily="34" charset="-122"/>
                        <a:ea typeface="微软雅黑" panose="020B0503020204020204" pitchFamily="34" charset="-122"/>
                        <a:cs typeface="+mn-cs"/>
                      </a:endParaRPr>
                    </a:p>
                  </a:txBody>
                  <a:tcPr marL="91441" marR="91441" marT="45722" marB="45722"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extLst>
                  <a:ext uri="{0D108BD9-81ED-4DB2-BD59-A6C34878D82A}">
                    <a16:rowId xmlns:a16="http://schemas.microsoft.com/office/drawing/2014/main" val="3651198956"/>
                  </a:ext>
                </a:extLst>
              </a:tr>
              <a:tr h="488365">
                <a:tc>
                  <a:txBody>
                    <a:bodyPr/>
                    <a:lstStyle/>
                    <a:p>
                      <a:pPr marL="0" lvl="1" indent="0" algn="ctr" defTabSz="457200" rtl="0" eaLnBrk="1" fontAlgn="base" latinLnBrk="0" hangingPunct="1">
                        <a:lnSpc>
                          <a:spcPct val="100000"/>
                        </a:lnSpc>
                        <a:spcBef>
                          <a:spcPct val="0"/>
                        </a:spcBef>
                        <a:spcAft>
                          <a:spcPts val="0"/>
                        </a:spcAft>
                        <a:buFontTx/>
                        <a:buNone/>
                      </a:pPr>
                      <a:r>
                        <a:rPr lang="en-US" altLang="zh-CN" sz="1400" b="0" kern="1200" spc="150" dirty="0">
                          <a:solidFill>
                            <a:schemeClr val="tx1"/>
                          </a:solidFill>
                          <a:latin typeface="微软雅黑" panose="020B0503020204020204" pitchFamily="34" charset="-122"/>
                          <a:ea typeface="微软雅黑" panose="020B0503020204020204" pitchFamily="34" charset="-122"/>
                          <a:cs typeface="+mn-cs"/>
                        </a:rPr>
                        <a:t>3</a:t>
                      </a:r>
                      <a:endParaRPr lang="zh-CN" altLang="en-US" sz="1400" b="0" kern="1200" spc="150" dirty="0">
                        <a:solidFill>
                          <a:schemeClr val="tx1"/>
                        </a:solidFill>
                        <a:latin typeface="微软雅黑" panose="020B0503020204020204" pitchFamily="34" charset="-122"/>
                        <a:ea typeface="微软雅黑" panose="020B0503020204020204" pitchFamily="34" charset="-122"/>
                        <a:cs typeface="+mn-cs"/>
                      </a:endParaRPr>
                    </a:p>
                  </a:txBody>
                  <a:tcPr marL="91441" marR="91441" marT="45722" marB="45722"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tc>
                  <a:txBody>
                    <a:bodyPr/>
                    <a:lstStyle/>
                    <a:p>
                      <a:pPr marL="0" lvl="1" indent="0" algn="ctr" defTabSz="457200" rtl="0" eaLnBrk="1" fontAlgn="base" latinLnBrk="0" hangingPunct="1">
                        <a:lnSpc>
                          <a:spcPct val="100000"/>
                        </a:lnSpc>
                        <a:spcBef>
                          <a:spcPct val="0"/>
                        </a:spcBef>
                        <a:spcAft>
                          <a:spcPts val="0"/>
                        </a:spcAft>
                        <a:buFontTx/>
                        <a:buNone/>
                      </a:pPr>
                      <a:r>
                        <a:rPr lang="en-US" altLang="zh-CN" sz="1400" b="0" kern="1200" spc="150" dirty="0">
                          <a:solidFill>
                            <a:schemeClr val="tx1"/>
                          </a:solidFill>
                          <a:latin typeface="微软雅黑" panose="020B0503020204020204" pitchFamily="34" charset="-122"/>
                          <a:ea typeface="微软雅黑" panose="020B0503020204020204" pitchFamily="34" charset="-122"/>
                          <a:cs typeface="+mn-cs"/>
                        </a:rPr>
                        <a:t>24</a:t>
                      </a:r>
                      <a:endParaRPr lang="zh-CN" altLang="en-US" sz="1400" b="0" kern="1200" spc="150" dirty="0">
                        <a:solidFill>
                          <a:schemeClr val="tx1"/>
                        </a:solidFill>
                        <a:latin typeface="微软雅黑" panose="020B0503020204020204" pitchFamily="34" charset="-122"/>
                        <a:ea typeface="微软雅黑" panose="020B0503020204020204" pitchFamily="34" charset="-122"/>
                        <a:cs typeface="+mn-cs"/>
                      </a:endParaRPr>
                    </a:p>
                  </a:txBody>
                  <a:tcPr marL="91441" marR="91441" marT="45722" marB="45722"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tc>
                  <a:txBody>
                    <a:bodyPr/>
                    <a:lstStyle/>
                    <a:p>
                      <a:pPr marL="0" lvl="1" indent="0" algn="ctr" defTabSz="457200" rtl="0" eaLnBrk="1" fontAlgn="base" latinLnBrk="0" hangingPunct="1">
                        <a:lnSpc>
                          <a:spcPct val="100000"/>
                        </a:lnSpc>
                        <a:spcBef>
                          <a:spcPct val="0"/>
                        </a:spcBef>
                        <a:spcAft>
                          <a:spcPts val="0"/>
                        </a:spcAft>
                        <a:buFontTx/>
                        <a:buNone/>
                      </a:pPr>
                      <a:r>
                        <a:rPr lang="en-US" altLang="zh-CN" sz="1400" b="0" kern="1200" spc="150" dirty="0">
                          <a:solidFill>
                            <a:schemeClr val="tx1"/>
                          </a:solidFill>
                          <a:latin typeface="微软雅黑" panose="020B0503020204020204" pitchFamily="34" charset="-122"/>
                          <a:ea typeface="微软雅黑" panose="020B0503020204020204" pitchFamily="34" charset="-122"/>
                          <a:cs typeface="+mn-cs"/>
                        </a:rPr>
                        <a:t>24-18=6</a:t>
                      </a:r>
                      <a:endParaRPr lang="zh-CN" altLang="en-US" sz="1400" b="0" kern="1200" spc="150" dirty="0">
                        <a:solidFill>
                          <a:schemeClr val="tx1"/>
                        </a:solidFill>
                        <a:latin typeface="微软雅黑" panose="020B0503020204020204" pitchFamily="34" charset="-122"/>
                        <a:ea typeface="微软雅黑" panose="020B0503020204020204" pitchFamily="34" charset="-122"/>
                        <a:cs typeface="+mn-cs"/>
                      </a:endParaRPr>
                    </a:p>
                  </a:txBody>
                  <a:tcPr marL="91441" marR="91441" marT="45722" marB="45722"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tc>
                  <a:txBody>
                    <a:bodyPr/>
                    <a:lstStyle/>
                    <a:p>
                      <a:pPr marL="0" lvl="1" indent="0" algn="ctr" defTabSz="457200" rtl="0" eaLnBrk="1" fontAlgn="base" latinLnBrk="0" hangingPunct="1">
                        <a:lnSpc>
                          <a:spcPct val="100000"/>
                        </a:lnSpc>
                        <a:spcBef>
                          <a:spcPct val="0"/>
                        </a:spcBef>
                        <a:spcAft>
                          <a:spcPts val="0"/>
                        </a:spcAft>
                        <a:buFontTx/>
                        <a:buNone/>
                      </a:pPr>
                      <a:r>
                        <a:rPr lang="en-US" altLang="zh-CN" sz="1400" b="0" kern="1200" spc="150" dirty="0">
                          <a:solidFill>
                            <a:schemeClr val="tx1"/>
                          </a:solidFill>
                          <a:latin typeface="微软雅黑" panose="020B0503020204020204" pitchFamily="34" charset="-122"/>
                          <a:ea typeface="微软雅黑" panose="020B0503020204020204" pitchFamily="34" charset="-122"/>
                          <a:cs typeface="+mn-cs"/>
                        </a:rPr>
                        <a:t>10+8+6=24</a:t>
                      </a:r>
                      <a:endParaRPr lang="zh-CN" altLang="en-US" sz="1400" b="0" kern="1200" spc="150" dirty="0">
                        <a:solidFill>
                          <a:schemeClr val="tx1"/>
                        </a:solidFill>
                        <a:latin typeface="微软雅黑" panose="020B0503020204020204" pitchFamily="34" charset="-122"/>
                        <a:ea typeface="微软雅黑" panose="020B0503020204020204" pitchFamily="34" charset="-122"/>
                        <a:cs typeface="+mn-cs"/>
                      </a:endParaRPr>
                    </a:p>
                  </a:txBody>
                  <a:tcPr marL="91441" marR="91441" marT="45722" marB="45722"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extLst>
                  <a:ext uri="{0D108BD9-81ED-4DB2-BD59-A6C34878D82A}">
                    <a16:rowId xmlns:a16="http://schemas.microsoft.com/office/drawing/2014/main" val="3725107151"/>
                  </a:ext>
                </a:extLst>
              </a:tr>
              <a:tr h="488365">
                <a:tc>
                  <a:txBody>
                    <a:bodyPr/>
                    <a:lstStyle/>
                    <a:p>
                      <a:pPr marL="0" lvl="1" indent="0" algn="ctr" defTabSz="457200" rtl="0" eaLnBrk="1" fontAlgn="base" latinLnBrk="0" hangingPunct="1">
                        <a:lnSpc>
                          <a:spcPct val="100000"/>
                        </a:lnSpc>
                        <a:spcBef>
                          <a:spcPct val="0"/>
                        </a:spcBef>
                        <a:spcAft>
                          <a:spcPts val="0"/>
                        </a:spcAft>
                        <a:buFontTx/>
                        <a:buNone/>
                      </a:pPr>
                      <a:r>
                        <a:rPr lang="en-US" altLang="zh-CN" sz="1400" b="0" kern="1200" spc="150" dirty="0">
                          <a:solidFill>
                            <a:schemeClr val="tx1"/>
                          </a:solidFill>
                          <a:latin typeface="微软雅黑" panose="020B0503020204020204" pitchFamily="34" charset="-122"/>
                          <a:ea typeface="微软雅黑" panose="020B0503020204020204" pitchFamily="34" charset="-122"/>
                          <a:cs typeface="+mn-cs"/>
                        </a:rPr>
                        <a:t>4</a:t>
                      </a:r>
                      <a:endParaRPr lang="zh-CN" altLang="en-US" sz="1400" b="0" kern="1200" spc="150" dirty="0">
                        <a:solidFill>
                          <a:schemeClr val="tx1"/>
                        </a:solidFill>
                        <a:latin typeface="微软雅黑" panose="020B0503020204020204" pitchFamily="34" charset="-122"/>
                        <a:ea typeface="微软雅黑" panose="020B0503020204020204" pitchFamily="34" charset="-122"/>
                        <a:cs typeface="+mn-cs"/>
                      </a:endParaRPr>
                    </a:p>
                  </a:txBody>
                  <a:tcPr marL="91441" marR="91441" marT="45722" marB="45722"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tc>
                  <a:txBody>
                    <a:bodyPr/>
                    <a:lstStyle/>
                    <a:p>
                      <a:pPr marL="0" lvl="1" indent="0" algn="ctr" defTabSz="457200" rtl="0" eaLnBrk="1" fontAlgn="base" latinLnBrk="0" hangingPunct="1">
                        <a:lnSpc>
                          <a:spcPct val="100000"/>
                        </a:lnSpc>
                        <a:spcBef>
                          <a:spcPct val="0"/>
                        </a:spcBef>
                        <a:spcAft>
                          <a:spcPts val="0"/>
                        </a:spcAft>
                        <a:buFontTx/>
                        <a:buNone/>
                      </a:pPr>
                      <a:r>
                        <a:rPr lang="en-US" altLang="zh-CN" sz="1400" b="0" kern="1200" spc="150" dirty="0">
                          <a:solidFill>
                            <a:schemeClr val="tx1"/>
                          </a:solidFill>
                          <a:latin typeface="微软雅黑" panose="020B0503020204020204" pitchFamily="34" charset="-122"/>
                          <a:ea typeface="微软雅黑" panose="020B0503020204020204" pitchFamily="34" charset="-122"/>
                          <a:cs typeface="+mn-cs"/>
                        </a:rPr>
                        <a:t>28</a:t>
                      </a:r>
                      <a:endParaRPr lang="zh-CN" altLang="en-US" sz="1400" b="0" kern="1200" spc="150" dirty="0">
                        <a:solidFill>
                          <a:schemeClr val="tx1"/>
                        </a:solidFill>
                        <a:latin typeface="微软雅黑" panose="020B0503020204020204" pitchFamily="34" charset="-122"/>
                        <a:ea typeface="微软雅黑" panose="020B0503020204020204" pitchFamily="34" charset="-122"/>
                        <a:cs typeface="+mn-cs"/>
                      </a:endParaRPr>
                    </a:p>
                  </a:txBody>
                  <a:tcPr marL="91441" marR="91441" marT="45722" marB="45722"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tc>
                  <a:txBody>
                    <a:bodyPr/>
                    <a:lstStyle/>
                    <a:p>
                      <a:pPr marL="0" lvl="1" indent="0" algn="ctr" defTabSz="457200" rtl="0" eaLnBrk="1" fontAlgn="base" latinLnBrk="0" hangingPunct="1">
                        <a:lnSpc>
                          <a:spcPct val="100000"/>
                        </a:lnSpc>
                        <a:spcBef>
                          <a:spcPct val="0"/>
                        </a:spcBef>
                        <a:spcAft>
                          <a:spcPts val="0"/>
                        </a:spcAft>
                        <a:buFontTx/>
                        <a:buNone/>
                      </a:pPr>
                      <a:r>
                        <a:rPr lang="en-US" altLang="zh-CN" sz="1400" b="0" kern="1200" spc="150" dirty="0">
                          <a:solidFill>
                            <a:schemeClr val="tx1"/>
                          </a:solidFill>
                          <a:latin typeface="微软雅黑" panose="020B0503020204020204" pitchFamily="34" charset="-122"/>
                          <a:ea typeface="微软雅黑" panose="020B0503020204020204" pitchFamily="34" charset="-122"/>
                          <a:cs typeface="+mn-cs"/>
                        </a:rPr>
                        <a:t>28-24=4</a:t>
                      </a:r>
                      <a:endParaRPr lang="zh-CN" altLang="en-US" sz="1400" b="0" kern="1200" spc="150" dirty="0">
                        <a:solidFill>
                          <a:schemeClr val="tx1"/>
                        </a:solidFill>
                        <a:latin typeface="微软雅黑" panose="020B0503020204020204" pitchFamily="34" charset="-122"/>
                        <a:ea typeface="微软雅黑" panose="020B0503020204020204" pitchFamily="34" charset="-122"/>
                        <a:cs typeface="+mn-cs"/>
                      </a:endParaRPr>
                    </a:p>
                  </a:txBody>
                  <a:tcPr marL="91441" marR="91441" marT="45722" marB="45722"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tc>
                  <a:txBody>
                    <a:bodyPr/>
                    <a:lstStyle/>
                    <a:p>
                      <a:pPr marL="0" lvl="1" indent="0" algn="ctr" defTabSz="457200" rtl="0" eaLnBrk="1" fontAlgn="base" latinLnBrk="0" hangingPunct="1">
                        <a:lnSpc>
                          <a:spcPct val="100000"/>
                        </a:lnSpc>
                        <a:spcBef>
                          <a:spcPct val="0"/>
                        </a:spcBef>
                        <a:spcAft>
                          <a:spcPts val="0"/>
                        </a:spcAft>
                        <a:buFontTx/>
                        <a:buNone/>
                      </a:pPr>
                      <a:r>
                        <a:rPr lang="en-US" altLang="zh-CN" sz="1400" b="0" kern="1200" spc="150" dirty="0">
                          <a:solidFill>
                            <a:schemeClr val="tx1"/>
                          </a:solidFill>
                          <a:latin typeface="微软雅黑" panose="020B0503020204020204" pitchFamily="34" charset="-122"/>
                          <a:ea typeface="微软雅黑" panose="020B0503020204020204" pitchFamily="34" charset="-122"/>
                          <a:cs typeface="+mn-cs"/>
                        </a:rPr>
                        <a:t>10+8+6+4=28</a:t>
                      </a:r>
                      <a:endParaRPr lang="zh-CN" altLang="en-US" sz="1400" b="0" kern="1200" spc="150" dirty="0">
                        <a:solidFill>
                          <a:schemeClr val="tx1"/>
                        </a:solidFill>
                        <a:latin typeface="微软雅黑" panose="020B0503020204020204" pitchFamily="34" charset="-122"/>
                        <a:ea typeface="微软雅黑" panose="020B0503020204020204" pitchFamily="34" charset="-122"/>
                        <a:cs typeface="+mn-cs"/>
                      </a:endParaRPr>
                    </a:p>
                  </a:txBody>
                  <a:tcPr marL="91441" marR="91441" marT="45722" marB="45722"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extLst>
                  <a:ext uri="{0D108BD9-81ED-4DB2-BD59-A6C34878D82A}">
                    <a16:rowId xmlns:a16="http://schemas.microsoft.com/office/drawing/2014/main" val="143554762"/>
                  </a:ext>
                </a:extLst>
              </a:tr>
              <a:tr h="488365">
                <a:tc>
                  <a:txBody>
                    <a:bodyPr/>
                    <a:lstStyle/>
                    <a:p>
                      <a:pPr marL="0" lvl="1" indent="0" algn="ctr" defTabSz="457200" rtl="0" eaLnBrk="1" fontAlgn="base" latinLnBrk="0" hangingPunct="1">
                        <a:lnSpc>
                          <a:spcPct val="100000"/>
                        </a:lnSpc>
                        <a:spcBef>
                          <a:spcPct val="0"/>
                        </a:spcBef>
                        <a:spcAft>
                          <a:spcPts val="0"/>
                        </a:spcAft>
                        <a:buFontTx/>
                        <a:buNone/>
                      </a:pPr>
                      <a:r>
                        <a:rPr lang="en-US" altLang="zh-CN" sz="1400" b="0" kern="1200" spc="150" dirty="0">
                          <a:solidFill>
                            <a:schemeClr val="tx1"/>
                          </a:solidFill>
                          <a:latin typeface="微软雅黑" panose="020B0503020204020204" pitchFamily="34" charset="-122"/>
                          <a:ea typeface="微软雅黑" panose="020B0503020204020204" pitchFamily="34" charset="-122"/>
                          <a:cs typeface="+mn-cs"/>
                        </a:rPr>
                        <a:t>5</a:t>
                      </a:r>
                      <a:endParaRPr lang="zh-CN" altLang="en-US" sz="1400" b="0" kern="1200" spc="150" dirty="0">
                        <a:solidFill>
                          <a:schemeClr val="tx1"/>
                        </a:solidFill>
                        <a:latin typeface="微软雅黑" panose="020B0503020204020204" pitchFamily="34" charset="-122"/>
                        <a:ea typeface="微软雅黑" panose="020B0503020204020204" pitchFamily="34" charset="-122"/>
                        <a:cs typeface="+mn-cs"/>
                      </a:endParaRPr>
                    </a:p>
                  </a:txBody>
                  <a:tcPr marL="91441" marR="91441" marT="45722" marB="45722"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tc>
                  <a:txBody>
                    <a:bodyPr/>
                    <a:lstStyle/>
                    <a:p>
                      <a:pPr marL="0" lvl="1" indent="0" algn="ctr" defTabSz="457200" rtl="0" eaLnBrk="1" fontAlgn="base" latinLnBrk="0" hangingPunct="1">
                        <a:lnSpc>
                          <a:spcPct val="100000"/>
                        </a:lnSpc>
                        <a:spcBef>
                          <a:spcPct val="0"/>
                        </a:spcBef>
                        <a:spcAft>
                          <a:spcPts val="0"/>
                        </a:spcAft>
                        <a:buFontTx/>
                        <a:buNone/>
                      </a:pPr>
                      <a:r>
                        <a:rPr lang="en-US" altLang="zh-CN" sz="1400" b="0" kern="1200" spc="150" dirty="0">
                          <a:solidFill>
                            <a:schemeClr val="tx1"/>
                          </a:solidFill>
                          <a:latin typeface="微软雅黑" panose="020B0503020204020204" pitchFamily="34" charset="-122"/>
                          <a:ea typeface="微软雅黑" panose="020B0503020204020204" pitchFamily="34" charset="-122"/>
                          <a:cs typeface="+mn-cs"/>
                        </a:rPr>
                        <a:t>30</a:t>
                      </a:r>
                      <a:endParaRPr lang="zh-CN" altLang="en-US" sz="1400" b="0" kern="1200" spc="150" dirty="0">
                        <a:solidFill>
                          <a:schemeClr val="tx1"/>
                        </a:solidFill>
                        <a:latin typeface="微软雅黑" panose="020B0503020204020204" pitchFamily="34" charset="-122"/>
                        <a:ea typeface="微软雅黑" panose="020B0503020204020204" pitchFamily="34" charset="-122"/>
                        <a:cs typeface="+mn-cs"/>
                      </a:endParaRPr>
                    </a:p>
                  </a:txBody>
                  <a:tcPr marL="91441" marR="91441" marT="45722" marB="45722"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tc>
                  <a:txBody>
                    <a:bodyPr/>
                    <a:lstStyle/>
                    <a:p>
                      <a:pPr marL="0" lvl="1" indent="0" algn="ctr" defTabSz="457200" rtl="0" eaLnBrk="1" fontAlgn="base" latinLnBrk="0" hangingPunct="1">
                        <a:lnSpc>
                          <a:spcPct val="100000"/>
                        </a:lnSpc>
                        <a:spcBef>
                          <a:spcPct val="0"/>
                        </a:spcBef>
                        <a:spcAft>
                          <a:spcPts val="0"/>
                        </a:spcAft>
                        <a:buFontTx/>
                        <a:buNone/>
                      </a:pPr>
                      <a:r>
                        <a:rPr lang="en-US" altLang="zh-CN" sz="1400" b="0" kern="1200" spc="150" dirty="0">
                          <a:solidFill>
                            <a:schemeClr val="tx1"/>
                          </a:solidFill>
                          <a:latin typeface="微软雅黑" panose="020B0503020204020204" pitchFamily="34" charset="-122"/>
                          <a:ea typeface="微软雅黑" panose="020B0503020204020204" pitchFamily="34" charset="-122"/>
                          <a:cs typeface="+mn-cs"/>
                        </a:rPr>
                        <a:t>30-28=2</a:t>
                      </a:r>
                      <a:endParaRPr lang="zh-CN" altLang="en-US" sz="1400" b="0" kern="1200" spc="150" dirty="0">
                        <a:solidFill>
                          <a:schemeClr val="tx1"/>
                        </a:solidFill>
                        <a:latin typeface="微软雅黑" panose="020B0503020204020204" pitchFamily="34" charset="-122"/>
                        <a:ea typeface="微软雅黑" panose="020B0503020204020204" pitchFamily="34" charset="-122"/>
                        <a:cs typeface="+mn-cs"/>
                      </a:endParaRPr>
                    </a:p>
                  </a:txBody>
                  <a:tcPr marL="91441" marR="91441" marT="45722" marB="45722"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tc>
                  <a:txBody>
                    <a:bodyPr/>
                    <a:lstStyle/>
                    <a:p>
                      <a:pPr marL="0" lvl="1" indent="0" algn="ctr" defTabSz="457200" rtl="0" eaLnBrk="1" fontAlgn="base" latinLnBrk="0" hangingPunct="1">
                        <a:lnSpc>
                          <a:spcPct val="100000"/>
                        </a:lnSpc>
                        <a:spcBef>
                          <a:spcPct val="0"/>
                        </a:spcBef>
                        <a:spcAft>
                          <a:spcPts val="0"/>
                        </a:spcAft>
                        <a:buFontTx/>
                        <a:buNone/>
                      </a:pPr>
                      <a:r>
                        <a:rPr lang="en-US" altLang="zh-CN" sz="1400" b="0" kern="1200" spc="150" dirty="0">
                          <a:solidFill>
                            <a:schemeClr val="tx1"/>
                          </a:solidFill>
                          <a:latin typeface="微软雅黑" panose="020B0503020204020204" pitchFamily="34" charset="-122"/>
                          <a:ea typeface="微软雅黑" panose="020B0503020204020204" pitchFamily="34" charset="-122"/>
                          <a:cs typeface="+mn-cs"/>
                        </a:rPr>
                        <a:t>10+8+6+4+2=30</a:t>
                      </a:r>
                      <a:endParaRPr lang="zh-CN" altLang="en-US" sz="1400" b="0" kern="1200" spc="150" dirty="0">
                        <a:solidFill>
                          <a:schemeClr val="tx1"/>
                        </a:solidFill>
                        <a:latin typeface="微软雅黑" panose="020B0503020204020204" pitchFamily="34" charset="-122"/>
                        <a:ea typeface="微软雅黑" panose="020B0503020204020204" pitchFamily="34" charset="-122"/>
                        <a:cs typeface="+mn-cs"/>
                      </a:endParaRPr>
                    </a:p>
                  </a:txBody>
                  <a:tcPr marL="91441" marR="91441" marT="45722" marB="45722"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extLst>
                  <a:ext uri="{0D108BD9-81ED-4DB2-BD59-A6C34878D82A}">
                    <a16:rowId xmlns:a16="http://schemas.microsoft.com/office/drawing/2014/main" val="1746492009"/>
                  </a:ext>
                </a:extLst>
              </a:tr>
              <a:tr h="488365">
                <a:tc>
                  <a:txBody>
                    <a:bodyPr/>
                    <a:lstStyle/>
                    <a:p>
                      <a:pPr marL="0" lvl="1" indent="0" algn="ctr" defTabSz="457200" rtl="0" eaLnBrk="1" fontAlgn="base" latinLnBrk="0" hangingPunct="1">
                        <a:lnSpc>
                          <a:spcPct val="100000"/>
                        </a:lnSpc>
                        <a:spcBef>
                          <a:spcPct val="0"/>
                        </a:spcBef>
                        <a:spcAft>
                          <a:spcPts val="0"/>
                        </a:spcAft>
                        <a:buFontTx/>
                        <a:buNone/>
                      </a:pPr>
                      <a:r>
                        <a:rPr lang="en-US" altLang="zh-CN" sz="1400" b="0" kern="1200" spc="150" dirty="0">
                          <a:solidFill>
                            <a:schemeClr val="tx1"/>
                          </a:solidFill>
                          <a:latin typeface="微软雅黑" panose="020B0503020204020204" pitchFamily="34" charset="-122"/>
                          <a:ea typeface="微软雅黑" panose="020B0503020204020204" pitchFamily="34" charset="-122"/>
                          <a:cs typeface="+mn-cs"/>
                        </a:rPr>
                        <a:t>6</a:t>
                      </a:r>
                      <a:endParaRPr lang="zh-CN" altLang="en-US" sz="1400" b="0" kern="1200" spc="150" dirty="0">
                        <a:solidFill>
                          <a:schemeClr val="tx1"/>
                        </a:solidFill>
                        <a:latin typeface="微软雅黑" panose="020B0503020204020204" pitchFamily="34" charset="-122"/>
                        <a:ea typeface="微软雅黑" panose="020B0503020204020204" pitchFamily="34" charset="-122"/>
                        <a:cs typeface="+mn-cs"/>
                      </a:endParaRPr>
                    </a:p>
                  </a:txBody>
                  <a:tcPr marL="91441" marR="91441" marT="45722" marB="45722"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tc>
                  <a:txBody>
                    <a:bodyPr/>
                    <a:lstStyle/>
                    <a:p>
                      <a:pPr marL="0" lvl="1" indent="0" algn="ctr" defTabSz="457200" rtl="0" eaLnBrk="1" fontAlgn="base" latinLnBrk="0" hangingPunct="1">
                        <a:lnSpc>
                          <a:spcPct val="100000"/>
                        </a:lnSpc>
                        <a:spcBef>
                          <a:spcPct val="0"/>
                        </a:spcBef>
                        <a:spcAft>
                          <a:spcPts val="0"/>
                        </a:spcAft>
                        <a:buFontTx/>
                        <a:buNone/>
                      </a:pPr>
                      <a:r>
                        <a:rPr lang="en-US" altLang="zh-CN" sz="1400" b="0" kern="1200" spc="150" dirty="0">
                          <a:solidFill>
                            <a:schemeClr val="tx1"/>
                          </a:solidFill>
                          <a:latin typeface="微软雅黑" panose="020B0503020204020204" pitchFamily="34" charset="-122"/>
                          <a:ea typeface="微软雅黑" panose="020B0503020204020204" pitchFamily="34" charset="-122"/>
                          <a:cs typeface="+mn-cs"/>
                        </a:rPr>
                        <a:t>31</a:t>
                      </a:r>
                      <a:endParaRPr lang="zh-CN" altLang="en-US" sz="1400" b="0" kern="1200" spc="150" dirty="0">
                        <a:solidFill>
                          <a:schemeClr val="tx1"/>
                        </a:solidFill>
                        <a:latin typeface="微软雅黑" panose="020B0503020204020204" pitchFamily="34" charset="-122"/>
                        <a:ea typeface="微软雅黑" panose="020B0503020204020204" pitchFamily="34" charset="-122"/>
                        <a:cs typeface="+mn-cs"/>
                      </a:endParaRPr>
                    </a:p>
                  </a:txBody>
                  <a:tcPr marL="91441" marR="91441" marT="45722" marB="45722"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tc>
                  <a:txBody>
                    <a:bodyPr/>
                    <a:lstStyle/>
                    <a:p>
                      <a:pPr marL="0" lvl="1" indent="0" algn="ctr" defTabSz="457200" rtl="0" eaLnBrk="1" fontAlgn="base" latinLnBrk="0" hangingPunct="1">
                        <a:lnSpc>
                          <a:spcPct val="100000"/>
                        </a:lnSpc>
                        <a:spcBef>
                          <a:spcPct val="0"/>
                        </a:spcBef>
                        <a:spcAft>
                          <a:spcPts val="0"/>
                        </a:spcAft>
                        <a:buFontTx/>
                        <a:buNone/>
                      </a:pPr>
                      <a:r>
                        <a:rPr lang="en-US" altLang="zh-CN" sz="1400" b="0" kern="1200" spc="150" dirty="0">
                          <a:solidFill>
                            <a:schemeClr val="tx1"/>
                          </a:solidFill>
                          <a:latin typeface="微软雅黑" panose="020B0503020204020204" pitchFamily="34" charset="-122"/>
                          <a:ea typeface="微软雅黑" panose="020B0503020204020204" pitchFamily="34" charset="-122"/>
                          <a:cs typeface="+mn-cs"/>
                        </a:rPr>
                        <a:t>31-30=1</a:t>
                      </a:r>
                      <a:endParaRPr lang="zh-CN" altLang="en-US" sz="1400" b="0" kern="1200" spc="150" dirty="0">
                        <a:solidFill>
                          <a:schemeClr val="tx1"/>
                        </a:solidFill>
                        <a:latin typeface="微软雅黑" panose="020B0503020204020204" pitchFamily="34" charset="-122"/>
                        <a:ea typeface="微软雅黑" panose="020B0503020204020204" pitchFamily="34" charset="-122"/>
                        <a:cs typeface="+mn-cs"/>
                      </a:endParaRPr>
                    </a:p>
                  </a:txBody>
                  <a:tcPr marL="91441" marR="91441" marT="45722" marB="45722"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tc>
                  <a:txBody>
                    <a:bodyPr/>
                    <a:lstStyle/>
                    <a:p>
                      <a:pPr marL="0" marR="0" lvl="1" indent="0" algn="ctr" defTabSz="457200" rtl="0" eaLnBrk="1" fontAlgn="base" latinLnBrk="0" hangingPunct="1">
                        <a:lnSpc>
                          <a:spcPct val="100000"/>
                        </a:lnSpc>
                        <a:spcBef>
                          <a:spcPct val="0"/>
                        </a:spcBef>
                        <a:spcAft>
                          <a:spcPts val="0"/>
                        </a:spcAft>
                        <a:buClrTx/>
                        <a:buSzTx/>
                        <a:buFontTx/>
                        <a:buNone/>
                        <a:tabLst/>
                        <a:defRPr/>
                      </a:pPr>
                      <a:r>
                        <a:rPr lang="en-US" altLang="zh-CN" sz="1400" b="0" kern="1200" spc="150" dirty="0">
                          <a:solidFill>
                            <a:schemeClr val="tx1"/>
                          </a:solidFill>
                          <a:latin typeface="微软雅黑" panose="020B0503020204020204" pitchFamily="34" charset="-122"/>
                          <a:ea typeface="微软雅黑" panose="020B0503020204020204" pitchFamily="34" charset="-122"/>
                          <a:cs typeface="+mn-cs"/>
                        </a:rPr>
                        <a:t>10+8+6+4+2+1=31</a:t>
                      </a:r>
                      <a:endParaRPr lang="zh-CN" altLang="en-US" sz="1400" b="0" kern="1200" spc="150" dirty="0">
                        <a:solidFill>
                          <a:schemeClr val="tx1"/>
                        </a:solidFill>
                        <a:latin typeface="微软雅黑" panose="020B0503020204020204" pitchFamily="34" charset="-122"/>
                        <a:ea typeface="微软雅黑" panose="020B0503020204020204" pitchFamily="34" charset="-122"/>
                        <a:cs typeface="+mn-cs"/>
                      </a:endParaRPr>
                    </a:p>
                  </a:txBody>
                  <a:tcPr marL="91441" marR="91441" marT="45722" marB="45722"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extLst>
                  <a:ext uri="{0D108BD9-81ED-4DB2-BD59-A6C34878D82A}">
                    <a16:rowId xmlns:a16="http://schemas.microsoft.com/office/drawing/2014/main" val="2800224374"/>
                  </a:ext>
                </a:extLst>
              </a:tr>
            </a:tbl>
          </a:graphicData>
        </a:graphic>
      </p:graphicFrame>
      <p:sp>
        <p:nvSpPr>
          <p:cNvPr id="7" name="矩形 6">
            <a:extLst>
              <a:ext uri="{FF2B5EF4-FFF2-40B4-BE49-F238E27FC236}">
                <a16:creationId xmlns:a16="http://schemas.microsoft.com/office/drawing/2014/main" id="{8F686AF8-F269-4FE6-8DE4-111015E3FD85}"/>
              </a:ext>
            </a:extLst>
          </p:cNvPr>
          <p:cNvSpPr/>
          <p:nvPr/>
        </p:nvSpPr>
        <p:spPr>
          <a:xfrm>
            <a:off x="467544" y="548680"/>
            <a:ext cx="4762842"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二、总效用和边际效用递减规律</a:t>
            </a:r>
          </a:p>
        </p:txBody>
      </p:sp>
      <p:sp>
        <p:nvSpPr>
          <p:cNvPr id="8" name="矩形 7">
            <a:extLst>
              <a:ext uri="{FF2B5EF4-FFF2-40B4-BE49-F238E27FC236}">
                <a16:creationId xmlns:a16="http://schemas.microsoft.com/office/drawing/2014/main" id="{F54E96AD-BBC2-4616-A4D3-E6C438FE049F}"/>
              </a:ext>
            </a:extLst>
          </p:cNvPr>
          <p:cNvSpPr/>
          <p:nvPr/>
        </p:nvSpPr>
        <p:spPr>
          <a:xfrm>
            <a:off x="6593747" y="0"/>
            <a:ext cx="2550253" cy="369332"/>
          </a:xfrm>
          <a:prstGeom prst="rect">
            <a:avLst/>
          </a:prstGeom>
        </p:spPr>
        <p:txBody>
          <a:bodyPr wrap="squar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第一节 </a:t>
            </a:r>
            <a:r>
              <a:rPr lang="zh-CN" altLang="en-US" spc="150" dirty="0">
                <a:latin typeface="微软雅黑" panose="020B0503020204020204" pitchFamily="34" charset="-122"/>
                <a:ea typeface="微软雅黑" panose="020B0503020204020204" pitchFamily="34" charset="-122"/>
              </a:rPr>
              <a:t>效用理论概述</a:t>
            </a:r>
            <a:r>
              <a:rPr lang="zh-CN" altLang="en-US" spc="150" dirty="0">
                <a:solidFill>
                  <a:srgbClr val="000000"/>
                </a:solidFill>
                <a:latin typeface="微软雅黑" panose="020B0503020204020204" pitchFamily="34" charset="-122"/>
                <a:ea typeface="微软雅黑" panose="020B0503020204020204" pitchFamily="34" charset="-122"/>
              </a:rPr>
              <a:t> </a:t>
            </a:r>
          </a:p>
        </p:txBody>
      </p:sp>
      <p:grpSp>
        <p:nvGrpSpPr>
          <p:cNvPr id="9" name="组合 8">
            <a:extLst>
              <a:ext uri="{FF2B5EF4-FFF2-40B4-BE49-F238E27FC236}">
                <a16:creationId xmlns:a16="http://schemas.microsoft.com/office/drawing/2014/main" id="{637F00C5-A5CA-49DD-B13C-C415A9E3C49F}"/>
              </a:ext>
            </a:extLst>
          </p:cNvPr>
          <p:cNvGrpSpPr/>
          <p:nvPr/>
        </p:nvGrpSpPr>
        <p:grpSpPr>
          <a:xfrm>
            <a:off x="467544" y="1393373"/>
            <a:ext cx="3806023" cy="659493"/>
            <a:chOff x="467544" y="1393372"/>
            <a:chExt cx="2968383" cy="514350"/>
          </a:xfrm>
        </p:grpSpPr>
        <p:sp>
          <p:nvSpPr>
            <p:cNvPr id="11" name="MH_Text_1">
              <a:extLst>
                <a:ext uri="{FF2B5EF4-FFF2-40B4-BE49-F238E27FC236}">
                  <a16:creationId xmlns:a16="http://schemas.microsoft.com/office/drawing/2014/main" id="{C62DFAB1-6C00-4E02-A48C-5AE6F0BCE50F}"/>
                </a:ext>
              </a:extLst>
            </p:cNvPr>
            <p:cNvSpPr/>
            <p:nvPr>
              <p:custDataLst>
                <p:tags r:id="rId1"/>
              </p:custDataLst>
            </p:nvPr>
          </p:nvSpPr>
          <p:spPr bwMode="auto">
            <a:xfrm>
              <a:off x="467544" y="1393372"/>
              <a:ext cx="2968383" cy="514350"/>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algn="ctr">
                <a:defRPr/>
              </a:pPr>
              <a:r>
                <a:rPr lang="zh-CN" altLang="en-US" sz="2000" spc="150" dirty="0">
                  <a:solidFill>
                    <a:srgbClr val="000000"/>
                  </a:solidFill>
                  <a:latin typeface="微软雅黑" panose="020B0503020204020204" pitchFamily="34" charset="-122"/>
                  <a:ea typeface="微软雅黑" panose="020B0503020204020204" pitchFamily="34" charset="-122"/>
                </a:rPr>
                <a:t>总效用与边际效用的关系</a:t>
              </a:r>
            </a:p>
          </p:txBody>
        </p:sp>
        <p:sp>
          <p:nvSpPr>
            <p:cNvPr id="12" name="MH_Other_2">
              <a:extLst>
                <a:ext uri="{FF2B5EF4-FFF2-40B4-BE49-F238E27FC236}">
                  <a16:creationId xmlns:a16="http://schemas.microsoft.com/office/drawing/2014/main" id="{747D7A17-8DA5-483E-BD9E-C9D0F3C13580}"/>
                </a:ext>
              </a:extLst>
            </p:cNvPr>
            <p:cNvSpPr/>
            <p:nvPr>
              <p:custDataLst>
                <p:tags r:id="rId2"/>
              </p:custDataLst>
            </p:nvPr>
          </p:nvSpPr>
          <p:spPr bwMode="auto">
            <a:xfrm rot="10800000">
              <a:off x="3225955" y="1478234"/>
              <a:ext cx="147984" cy="127000"/>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Tree>
    <p:extLst>
      <p:ext uri="{BB962C8B-B14F-4D97-AF65-F5344CB8AC3E}">
        <p14:creationId xmlns:p14="http://schemas.microsoft.com/office/powerpoint/2010/main" val="76844757"/>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barn(inVertical)">
                                      <p:cBhvr>
                                        <p:cTn id="1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组合 24">
            <a:extLst>
              <a:ext uri="{FF2B5EF4-FFF2-40B4-BE49-F238E27FC236}">
                <a16:creationId xmlns:a16="http://schemas.microsoft.com/office/drawing/2014/main" id="{826FFC2C-4E97-4B48-960D-5C804E1C43B4}"/>
              </a:ext>
            </a:extLst>
          </p:cNvPr>
          <p:cNvGrpSpPr/>
          <p:nvPr/>
        </p:nvGrpSpPr>
        <p:grpSpPr>
          <a:xfrm>
            <a:off x="705133" y="2650179"/>
            <a:ext cx="7733734" cy="2796233"/>
            <a:chOff x="638959" y="2237509"/>
            <a:chExt cx="7733734" cy="2796233"/>
          </a:xfrm>
        </p:grpSpPr>
        <p:sp>
          <p:nvSpPr>
            <p:cNvPr id="3" name="Line 4"/>
            <p:cNvSpPr>
              <a:spLocks noChangeShapeType="1"/>
            </p:cNvSpPr>
            <p:nvPr/>
          </p:nvSpPr>
          <p:spPr bwMode="auto">
            <a:xfrm>
              <a:off x="1212274" y="2389909"/>
              <a:ext cx="0" cy="2286000"/>
            </a:xfrm>
            <a:prstGeom prst="line">
              <a:avLst/>
            </a:prstGeom>
            <a:noFill/>
            <a:ln w="28575">
              <a:solidFill>
                <a:srgbClr val="C3C9D7"/>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600" dirty="0"/>
            </a:p>
          </p:txBody>
        </p:sp>
        <p:sp>
          <p:nvSpPr>
            <p:cNvPr id="4" name="Line 5"/>
            <p:cNvSpPr>
              <a:spLocks noChangeShapeType="1"/>
            </p:cNvSpPr>
            <p:nvPr/>
          </p:nvSpPr>
          <p:spPr bwMode="auto">
            <a:xfrm>
              <a:off x="1212274" y="4675909"/>
              <a:ext cx="3124200" cy="0"/>
            </a:xfrm>
            <a:prstGeom prst="line">
              <a:avLst/>
            </a:prstGeom>
            <a:noFill/>
            <a:ln w="28575">
              <a:solidFill>
                <a:srgbClr val="C3C9D7"/>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5" name="Line 6"/>
            <p:cNvSpPr>
              <a:spLocks noChangeShapeType="1"/>
            </p:cNvSpPr>
            <p:nvPr/>
          </p:nvSpPr>
          <p:spPr bwMode="auto">
            <a:xfrm>
              <a:off x="5098474" y="2389909"/>
              <a:ext cx="0" cy="2286000"/>
            </a:xfrm>
            <a:prstGeom prst="line">
              <a:avLst/>
            </a:prstGeom>
            <a:noFill/>
            <a:ln w="28575">
              <a:solidFill>
                <a:srgbClr val="C3C9D7"/>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 name="Line 7"/>
            <p:cNvSpPr>
              <a:spLocks noChangeShapeType="1"/>
            </p:cNvSpPr>
            <p:nvPr/>
          </p:nvSpPr>
          <p:spPr bwMode="auto">
            <a:xfrm>
              <a:off x="5098474" y="4675909"/>
              <a:ext cx="3200400" cy="0"/>
            </a:xfrm>
            <a:prstGeom prst="line">
              <a:avLst/>
            </a:prstGeom>
            <a:noFill/>
            <a:ln w="28575">
              <a:solidFill>
                <a:srgbClr val="C3C9D7"/>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7" name="Arc 8"/>
            <p:cNvSpPr>
              <a:spLocks/>
            </p:cNvSpPr>
            <p:nvPr/>
          </p:nvSpPr>
          <p:spPr bwMode="auto">
            <a:xfrm rot="10669078" flipV="1">
              <a:off x="1212274" y="2389909"/>
              <a:ext cx="2209800" cy="2209800"/>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accent2">
                  <a:lumMod val="60000"/>
                  <a:lumOff val="40000"/>
                </a:schemeClr>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600" dirty="0"/>
            </a:p>
          </p:txBody>
        </p:sp>
        <p:sp>
          <p:nvSpPr>
            <p:cNvPr id="8" name="Line 9"/>
            <p:cNvSpPr>
              <a:spLocks noChangeShapeType="1"/>
            </p:cNvSpPr>
            <p:nvPr/>
          </p:nvSpPr>
          <p:spPr bwMode="auto">
            <a:xfrm>
              <a:off x="1364674" y="3990109"/>
              <a:ext cx="838200" cy="0"/>
            </a:xfrm>
            <a:prstGeom prst="line">
              <a:avLst/>
            </a:prstGeom>
            <a:noFill/>
            <a:ln w="28575">
              <a:solidFill>
                <a:srgbClr val="C3C9D7"/>
              </a:solidFill>
              <a:prstDash val="sysDot"/>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9" name="Line 10"/>
            <p:cNvSpPr>
              <a:spLocks noChangeShapeType="1"/>
            </p:cNvSpPr>
            <p:nvPr/>
          </p:nvSpPr>
          <p:spPr bwMode="auto">
            <a:xfrm flipV="1">
              <a:off x="2202874" y="2770909"/>
              <a:ext cx="0" cy="1219200"/>
            </a:xfrm>
            <a:prstGeom prst="line">
              <a:avLst/>
            </a:prstGeom>
            <a:noFill/>
            <a:ln w="28575">
              <a:solidFill>
                <a:srgbClr val="C3C9D7"/>
              </a:solidFill>
              <a:prstDash val="sysDot"/>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10" name="Oval 11"/>
            <p:cNvSpPr>
              <a:spLocks noChangeArrowheads="1"/>
            </p:cNvSpPr>
            <p:nvPr/>
          </p:nvSpPr>
          <p:spPr bwMode="auto">
            <a:xfrm>
              <a:off x="1288474" y="3913909"/>
              <a:ext cx="152400" cy="152400"/>
            </a:xfrm>
            <a:prstGeom prst="ellipse">
              <a:avLst/>
            </a:prstGeom>
            <a:solidFill>
              <a:srgbClr val="F3C97F"/>
            </a:solidFill>
            <a:ln>
              <a:noFill/>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600"/>
            </a:p>
          </p:txBody>
        </p:sp>
        <p:sp>
          <p:nvSpPr>
            <p:cNvPr id="11" name="Oval 12"/>
            <p:cNvSpPr>
              <a:spLocks noChangeArrowheads="1"/>
            </p:cNvSpPr>
            <p:nvPr/>
          </p:nvSpPr>
          <p:spPr bwMode="auto">
            <a:xfrm>
              <a:off x="2126674" y="2694709"/>
              <a:ext cx="152400" cy="152400"/>
            </a:xfrm>
            <a:prstGeom prst="ellipse">
              <a:avLst/>
            </a:prstGeom>
            <a:solidFill>
              <a:srgbClr val="F3C97F"/>
            </a:solidFill>
            <a:ln>
              <a:noFill/>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600"/>
            </a:p>
          </p:txBody>
        </p:sp>
        <p:sp>
          <p:nvSpPr>
            <p:cNvPr id="12" name="Line 13"/>
            <p:cNvSpPr>
              <a:spLocks noChangeShapeType="1"/>
            </p:cNvSpPr>
            <p:nvPr/>
          </p:nvSpPr>
          <p:spPr bwMode="auto">
            <a:xfrm>
              <a:off x="2279074" y="2770909"/>
              <a:ext cx="609600" cy="0"/>
            </a:xfrm>
            <a:prstGeom prst="line">
              <a:avLst/>
            </a:prstGeom>
            <a:noFill/>
            <a:ln w="28575">
              <a:solidFill>
                <a:srgbClr val="C3C9D7"/>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13" name="Line 14"/>
            <p:cNvSpPr>
              <a:spLocks noChangeShapeType="1"/>
            </p:cNvSpPr>
            <p:nvPr/>
          </p:nvSpPr>
          <p:spPr bwMode="auto">
            <a:xfrm flipV="1">
              <a:off x="2888674" y="2389909"/>
              <a:ext cx="0" cy="381000"/>
            </a:xfrm>
            <a:prstGeom prst="line">
              <a:avLst/>
            </a:prstGeom>
            <a:noFill/>
            <a:ln w="28575">
              <a:solidFill>
                <a:srgbClr val="C3C9D7"/>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14" name="Line 15"/>
            <p:cNvSpPr>
              <a:spLocks noChangeShapeType="1"/>
            </p:cNvSpPr>
            <p:nvPr/>
          </p:nvSpPr>
          <p:spPr bwMode="auto">
            <a:xfrm>
              <a:off x="5098474" y="2923309"/>
              <a:ext cx="2514600" cy="1600200"/>
            </a:xfrm>
            <a:prstGeom prst="line">
              <a:avLst/>
            </a:prstGeom>
            <a:noFill/>
            <a:ln w="28575">
              <a:solidFill>
                <a:srgbClr val="92D05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15" name="Text Box 16"/>
            <p:cNvSpPr txBox="1">
              <a:spLocks noChangeArrowheads="1"/>
            </p:cNvSpPr>
            <p:nvPr/>
          </p:nvSpPr>
          <p:spPr bwMode="auto">
            <a:xfrm>
              <a:off x="638959" y="2237509"/>
              <a:ext cx="762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1600"/>
                <a:t>TU</a:t>
              </a:r>
            </a:p>
          </p:txBody>
        </p:sp>
        <p:sp>
          <p:nvSpPr>
            <p:cNvPr id="16" name="Text Box 17"/>
            <p:cNvSpPr txBox="1">
              <a:spLocks noChangeArrowheads="1"/>
            </p:cNvSpPr>
            <p:nvPr/>
          </p:nvSpPr>
          <p:spPr bwMode="auto">
            <a:xfrm>
              <a:off x="3955474" y="4695188"/>
              <a:ext cx="381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1600" dirty="0"/>
                <a:t>Q</a:t>
              </a:r>
            </a:p>
          </p:txBody>
        </p:sp>
        <p:sp>
          <p:nvSpPr>
            <p:cNvPr id="17" name="Text Box 18"/>
            <p:cNvSpPr txBox="1">
              <a:spLocks noChangeArrowheads="1"/>
            </p:cNvSpPr>
            <p:nvPr/>
          </p:nvSpPr>
          <p:spPr bwMode="auto">
            <a:xfrm>
              <a:off x="4601359" y="2237509"/>
              <a:ext cx="9144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1600" dirty="0"/>
                <a:t>MU</a:t>
              </a:r>
            </a:p>
          </p:txBody>
        </p:sp>
        <p:sp>
          <p:nvSpPr>
            <p:cNvPr id="18" name="Text Box 19"/>
            <p:cNvSpPr txBox="1">
              <a:spLocks noChangeArrowheads="1"/>
            </p:cNvSpPr>
            <p:nvPr/>
          </p:nvSpPr>
          <p:spPr bwMode="auto">
            <a:xfrm>
              <a:off x="7915493" y="4681930"/>
              <a:ext cx="4572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1600" dirty="0"/>
                <a:t>Q</a:t>
              </a:r>
            </a:p>
          </p:txBody>
        </p:sp>
        <p:sp>
          <p:nvSpPr>
            <p:cNvPr id="19" name="Text Box 20"/>
            <p:cNvSpPr txBox="1">
              <a:spLocks noChangeArrowheads="1"/>
            </p:cNvSpPr>
            <p:nvPr/>
          </p:nvSpPr>
          <p:spPr bwMode="auto">
            <a:xfrm>
              <a:off x="2126674" y="3075709"/>
              <a:ext cx="1143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1600"/>
                <a:t>△TU</a:t>
              </a:r>
            </a:p>
          </p:txBody>
        </p:sp>
        <p:sp>
          <p:nvSpPr>
            <p:cNvPr id="20" name="Text Box 21"/>
            <p:cNvSpPr txBox="1">
              <a:spLocks noChangeArrowheads="1"/>
            </p:cNvSpPr>
            <p:nvPr/>
          </p:nvSpPr>
          <p:spPr bwMode="auto">
            <a:xfrm>
              <a:off x="1364674" y="3990109"/>
              <a:ext cx="9144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1600"/>
                <a:t>△Q</a:t>
              </a:r>
            </a:p>
          </p:txBody>
        </p:sp>
        <mc:AlternateContent xmlns:mc="http://schemas.openxmlformats.org/markup-compatibility/2006" xmlns:a14="http://schemas.microsoft.com/office/drawing/2010/main">
          <mc:Choice Requires="a14">
            <p:sp>
              <p:nvSpPr>
                <p:cNvPr id="24" name="矩形 23">
                  <a:extLst>
                    <a:ext uri="{FF2B5EF4-FFF2-40B4-BE49-F238E27FC236}">
                      <a16:creationId xmlns:a16="http://schemas.microsoft.com/office/drawing/2014/main" id="{CB23FEFD-C954-48BC-95E0-2F420E3D030E}"/>
                    </a:ext>
                  </a:extLst>
                </p:cNvPr>
                <p:cNvSpPr/>
                <p:nvPr/>
              </p:nvSpPr>
              <p:spPr>
                <a:xfrm>
                  <a:off x="6399430" y="3244986"/>
                  <a:ext cx="1549848" cy="436145"/>
                </a:xfrm>
                <a:prstGeom prst="rect">
                  <a:avLst/>
                </a:prstGeom>
              </p:spPr>
              <p:txBody>
                <a:bodyPr wrap="none">
                  <a:spAutoFit/>
                </a:bodyPr>
                <a:lstStyle/>
                <a:p>
                  <a:pPr marL="276225" lvl="3" indent="231775" defTabSz="457200" eaLnBrk="1" hangingPunct="1">
                    <a:lnSpc>
                      <a:spcPts val="2600"/>
                    </a:lnSpc>
                    <a:spcAft>
                      <a:spcPts val="1200"/>
                    </a:spcAft>
                    <a:buNone/>
                  </a:pPr>
                  <a:r>
                    <a:rPr lang="en-US" altLang="zh-CN" sz="1600" spc="150" dirty="0">
                      <a:ea typeface="微软雅黑" panose="020B0503020204020204" pitchFamily="34" charset="-122"/>
                    </a:rPr>
                    <a:t>MU=</a:t>
                  </a:r>
                  <a14:m>
                    <m:oMath xmlns:m="http://schemas.openxmlformats.org/officeDocument/2006/math">
                      <m:f>
                        <m:fPr>
                          <m:ctrlPr>
                            <a:rPr lang="en-US" altLang="zh-CN" sz="1600" i="1" spc="150">
                              <a:latin typeface="Cambria Math" panose="02040503050406030204" pitchFamily="18" charset="0"/>
                              <a:ea typeface="微软雅黑" panose="020B0503020204020204" pitchFamily="34" charset="-122"/>
                            </a:rPr>
                          </m:ctrlPr>
                        </m:fPr>
                        <m:num>
                          <m:r>
                            <a:rPr lang="zh-CN" altLang="en-US" sz="1600" i="1" spc="150">
                              <a:latin typeface="Cambria Math" panose="02040503050406030204" pitchFamily="18" charset="0"/>
                              <a:ea typeface="微软雅黑" panose="020B0503020204020204" pitchFamily="34" charset="-122"/>
                            </a:rPr>
                            <m:t>△</m:t>
                          </m:r>
                          <m:r>
                            <a:rPr lang="en-US" altLang="zh-CN" sz="1600" i="1" spc="150">
                              <a:latin typeface="Cambria Math" panose="02040503050406030204" pitchFamily="18" charset="0"/>
                              <a:ea typeface="微软雅黑" panose="020B0503020204020204" pitchFamily="34" charset="-122"/>
                            </a:rPr>
                            <m:t>𝑇𝑈</m:t>
                          </m:r>
                        </m:num>
                        <m:den>
                          <m:r>
                            <a:rPr lang="zh-CN" altLang="en-US" sz="1600" i="1" spc="150">
                              <a:latin typeface="Cambria Math" panose="02040503050406030204" pitchFamily="18" charset="0"/>
                              <a:ea typeface="微软雅黑" panose="020B0503020204020204" pitchFamily="34" charset="-122"/>
                            </a:rPr>
                            <m:t>△</m:t>
                          </m:r>
                          <m:r>
                            <a:rPr lang="en-US" altLang="zh-CN" sz="1600" i="1" spc="150">
                              <a:latin typeface="Cambria Math" panose="02040503050406030204" pitchFamily="18" charset="0"/>
                              <a:ea typeface="微软雅黑" panose="020B0503020204020204" pitchFamily="34" charset="-122"/>
                            </a:rPr>
                            <m:t>𝑄</m:t>
                          </m:r>
                        </m:den>
                      </m:f>
                    </m:oMath>
                  </a14:m>
                  <a:endParaRPr lang="en-US" altLang="zh-CN" sz="1600" spc="150" dirty="0">
                    <a:latin typeface="微软雅黑" panose="020B0503020204020204" pitchFamily="34" charset="-122"/>
                    <a:ea typeface="微软雅黑" panose="020B0503020204020204" pitchFamily="34" charset="-122"/>
                  </a:endParaRPr>
                </a:p>
              </p:txBody>
            </p:sp>
          </mc:Choice>
          <mc:Fallback xmlns="">
            <p:sp>
              <p:nvSpPr>
                <p:cNvPr id="24" name="矩形 23">
                  <a:extLst>
                    <a:ext uri="{FF2B5EF4-FFF2-40B4-BE49-F238E27FC236}">
                      <a16:creationId xmlns:a16="http://schemas.microsoft.com/office/drawing/2014/main" id="{CB23FEFD-C954-48BC-95E0-2F420E3D030E}"/>
                    </a:ext>
                  </a:extLst>
                </p:cNvPr>
                <p:cNvSpPr>
                  <a:spLocks noRot="1" noChangeAspect="1" noMove="1" noResize="1" noEditPoints="1" noAdjustHandles="1" noChangeArrowheads="1" noChangeShapeType="1" noTextEdit="1"/>
                </p:cNvSpPr>
                <p:nvPr/>
              </p:nvSpPr>
              <p:spPr>
                <a:xfrm>
                  <a:off x="6399430" y="3244986"/>
                  <a:ext cx="1549848" cy="436145"/>
                </a:xfrm>
                <a:prstGeom prst="rect">
                  <a:avLst/>
                </a:prstGeom>
                <a:blipFill>
                  <a:blip r:embed="rId4"/>
                  <a:stretch>
                    <a:fillRect b="-4167"/>
                  </a:stretch>
                </a:blipFill>
              </p:spPr>
              <p:txBody>
                <a:bodyPr/>
                <a:lstStyle/>
                <a:p>
                  <a:r>
                    <a:rPr lang="zh-CN" altLang="en-US">
                      <a:noFill/>
                    </a:rPr>
                    <a:t> </a:t>
                  </a:r>
                </a:p>
              </p:txBody>
            </p:sp>
          </mc:Fallback>
        </mc:AlternateContent>
      </p:grpSp>
      <p:sp>
        <p:nvSpPr>
          <p:cNvPr id="28" name="矩形 27">
            <a:extLst>
              <a:ext uri="{FF2B5EF4-FFF2-40B4-BE49-F238E27FC236}">
                <a16:creationId xmlns:a16="http://schemas.microsoft.com/office/drawing/2014/main" id="{E2DB405E-40EA-484E-AC5A-507D0E71DF74}"/>
              </a:ext>
            </a:extLst>
          </p:cNvPr>
          <p:cNvSpPr/>
          <p:nvPr/>
        </p:nvSpPr>
        <p:spPr>
          <a:xfrm>
            <a:off x="467544" y="548680"/>
            <a:ext cx="4762842"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二、总效用和边际效用递减规律</a:t>
            </a:r>
          </a:p>
        </p:txBody>
      </p:sp>
      <p:sp>
        <p:nvSpPr>
          <p:cNvPr id="30" name="矩形 29">
            <a:extLst>
              <a:ext uri="{FF2B5EF4-FFF2-40B4-BE49-F238E27FC236}">
                <a16:creationId xmlns:a16="http://schemas.microsoft.com/office/drawing/2014/main" id="{526BB862-DE29-4036-BB13-570C327FC5DC}"/>
              </a:ext>
            </a:extLst>
          </p:cNvPr>
          <p:cNvSpPr/>
          <p:nvPr/>
        </p:nvSpPr>
        <p:spPr>
          <a:xfrm>
            <a:off x="6593747" y="0"/>
            <a:ext cx="2550253" cy="369332"/>
          </a:xfrm>
          <a:prstGeom prst="rect">
            <a:avLst/>
          </a:prstGeom>
        </p:spPr>
        <p:txBody>
          <a:bodyPr wrap="squar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第一节 </a:t>
            </a:r>
            <a:r>
              <a:rPr lang="zh-CN" altLang="en-US" spc="150" dirty="0">
                <a:latin typeface="微软雅黑" panose="020B0503020204020204" pitchFamily="34" charset="-122"/>
                <a:ea typeface="微软雅黑" panose="020B0503020204020204" pitchFamily="34" charset="-122"/>
              </a:rPr>
              <a:t>效用理论概述</a:t>
            </a:r>
            <a:r>
              <a:rPr lang="zh-CN" altLang="en-US" spc="150" dirty="0">
                <a:solidFill>
                  <a:srgbClr val="000000"/>
                </a:solidFill>
                <a:latin typeface="微软雅黑" panose="020B0503020204020204" pitchFamily="34" charset="-122"/>
                <a:ea typeface="微软雅黑" panose="020B0503020204020204" pitchFamily="34" charset="-122"/>
              </a:rPr>
              <a:t> </a:t>
            </a:r>
          </a:p>
        </p:txBody>
      </p:sp>
      <p:grpSp>
        <p:nvGrpSpPr>
          <p:cNvPr id="2" name="组合 1">
            <a:extLst>
              <a:ext uri="{FF2B5EF4-FFF2-40B4-BE49-F238E27FC236}">
                <a16:creationId xmlns:a16="http://schemas.microsoft.com/office/drawing/2014/main" id="{12615943-AA25-4B95-A8DE-2BEBF40029DC}"/>
              </a:ext>
            </a:extLst>
          </p:cNvPr>
          <p:cNvGrpSpPr/>
          <p:nvPr/>
        </p:nvGrpSpPr>
        <p:grpSpPr>
          <a:xfrm>
            <a:off x="467544" y="1393373"/>
            <a:ext cx="3806023" cy="659493"/>
            <a:chOff x="467544" y="1393373"/>
            <a:chExt cx="3806023" cy="659493"/>
          </a:xfrm>
        </p:grpSpPr>
        <p:sp>
          <p:nvSpPr>
            <p:cNvPr id="27" name="MH_Text_1">
              <a:extLst>
                <a:ext uri="{FF2B5EF4-FFF2-40B4-BE49-F238E27FC236}">
                  <a16:creationId xmlns:a16="http://schemas.microsoft.com/office/drawing/2014/main" id="{A0BFEB63-D7CB-4506-B60A-4F334EC7F2F0}"/>
                </a:ext>
              </a:extLst>
            </p:cNvPr>
            <p:cNvSpPr/>
            <p:nvPr>
              <p:custDataLst>
                <p:tags r:id="rId1"/>
              </p:custDataLst>
            </p:nvPr>
          </p:nvSpPr>
          <p:spPr bwMode="auto">
            <a:xfrm>
              <a:off x="467544" y="1393373"/>
              <a:ext cx="3806023" cy="659493"/>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algn="ctr">
                <a:defRPr/>
              </a:pPr>
              <a:r>
                <a:rPr lang="zh-CN" altLang="en-US" sz="2000" spc="150" dirty="0">
                  <a:solidFill>
                    <a:srgbClr val="000000"/>
                  </a:solidFill>
                  <a:latin typeface="微软雅黑" panose="020B0503020204020204" pitchFamily="34" charset="-122"/>
                  <a:ea typeface="微软雅黑" panose="020B0503020204020204" pitchFamily="34" charset="-122"/>
                </a:rPr>
                <a:t>总效用与边际效用的关系</a:t>
              </a:r>
            </a:p>
          </p:txBody>
        </p:sp>
        <p:sp>
          <p:nvSpPr>
            <p:cNvPr id="29" name="MH_Other_2">
              <a:extLst>
                <a:ext uri="{FF2B5EF4-FFF2-40B4-BE49-F238E27FC236}">
                  <a16:creationId xmlns:a16="http://schemas.microsoft.com/office/drawing/2014/main" id="{311D57B6-ABD9-4D5F-9B90-E2D7C77565C8}"/>
                </a:ext>
              </a:extLst>
            </p:cNvPr>
            <p:cNvSpPr/>
            <p:nvPr>
              <p:custDataLst>
                <p:tags r:id="rId2"/>
              </p:custDataLst>
            </p:nvPr>
          </p:nvSpPr>
          <p:spPr bwMode="auto">
            <a:xfrm rot="10800000">
              <a:off x="3926776" y="1512655"/>
              <a:ext cx="189743" cy="162838"/>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Tree>
    <p:extLst>
      <p:ext uri="{BB962C8B-B14F-4D97-AF65-F5344CB8AC3E}">
        <p14:creationId xmlns:p14="http://schemas.microsoft.com/office/powerpoint/2010/main" val="3166230670"/>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3"/>
          <p:cNvSpPr>
            <a:spLocks noGrp="1" noChangeArrowheads="1"/>
          </p:cNvSpPr>
          <p:nvPr>
            <p:ph type="body" idx="4294967295"/>
          </p:nvPr>
        </p:nvSpPr>
        <p:spPr>
          <a:xfrm>
            <a:off x="889646" y="1821879"/>
            <a:ext cx="7291683" cy="4784725"/>
          </a:xfrm>
        </p:spPr>
        <p:txBody>
          <a:bodyPr/>
          <a:lstStyle/>
          <a:p>
            <a:pPr marL="538163" lvl="3" indent="-261938" defTabSz="457200" eaLnBrk="1" hangingPunct="1">
              <a:lnSpc>
                <a:spcPts val="3000"/>
              </a:lnSpc>
              <a:buFont typeface="Wingdings" panose="05000000000000000000" pitchFamily="2" charset="2"/>
              <a:buChar char="Ø"/>
            </a:pPr>
            <a:r>
              <a:rPr lang="zh-CN" altLang="en-US" sz="1800" spc="150" dirty="0">
                <a:latin typeface="微软雅黑" panose="020B0503020204020204" pitchFamily="34" charset="-122"/>
                <a:ea typeface="微软雅黑" panose="020B0503020204020204" pitchFamily="34" charset="-122"/>
              </a:rPr>
              <a:t>在一定时期内，随着消费者不断增加某种商品或服务的消费量，在其他商品或服务消费量不变的条件下，消费者从每增加一单位该商品或服务的消费中所获得的效用增加量是逐渐递减的</a:t>
            </a:r>
          </a:p>
        </p:txBody>
      </p:sp>
      <p:grpSp>
        <p:nvGrpSpPr>
          <p:cNvPr id="10" name="组合 113">
            <a:extLst>
              <a:ext uri="{FF2B5EF4-FFF2-40B4-BE49-F238E27FC236}">
                <a16:creationId xmlns:a16="http://schemas.microsoft.com/office/drawing/2014/main" id="{AB874197-5FCF-42E9-9D46-759F65140991}"/>
              </a:ext>
            </a:extLst>
          </p:cNvPr>
          <p:cNvGrpSpPr>
            <a:grpSpLocks/>
          </p:cNvGrpSpPr>
          <p:nvPr/>
        </p:nvGrpSpPr>
        <p:grpSpPr bwMode="auto">
          <a:xfrm>
            <a:off x="2521892" y="3339118"/>
            <a:ext cx="4546856" cy="2521774"/>
            <a:chOff x="0" y="0"/>
            <a:chExt cx="5069623" cy="2675109"/>
          </a:xfrm>
        </p:grpSpPr>
        <p:grpSp>
          <p:nvGrpSpPr>
            <p:cNvPr id="11" name="组合 112">
              <a:extLst>
                <a:ext uri="{FF2B5EF4-FFF2-40B4-BE49-F238E27FC236}">
                  <a16:creationId xmlns:a16="http://schemas.microsoft.com/office/drawing/2014/main" id="{8606DAD1-4EDF-4F1E-9019-76259D388909}"/>
                </a:ext>
              </a:extLst>
            </p:cNvPr>
            <p:cNvGrpSpPr>
              <a:grpSpLocks/>
            </p:cNvGrpSpPr>
            <p:nvPr/>
          </p:nvGrpSpPr>
          <p:grpSpPr bwMode="auto">
            <a:xfrm>
              <a:off x="0" y="0"/>
              <a:ext cx="5069623" cy="2675109"/>
              <a:chOff x="0" y="0"/>
              <a:chExt cx="5069623" cy="2675109"/>
            </a:xfrm>
          </p:grpSpPr>
          <p:graphicFrame>
            <p:nvGraphicFramePr>
              <p:cNvPr id="14" name="Object 5">
                <a:extLst>
                  <a:ext uri="{FF2B5EF4-FFF2-40B4-BE49-F238E27FC236}">
                    <a16:creationId xmlns:a16="http://schemas.microsoft.com/office/drawing/2014/main" id="{47719440-BFD9-4857-B7B2-7C6DC848F9ED}"/>
                  </a:ext>
                </a:extLst>
              </p:cNvPr>
              <p:cNvGraphicFramePr>
                <a:graphicFrameLocks noChangeAspect="1"/>
              </p:cNvGraphicFramePr>
              <p:nvPr/>
            </p:nvGraphicFramePr>
            <p:xfrm>
              <a:off x="206309" y="2195304"/>
              <a:ext cx="177800" cy="248920"/>
            </p:xfrm>
            <a:graphic>
              <a:graphicData uri="http://schemas.openxmlformats.org/presentationml/2006/ole">
                <mc:AlternateContent xmlns:mc="http://schemas.openxmlformats.org/markup-compatibility/2006">
                  <mc:Choice xmlns:v="urn:schemas-microsoft-com:vml" Requires="v">
                    <p:oleObj spid="_x0000_s80043" r:id="rId5" imgW="127262" imgH="178040" progId="">
                      <p:embed/>
                    </p:oleObj>
                  </mc:Choice>
                  <mc:Fallback>
                    <p:oleObj r:id="rId5" imgW="127262" imgH="178040" progId="">
                      <p:embed/>
                      <p:pic>
                        <p:nvPicPr>
                          <p:cNvPr id="10245"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6309" y="2195304"/>
                            <a:ext cx="177800" cy="2489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5" name="组合 111">
                <a:extLst>
                  <a:ext uri="{FF2B5EF4-FFF2-40B4-BE49-F238E27FC236}">
                    <a16:creationId xmlns:a16="http://schemas.microsoft.com/office/drawing/2014/main" id="{3BE51565-6F00-48B1-83FF-37956912932F}"/>
                  </a:ext>
                </a:extLst>
              </p:cNvPr>
              <p:cNvGrpSpPr>
                <a:grpSpLocks/>
              </p:cNvGrpSpPr>
              <p:nvPr/>
            </p:nvGrpSpPr>
            <p:grpSpPr bwMode="auto">
              <a:xfrm>
                <a:off x="96637" y="11109"/>
                <a:ext cx="4972986" cy="2664000"/>
                <a:chOff x="0" y="0"/>
                <a:chExt cx="4972986" cy="2664000"/>
              </a:xfrm>
            </p:grpSpPr>
            <p:graphicFrame>
              <p:nvGraphicFramePr>
                <p:cNvPr id="31" name="Object 49">
                  <a:extLst>
                    <a:ext uri="{FF2B5EF4-FFF2-40B4-BE49-F238E27FC236}">
                      <a16:creationId xmlns:a16="http://schemas.microsoft.com/office/drawing/2014/main" id="{E6372A9E-0254-4A6E-9ABE-6D65A0856FA5}"/>
                    </a:ext>
                  </a:extLst>
                </p:cNvPr>
                <p:cNvGraphicFramePr>
                  <a:graphicFrameLocks noChangeAspect="1"/>
                </p:cNvGraphicFramePr>
                <p:nvPr>
                  <p:extLst>
                    <p:ext uri="{D42A27DB-BD31-4B8C-83A1-F6EECF244321}">
                      <p14:modId xmlns:p14="http://schemas.microsoft.com/office/powerpoint/2010/main" val="696807702"/>
                    </p:ext>
                  </p:extLst>
                </p:nvPr>
              </p:nvGraphicFramePr>
              <p:xfrm>
                <a:off x="4043917" y="2388993"/>
                <a:ext cx="177800" cy="248920"/>
              </p:xfrm>
              <a:graphic>
                <a:graphicData uri="http://schemas.openxmlformats.org/presentationml/2006/ole">
                  <mc:AlternateContent xmlns:mc="http://schemas.openxmlformats.org/markup-compatibility/2006">
                    <mc:Choice xmlns:v="urn:schemas-microsoft-com:vml" Requires="v">
                      <p:oleObj spid="_x0000_s80044" r:id="rId7" imgW="127262" imgH="178040" progId="">
                        <p:embed/>
                      </p:oleObj>
                    </mc:Choice>
                    <mc:Fallback>
                      <p:oleObj r:id="rId7" imgW="127262" imgH="178040" progId="">
                        <p:embed/>
                        <p:pic>
                          <p:nvPicPr>
                            <p:cNvPr id="10289" name="Object 4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43917" y="2388993"/>
                              <a:ext cx="177800" cy="248920"/>
                            </a:xfrm>
                            <a:prstGeom prst="rect">
                              <a:avLst/>
                            </a:prstGeom>
                            <a:noFill/>
                            <a:ln>
                              <a:noFill/>
                            </a:ln>
                            <a:effectLst/>
                          </p:spPr>
                        </p:pic>
                      </p:oleObj>
                    </mc:Fallback>
                  </mc:AlternateContent>
                </a:graphicData>
              </a:graphic>
            </p:graphicFrame>
            <p:grpSp>
              <p:nvGrpSpPr>
                <p:cNvPr id="17" name="组合 63">
                  <a:extLst>
                    <a:ext uri="{FF2B5EF4-FFF2-40B4-BE49-F238E27FC236}">
                      <a16:creationId xmlns:a16="http://schemas.microsoft.com/office/drawing/2014/main" id="{B362FCB8-6C56-4419-A62F-B08EE07A5706}"/>
                    </a:ext>
                  </a:extLst>
                </p:cNvPr>
                <p:cNvGrpSpPr>
                  <a:grpSpLocks/>
                </p:cNvGrpSpPr>
                <p:nvPr/>
              </p:nvGrpSpPr>
              <p:grpSpPr bwMode="auto">
                <a:xfrm>
                  <a:off x="358098" y="0"/>
                  <a:ext cx="4614888" cy="2664000"/>
                  <a:chOff x="0" y="0"/>
                  <a:chExt cx="4614888" cy="2713846"/>
                </a:xfrm>
              </p:grpSpPr>
              <p:cxnSp>
                <p:nvCxnSpPr>
                  <p:cNvPr id="32" name="直接连接符 21">
                    <a:extLst>
                      <a:ext uri="{FF2B5EF4-FFF2-40B4-BE49-F238E27FC236}">
                        <a16:creationId xmlns:a16="http://schemas.microsoft.com/office/drawing/2014/main" id="{FF228A56-A642-40E3-86EA-F8A0DDC096CA}"/>
                      </a:ext>
                    </a:extLst>
                  </p:cNvPr>
                  <p:cNvCxnSpPr>
                    <a:cxnSpLocks noChangeShapeType="1"/>
                    <a:stCxn id="36" idx="1"/>
                  </p:cNvCxnSpPr>
                  <p:nvPr/>
                </p:nvCxnSpPr>
                <p:spPr bwMode="auto">
                  <a:xfrm rot="16200000" flipH="1">
                    <a:off x="971434" y="39858"/>
                    <a:ext cx="1823420" cy="2730162"/>
                  </a:xfrm>
                  <a:prstGeom prst="line">
                    <a:avLst/>
                  </a:prstGeom>
                  <a:noFill/>
                  <a:ln w="28575" cmpd="sng">
                    <a:solidFill>
                      <a:srgbClr val="F3C97F"/>
                    </a:solidFill>
                    <a:round/>
                    <a:headEnd/>
                    <a:tailEnd/>
                  </a:ln>
                  <a:effectLst>
                    <a:outerShdw dist="23000" dir="5400000" algn="ctr" rotWithShape="0">
                      <a:srgbClr val="000000">
                        <a:alpha val="32999"/>
                      </a:srgbClr>
                    </a:outerShdw>
                  </a:effectLst>
                  <a:extLst>
                    <a:ext uri="{909E8E84-426E-40DD-AFC4-6F175D3DCCD1}">
                      <a14:hiddenFill xmlns:a14="http://schemas.microsoft.com/office/drawing/2010/main">
                        <a:noFill/>
                      </a14:hiddenFill>
                    </a:ext>
                  </a:extLst>
                </p:spPr>
              </p:cxnSp>
              <p:grpSp>
                <p:nvGrpSpPr>
                  <p:cNvPr id="33" name="组合 58">
                    <a:extLst>
                      <a:ext uri="{FF2B5EF4-FFF2-40B4-BE49-F238E27FC236}">
                        <a16:creationId xmlns:a16="http://schemas.microsoft.com/office/drawing/2014/main" id="{A375054B-C854-44A2-B16F-FBF2AD9DBC2B}"/>
                      </a:ext>
                    </a:extLst>
                  </p:cNvPr>
                  <p:cNvGrpSpPr>
                    <a:grpSpLocks/>
                  </p:cNvGrpSpPr>
                  <p:nvPr/>
                </p:nvGrpSpPr>
                <p:grpSpPr bwMode="auto">
                  <a:xfrm>
                    <a:off x="0" y="0"/>
                    <a:ext cx="4614888" cy="2713846"/>
                    <a:chOff x="0" y="0"/>
                    <a:chExt cx="4614888" cy="2713846"/>
                  </a:xfrm>
                </p:grpSpPr>
                <p:grpSp>
                  <p:nvGrpSpPr>
                    <p:cNvPr id="35" name="组合 50">
                      <a:extLst>
                        <a:ext uri="{FF2B5EF4-FFF2-40B4-BE49-F238E27FC236}">
                          <a16:creationId xmlns:a16="http://schemas.microsoft.com/office/drawing/2014/main" id="{B7279AE5-42E1-46C3-9348-5C2CAFC166A3}"/>
                        </a:ext>
                      </a:extLst>
                    </p:cNvPr>
                    <p:cNvGrpSpPr>
                      <a:grpSpLocks/>
                    </p:cNvGrpSpPr>
                    <p:nvPr/>
                  </p:nvGrpSpPr>
                  <p:grpSpPr bwMode="auto">
                    <a:xfrm>
                      <a:off x="0" y="0"/>
                      <a:ext cx="4614888" cy="2713846"/>
                      <a:chOff x="0" y="0"/>
                      <a:chExt cx="4614888" cy="2713846"/>
                    </a:xfrm>
                  </p:grpSpPr>
                  <p:grpSp>
                    <p:nvGrpSpPr>
                      <p:cNvPr id="43" name="组合 34">
                        <a:extLst>
                          <a:ext uri="{FF2B5EF4-FFF2-40B4-BE49-F238E27FC236}">
                            <a16:creationId xmlns:a16="http://schemas.microsoft.com/office/drawing/2014/main" id="{EB3FB2DB-41E6-44B1-A40B-6C04127D2EF7}"/>
                          </a:ext>
                        </a:extLst>
                      </p:cNvPr>
                      <p:cNvGrpSpPr>
                        <a:grpSpLocks/>
                      </p:cNvGrpSpPr>
                      <p:nvPr/>
                    </p:nvGrpSpPr>
                    <p:grpSpPr bwMode="auto">
                      <a:xfrm>
                        <a:off x="0" y="0"/>
                        <a:ext cx="4614888" cy="2713846"/>
                        <a:chOff x="0" y="0"/>
                        <a:chExt cx="4614888" cy="2713846"/>
                      </a:xfrm>
                    </p:grpSpPr>
                    <p:cxnSp>
                      <p:nvCxnSpPr>
                        <p:cNvPr id="51" name="直接箭头连接符 5">
                          <a:extLst>
                            <a:ext uri="{FF2B5EF4-FFF2-40B4-BE49-F238E27FC236}">
                              <a16:creationId xmlns:a16="http://schemas.microsoft.com/office/drawing/2014/main" id="{92917209-8444-4D02-85BE-BEF79968A16B}"/>
                            </a:ext>
                          </a:extLst>
                        </p:cNvPr>
                        <p:cNvCxnSpPr>
                          <a:cxnSpLocks noChangeShapeType="1"/>
                        </p:cNvCxnSpPr>
                        <p:nvPr/>
                      </p:nvCxnSpPr>
                      <p:spPr bwMode="auto">
                        <a:xfrm>
                          <a:off x="34036" y="2351922"/>
                          <a:ext cx="4580852" cy="1533"/>
                        </a:xfrm>
                        <a:prstGeom prst="straightConnector1">
                          <a:avLst/>
                        </a:prstGeom>
                        <a:noFill/>
                        <a:ln w="28575" cmpd="sng">
                          <a:solidFill>
                            <a:srgbClr val="C3C9D7"/>
                          </a:solidFill>
                          <a:round/>
                          <a:headEnd/>
                          <a:tailEnd type="stealth" w="med" len="lg"/>
                        </a:ln>
                        <a:extLst>
                          <a:ext uri="{909E8E84-426E-40DD-AFC4-6F175D3DCCD1}">
                            <a14:hiddenFill xmlns:a14="http://schemas.microsoft.com/office/drawing/2010/main">
                              <a:noFill/>
                            </a14:hiddenFill>
                          </a:ext>
                        </a:extLst>
                      </p:spPr>
                    </p:cxnSp>
                    <p:cxnSp>
                      <p:nvCxnSpPr>
                        <p:cNvPr id="52" name="直接箭头连接符 10">
                          <a:extLst>
                            <a:ext uri="{FF2B5EF4-FFF2-40B4-BE49-F238E27FC236}">
                              <a16:creationId xmlns:a16="http://schemas.microsoft.com/office/drawing/2014/main" id="{2B3AB5DC-0F25-40AB-8C16-182BBBECAF0B}"/>
                            </a:ext>
                          </a:extLst>
                        </p:cNvPr>
                        <p:cNvCxnSpPr>
                          <a:cxnSpLocks noChangeShapeType="1"/>
                        </p:cNvCxnSpPr>
                        <p:nvPr/>
                      </p:nvCxnSpPr>
                      <p:spPr bwMode="auto">
                        <a:xfrm rot="5400000" flipH="1" flipV="1">
                          <a:off x="-1322387" y="1355842"/>
                          <a:ext cx="2714428" cy="1582"/>
                        </a:xfrm>
                        <a:prstGeom prst="straightConnector1">
                          <a:avLst/>
                        </a:prstGeom>
                        <a:noFill/>
                        <a:ln w="28575" cmpd="sng">
                          <a:solidFill>
                            <a:srgbClr val="C3C9D7"/>
                          </a:solidFill>
                          <a:round/>
                          <a:headEnd/>
                          <a:tailEnd type="stealth" w="med" len="lg"/>
                        </a:ln>
                        <a:extLst>
                          <a:ext uri="{909E8E84-426E-40DD-AFC4-6F175D3DCCD1}">
                            <a14:hiddenFill xmlns:a14="http://schemas.microsoft.com/office/drawing/2010/main">
                              <a:noFill/>
                            </a14:hiddenFill>
                          </a:ext>
                        </a:extLst>
                      </p:spPr>
                    </p:cxnSp>
                    <p:cxnSp>
                      <p:nvCxnSpPr>
                        <p:cNvPr id="53" name="直接连接符 13">
                          <a:extLst>
                            <a:ext uri="{FF2B5EF4-FFF2-40B4-BE49-F238E27FC236}">
                              <a16:creationId xmlns:a16="http://schemas.microsoft.com/office/drawing/2014/main" id="{882971E2-4AA6-4097-AD45-E3B883721DA4}"/>
                            </a:ext>
                          </a:extLst>
                        </p:cNvPr>
                        <p:cNvCxnSpPr>
                          <a:cxnSpLocks noChangeShapeType="1"/>
                        </p:cNvCxnSpPr>
                        <p:nvPr/>
                      </p:nvCxnSpPr>
                      <p:spPr bwMode="auto">
                        <a:xfrm rot="5400000">
                          <a:off x="498155" y="2306657"/>
                          <a:ext cx="92014" cy="1582"/>
                        </a:xfrm>
                        <a:prstGeom prst="line">
                          <a:avLst/>
                        </a:prstGeom>
                        <a:noFill/>
                        <a:ln w="28575" cmpd="sng">
                          <a:solidFill>
                            <a:srgbClr val="C3C9D7"/>
                          </a:solidFill>
                          <a:round/>
                          <a:headEnd/>
                          <a:tailEnd/>
                        </a:ln>
                        <a:extLst>
                          <a:ext uri="{909E8E84-426E-40DD-AFC4-6F175D3DCCD1}">
                            <a14:hiddenFill xmlns:a14="http://schemas.microsoft.com/office/drawing/2010/main">
                              <a:noFill/>
                            </a14:hiddenFill>
                          </a:ext>
                        </a:extLst>
                      </p:spPr>
                    </p:cxnSp>
                    <p:cxnSp>
                      <p:nvCxnSpPr>
                        <p:cNvPr id="54" name="直接连接符 15">
                          <a:extLst>
                            <a:ext uri="{FF2B5EF4-FFF2-40B4-BE49-F238E27FC236}">
                              <a16:creationId xmlns:a16="http://schemas.microsoft.com/office/drawing/2014/main" id="{F4CBB88A-324A-434D-A26E-E79EFBC49F72}"/>
                            </a:ext>
                          </a:extLst>
                        </p:cNvPr>
                        <p:cNvCxnSpPr>
                          <a:cxnSpLocks noChangeShapeType="1"/>
                        </p:cNvCxnSpPr>
                        <p:nvPr/>
                      </p:nvCxnSpPr>
                      <p:spPr bwMode="auto">
                        <a:xfrm rot="5400000">
                          <a:off x="1040706" y="2306655"/>
                          <a:ext cx="92014" cy="1581"/>
                        </a:xfrm>
                        <a:prstGeom prst="line">
                          <a:avLst/>
                        </a:prstGeom>
                        <a:noFill/>
                        <a:ln w="28575" cmpd="sng">
                          <a:solidFill>
                            <a:srgbClr val="C3C9D7"/>
                          </a:solidFill>
                          <a:round/>
                          <a:headEnd/>
                          <a:tailEnd/>
                        </a:ln>
                        <a:extLst>
                          <a:ext uri="{909E8E84-426E-40DD-AFC4-6F175D3DCCD1}">
                            <a14:hiddenFill xmlns:a14="http://schemas.microsoft.com/office/drawing/2010/main">
                              <a:noFill/>
                            </a14:hiddenFill>
                          </a:ext>
                        </a:extLst>
                      </p:spPr>
                    </p:cxnSp>
                    <p:cxnSp>
                      <p:nvCxnSpPr>
                        <p:cNvPr id="55" name="直接连接符 16">
                          <a:extLst>
                            <a:ext uri="{FF2B5EF4-FFF2-40B4-BE49-F238E27FC236}">
                              <a16:creationId xmlns:a16="http://schemas.microsoft.com/office/drawing/2014/main" id="{4052829A-DB4A-434C-AC68-2887721E0E6D}"/>
                            </a:ext>
                          </a:extLst>
                        </p:cNvPr>
                        <p:cNvCxnSpPr>
                          <a:cxnSpLocks noChangeShapeType="1"/>
                        </p:cNvCxnSpPr>
                        <p:nvPr/>
                      </p:nvCxnSpPr>
                      <p:spPr bwMode="auto">
                        <a:xfrm rot="16200000" flipV="1">
                          <a:off x="1576933" y="2303590"/>
                          <a:ext cx="92014" cy="1582"/>
                        </a:xfrm>
                        <a:prstGeom prst="line">
                          <a:avLst/>
                        </a:prstGeom>
                        <a:noFill/>
                        <a:ln w="28575" cmpd="sng">
                          <a:solidFill>
                            <a:srgbClr val="C3C9D7"/>
                          </a:solidFill>
                          <a:round/>
                          <a:headEnd/>
                          <a:tailEnd/>
                        </a:ln>
                        <a:extLst>
                          <a:ext uri="{909E8E84-426E-40DD-AFC4-6F175D3DCCD1}">
                            <a14:hiddenFill xmlns:a14="http://schemas.microsoft.com/office/drawing/2010/main">
                              <a:noFill/>
                            </a14:hiddenFill>
                          </a:ext>
                        </a:extLst>
                      </p:spPr>
                    </p:cxnSp>
                    <p:cxnSp>
                      <p:nvCxnSpPr>
                        <p:cNvPr id="56" name="直接连接符 17">
                          <a:extLst>
                            <a:ext uri="{FF2B5EF4-FFF2-40B4-BE49-F238E27FC236}">
                              <a16:creationId xmlns:a16="http://schemas.microsoft.com/office/drawing/2014/main" id="{E3B0C216-F7FD-49FB-9FD8-C84A59905E95}"/>
                            </a:ext>
                          </a:extLst>
                        </p:cNvPr>
                        <p:cNvCxnSpPr>
                          <a:cxnSpLocks noChangeShapeType="1"/>
                        </p:cNvCxnSpPr>
                        <p:nvPr/>
                      </p:nvCxnSpPr>
                      <p:spPr bwMode="auto">
                        <a:xfrm rot="16200000" flipH="1">
                          <a:off x="2101582" y="2316551"/>
                          <a:ext cx="110417" cy="6327"/>
                        </a:xfrm>
                        <a:prstGeom prst="line">
                          <a:avLst/>
                        </a:prstGeom>
                        <a:noFill/>
                        <a:ln w="28575" cmpd="sng">
                          <a:solidFill>
                            <a:srgbClr val="C3C9D7"/>
                          </a:solidFill>
                          <a:round/>
                          <a:headEnd/>
                          <a:tailEnd/>
                        </a:ln>
                        <a:extLst>
                          <a:ext uri="{909E8E84-426E-40DD-AFC4-6F175D3DCCD1}">
                            <a14:hiddenFill xmlns:a14="http://schemas.microsoft.com/office/drawing/2010/main">
                              <a:noFill/>
                            </a14:hiddenFill>
                          </a:ext>
                        </a:extLst>
                      </p:spPr>
                    </p:cxnSp>
                    <p:cxnSp>
                      <p:nvCxnSpPr>
                        <p:cNvPr id="57" name="直接连接符 18">
                          <a:extLst>
                            <a:ext uri="{FF2B5EF4-FFF2-40B4-BE49-F238E27FC236}">
                              <a16:creationId xmlns:a16="http://schemas.microsoft.com/office/drawing/2014/main" id="{88FDCC4A-74A1-4121-897D-430727A04605}"/>
                            </a:ext>
                          </a:extLst>
                        </p:cNvPr>
                        <p:cNvCxnSpPr>
                          <a:cxnSpLocks noChangeShapeType="1"/>
                        </p:cNvCxnSpPr>
                        <p:nvPr/>
                      </p:nvCxnSpPr>
                      <p:spPr bwMode="auto">
                        <a:xfrm rot="5400000">
                          <a:off x="2636226" y="2315115"/>
                          <a:ext cx="110417" cy="0"/>
                        </a:xfrm>
                        <a:prstGeom prst="line">
                          <a:avLst/>
                        </a:prstGeom>
                        <a:noFill/>
                        <a:ln w="28575" cmpd="sng">
                          <a:solidFill>
                            <a:srgbClr val="C3C9D7"/>
                          </a:solidFill>
                          <a:round/>
                          <a:headEnd/>
                          <a:tailEnd/>
                        </a:ln>
                        <a:extLst>
                          <a:ext uri="{909E8E84-426E-40DD-AFC4-6F175D3DCCD1}">
                            <a14:hiddenFill xmlns:a14="http://schemas.microsoft.com/office/drawing/2010/main">
                              <a:noFill/>
                            </a14:hiddenFill>
                          </a:ext>
                        </a:extLst>
                      </p:spPr>
                    </p:cxnSp>
                    <p:cxnSp>
                      <p:nvCxnSpPr>
                        <p:cNvPr id="58" name="直接连接符 19">
                          <a:extLst>
                            <a:ext uri="{FF2B5EF4-FFF2-40B4-BE49-F238E27FC236}">
                              <a16:creationId xmlns:a16="http://schemas.microsoft.com/office/drawing/2014/main" id="{7A30D9F1-FD96-4DB4-B052-6B2C9549BA42}"/>
                            </a:ext>
                          </a:extLst>
                        </p:cNvPr>
                        <p:cNvCxnSpPr>
                          <a:cxnSpLocks noChangeShapeType="1"/>
                        </p:cNvCxnSpPr>
                        <p:nvPr/>
                      </p:nvCxnSpPr>
                      <p:spPr bwMode="auto">
                        <a:xfrm rot="5400000">
                          <a:off x="3175592" y="2315092"/>
                          <a:ext cx="108884" cy="1582"/>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cxnSp>
                    <p:cxnSp>
                      <p:nvCxnSpPr>
                        <p:cNvPr id="59" name="直接连接符 20">
                          <a:extLst>
                            <a:ext uri="{FF2B5EF4-FFF2-40B4-BE49-F238E27FC236}">
                              <a16:creationId xmlns:a16="http://schemas.microsoft.com/office/drawing/2014/main" id="{84060B03-E2CB-4F93-B22B-A71DBE3CCD8F}"/>
                            </a:ext>
                          </a:extLst>
                        </p:cNvPr>
                        <p:cNvCxnSpPr>
                          <a:cxnSpLocks noChangeShapeType="1"/>
                        </p:cNvCxnSpPr>
                        <p:nvPr/>
                      </p:nvCxnSpPr>
                      <p:spPr bwMode="auto">
                        <a:xfrm rot="16200000" flipH="1">
                          <a:off x="3711840" y="2315115"/>
                          <a:ext cx="110417" cy="0"/>
                        </a:xfrm>
                        <a:prstGeom prst="line">
                          <a:avLst/>
                        </a:prstGeom>
                        <a:noFill/>
                        <a:ln w="28575" cmpd="sng">
                          <a:solidFill>
                            <a:srgbClr val="C3C9D7"/>
                          </a:solidFill>
                          <a:round/>
                          <a:headEnd/>
                          <a:tailEnd/>
                        </a:ln>
                        <a:extLst>
                          <a:ext uri="{909E8E84-426E-40DD-AFC4-6F175D3DCCD1}">
                            <a14:hiddenFill xmlns:a14="http://schemas.microsoft.com/office/drawing/2010/main">
                              <a:noFill/>
                            </a14:hiddenFill>
                          </a:ext>
                        </a:extLst>
                      </p:spPr>
                    </p:cxnSp>
                  </p:grpSp>
                  <p:cxnSp>
                    <p:nvCxnSpPr>
                      <p:cNvPr id="44" name="直接连接符 36">
                        <a:extLst>
                          <a:ext uri="{FF2B5EF4-FFF2-40B4-BE49-F238E27FC236}">
                            <a16:creationId xmlns:a16="http://schemas.microsoft.com/office/drawing/2014/main" id="{B4DC9507-9167-4423-B5A1-D2F0D4528871}"/>
                          </a:ext>
                        </a:extLst>
                      </p:cNvPr>
                      <p:cNvCxnSpPr>
                        <a:cxnSpLocks noChangeShapeType="1"/>
                      </p:cNvCxnSpPr>
                      <p:nvPr/>
                    </p:nvCxnSpPr>
                    <p:spPr bwMode="auto">
                      <a:xfrm>
                        <a:off x="34036" y="361342"/>
                        <a:ext cx="90162" cy="1533"/>
                      </a:xfrm>
                      <a:prstGeom prst="line">
                        <a:avLst/>
                      </a:prstGeom>
                      <a:noFill/>
                      <a:ln w="28575" cmpd="sng">
                        <a:solidFill>
                          <a:srgbClr val="C3C9D7"/>
                        </a:solidFill>
                        <a:round/>
                        <a:headEnd/>
                        <a:tailEnd/>
                      </a:ln>
                      <a:extLst>
                        <a:ext uri="{909E8E84-426E-40DD-AFC4-6F175D3DCCD1}">
                          <a14:hiddenFill xmlns:a14="http://schemas.microsoft.com/office/drawing/2010/main">
                            <a:noFill/>
                          </a14:hiddenFill>
                        </a:ext>
                      </a:extLst>
                    </p:spPr>
                  </p:cxnSp>
                  <p:cxnSp>
                    <p:nvCxnSpPr>
                      <p:cNvPr id="45" name="直接连接符 37">
                        <a:extLst>
                          <a:ext uri="{FF2B5EF4-FFF2-40B4-BE49-F238E27FC236}">
                            <a16:creationId xmlns:a16="http://schemas.microsoft.com/office/drawing/2014/main" id="{1B447655-D8A8-442D-B860-3B2914993B38}"/>
                          </a:ext>
                        </a:extLst>
                      </p:cNvPr>
                      <p:cNvCxnSpPr>
                        <a:cxnSpLocks noChangeShapeType="1"/>
                      </p:cNvCxnSpPr>
                      <p:nvPr/>
                    </p:nvCxnSpPr>
                    <p:spPr bwMode="auto">
                      <a:xfrm>
                        <a:off x="34036" y="723266"/>
                        <a:ext cx="90162" cy="1533"/>
                      </a:xfrm>
                      <a:prstGeom prst="line">
                        <a:avLst/>
                      </a:prstGeom>
                      <a:noFill/>
                      <a:ln w="28575" cmpd="sng">
                        <a:solidFill>
                          <a:srgbClr val="C3C9D7"/>
                        </a:solidFill>
                        <a:round/>
                        <a:headEnd/>
                        <a:tailEnd/>
                      </a:ln>
                      <a:extLst>
                        <a:ext uri="{909E8E84-426E-40DD-AFC4-6F175D3DCCD1}">
                          <a14:hiddenFill xmlns:a14="http://schemas.microsoft.com/office/drawing/2010/main">
                            <a:noFill/>
                          </a14:hiddenFill>
                        </a:ext>
                      </a:extLst>
                    </p:spPr>
                  </p:cxnSp>
                  <p:cxnSp>
                    <p:nvCxnSpPr>
                      <p:cNvPr id="46" name="直接连接符 38">
                        <a:extLst>
                          <a:ext uri="{FF2B5EF4-FFF2-40B4-BE49-F238E27FC236}">
                            <a16:creationId xmlns:a16="http://schemas.microsoft.com/office/drawing/2014/main" id="{7D415668-A271-44B8-BD2C-4CB0826CE6B1}"/>
                          </a:ext>
                        </a:extLst>
                      </p:cNvPr>
                      <p:cNvCxnSpPr>
                        <a:cxnSpLocks noChangeShapeType="1"/>
                      </p:cNvCxnSpPr>
                      <p:nvPr/>
                    </p:nvCxnSpPr>
                    <p:spPr bwMode="auto">
                      <a:xfrm>
                        <a:off x="34036" y="1085189"/>
                        <a:ext cx="90162" cy="1533"/>
                      </a:xfrm>
                      <a:prstGeom prst="line">
                        <a:avLst/>
                      </a:prstGeom>
                      <a:noFill/>
                      <a:ln w="28575" cmpd="sng">
                        <a:solidFill>
                          <a:srgbClr val="C3C9D7"/>
                        </a:solidFill>
                        <a:round/>
                        <a:headEnd/>
                        <a:tailEnd/>
                      </a:ln>
                      <a:extLst>
                        <a:ext uri="{909E8E84-426E-40DD-AFC4-6F175D3DCCD1}">
                          <a14:hiddenFill xmlns:a14="http://schemas.microsoft.com/office/drawing/2010/main">
                            <a:noFill/>
                          </a14:hiddenFill>
                        </a:ext>
                      </a:extLst>
                    </p:spPr>
                  </p:cxnSp>
                  <p:cxnSp>
                    <p:nvCxnSpPr>
                      <p:cNvPr id="47" name="直接连接符 39">
                        <a:extLst>
                          <a:ext uri="{FF2B5EF4-FFF2-40B4-BE49-F238E27FC236}">
                            <a16:creationId xmlns:a16="http://schemas.microsoft.com/office/drawing/2014/main" id="{28261B5A-CAAC-4135-88C4-CAF5FC39C14C}"/>
                          </a:ext>
                        </a:extLst>
                      </p:cNvPr>
                      <p:cNvCxnSpPr>
                        <a:cxnSpLocks noChangeShapeType="1"/>
                      </p:cNvCxnSpPr>
                      <p:nvPr/>
                    </p:nvCxnSpPr>
                    <p:spPr bwMode="auto">
                      <a:xfrm>
                        <a:off x="34036" y="1447113"/>
                        <a:ext cx="90162" cy="1533"/>
                      </a:xfrm>
                      <a:prstGeom prst="line">
                        <a:avLst/>
                      </a:prstGeom>
                      <a:noFill/>
                      <a:ln w="28575" cmpd="sng">
                        <a:solidFill>
                          <a:srgbClr val="C3C9D7"/>
                        </a:solidFill>
                        <a:round/>
                        <a:headEnd/>
                        <a:tailEnd/>
                      </a:ln>
                      <a:extLst>
                        <a:ext uri="{909E8E84-426E-40DD-AFC4-6F175D3DCCD1}">
                          <a14:hiddenFill xmlns:a14="http://schemas.microsoft.com/office/drawing/2010/main">
                            <a:noFill/>
                          </a14:hiddenFill>
                        </a:ext>
                      </a:extLst>
                    </p:spPr>
                  </p:cxnSp>
                  <p:cxnSp>
                    <p:nvCxnSpPr>
                      <p:cNvPr id="48" name="直接连接符 40">
                        <a:extLst>
                          <a:ext uri="{FF2B5EF4-FFF2-40B4-BE49-F238E27FC236}">
                            <a16:creationId xmlns:a16="http://schemas.microsoft.com/office/drawing/2014/main" id="{BA448EDE-68C7-4B47-9FDA-BA1283DF4FC1}"/>
                          </a:ext>
                        </a:extLst>
                      </p:cNvPr>
                      <p:cNvCxnSpPr>
                        <a:cxnSpLocks noChangeShapeType="1"/>
                      </p:cNvCxnSpPr>
                      <p:nvPr/>
                    </p:nvCxnSpPr>
                    <p:spPr bwMode="auto">
                      <a:xfrm>
                        <a:off x="34036" y="1809037"/>
                        <a:ext cx="90162" cy="1533"/>
                      </a:xfrm>
                      <a:prstGeom prst="line">
                        <a:avLst/>
                      </a:prstGeom>
                      <a:noFill/>
                      <a:ln w="28575" cmpd="sng">
                        <a:solidFill>
                          <a:srgbClr val="C3C9D7"/>
                        </a:solidFill>
                        <a:round/>
                        <a:headEnd/>
                        <a:tailEnd/>
                      </a:ln>
                      <a:extLst>
                        <a:ext uri="{909E8E84-426E-40DD-AFC4-6F175D3DCCD1}">
                          <a14:hiddenFill xmlns:a14="http://schemas.microsoft.com/office/drawing/2010/main">
                            <a:noFill/>
                          </a14:hiddenFill>
                        </a:ext>
                      </a:extLst>
                    </p:spPr>
                  </p:cxnSp>
                  <p:cxnSp>
                    <p:nvCxnSpPr>
                      <p:cNvPr id="49" name="直接连接符 41">
                        <a:extLst>
                          <a:ext uri="{FF2B5EF4-FFF2-40B4-BE49-F238E27FC236}">
                            <a16:creationId xmlns:a16="http://schemas.microsoft.com/office/drawing/2014/main" id="{8277DB77-74D9-4238-8FC6-825062B65EDB}"/>
                          </a:ext>
                        </a:extLst>
                      </p:cNvPr>
                      <p:cNvCxnSpPr>
                        <a:cxnSpLocks noChangeShapeType="1"/>
                      </p:cNvCxnSpPr>
                      <p:nvPr/>
                    </p:nvCxnSpPr>
                    <p:spPr bwMode="auto">
                      <a:xfrm>
                        <a:off x="34036" y="2170960"/>
                        <a:ext cx="90162" cy="1533"/>
                      </a:xfrm>
                      <a:prstGeom prst="line">
                        <a:avLst/>
                      </a:prstGeom>
                      <a:noFill/>
                      <a:ln w="28575" cmpd="sng">
                        <a:solidFill>
                          <a:srgbClr val="C3C9D7"/>
                        </a:solidFill>
                        <a:round/>
                        <a:headEnd/>
                        <a:tailEnd/>
                      </a:ln>
                      <a:extLst>
                        <a:ext uri="{909E8E84-426E-40DD-AFC4-6F175D3DCCD1}">
                          <a14:hiddenFill xmlns:a14="http://schemas.microsoft.com/office/drawing/2010/main">
                            <a:noFill/>
                          </a14:hiddenFill>
                        </a:ext>
                      </a:extLst>
                    </p:spPr>
                  </p:cxnSp>
                  <p:cxnSp>
                    <p:nvCxnSpPr>
                      <p:cNvPr id="50" name="直接连接符 42">
                        <a:extLst>
                          <a:ext uri="{FF2B5EF4-FFF2-40B4-BE49-F238E27FC236}">
                            <a16:creationId xmlns:a16="http://schemas.microsoft.com/office/drawing/2014/main" id="{631F93B3-EB1E-4AF0-9CBF-9DE324E42EC5}"/>
                          </a:ext>
                        </a:extLst>
                      </p:cNvPr>
                      <p:cNvCxnSpPr>
                        <a:cxnSpLocks noChangeShapeType="1"/>
                      </p:cNvCxnSpPr>
                      <p:nvPr/>
                    </p:nvCxnSpPr>
                    <p:spPr bwMode="auto">
                      <a:xfrm>
                        <a:off x="34036" y="2532884"/>
                        <a:ext cx="90162" cy="1533"/>
                      </a:xfrm>
                      <a:prstGeom prst="line">
                        <a:avLst/>
                      </a:prstGeom>
                      <a:noFill/>
                      <a:ln w="28575" cmpd="sng">
                        <a:solidFill>
                          <a:srgbClr val="C3C9D7"/>
                        </a:solidFill>
                        <a:round/>
                        <a:headEnd/>
                        <a:tailEnd/>
                      </a:ln>
                      <a:extLst>
                        <a:ext uri="{909E8E84-426E-40DD-AFC4-6F175D3DCCD1}">
                          <a14:hiddenFill xmlns:a14="http://schemas.microsoft.com/office/drawing/2010/main">
                            <a:noFill/>
                          </a14:hiddenFill>
                        </a:ext>
                      </a:extLst>
                    </p:spPr>
                  </p:cxnSp>
                </p:grpSp>
                <p:sp>
                  <p:nvSpPr>
                    <p:cNvPr id="36" name="椭圆 51">
                      <a:extLst>
                        <a:ext uri="{FF2B5EF4-FFF2-40B4-BE49-F238E27FC236}">
                          <a16:creationId xmlns:a16="http://schemas.microsoft.com/office/drawing/2014/main" id="{5920621B-8B10-4BBD-9261-E3E2362E5178}"/>
                        </a:ext>
                      </a:extLst>
                    </p:cNvPr>
                    <p:cNvSpPr>
                      <a:spLocks noChangeArrowheads="1"/>
                    </p:cNvSpPr>
                    <p:nvPr/>
                  </p:nvSpPr>
                  <p:spPr bwMode="auto">
                    <a:xfrm>
                      <a:off x="502245" y="476360"/>
                      <a:ext cx="107561" cy="110417"/>
                    </a:xfrm>
                    <a:prstGeom prst="ellipse">
                      <a:avLst/>
                    </a:prstGeom>
                    <a:solidFill>
                      <a:srgbClr val="BB1528"/>
                    </a:solidFill>
                    <a:ln w="25400" cmpd="sng">
                      <a:noFill/>
                      <a:round/>
                      <a:headEnd/>
                      <a:tailEnd/>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400">
                        <a:solidFill>
                          <a:srgbClr val="FFFFFF"/>
                        </a:solidFill>
                        <a:latin typeface="微软雅黑" panose="020B0503020204020204" pitchFamily="34" charset="-122"/>
                        <a:ea typeface="微软雅黑" panose="020B0503020204020204" pitchFamily="34" charset="-122"/>
                      </a:endParaRPr>
                    </a:p>
                  </p:txBody>
                </p:sp>
                <p:sp>
                  <p:nvSpPr>
                    <p:cNvPr id="37" name="椭圆 52">
                      <a:extLst>
                        <a:ext uri="{FF2B5EF4-FFF2-40B4-BE49-F238E27FC236}">
                          <a16:creationId xmlns:a16="http://schemas.microsoft.com/office/drawing/2014/main" id="{B5393020-5511-41BF-B5DE-8EF80E919547}"/>
                        </a:ext>
                      </a:extLst>
                    </p:cNvPr>
                    <p:cNvSpPr>
                      <a:spLocks noChangeArrowheads="1"/>
                    </p:cNvSpPr>
                    <p:nvPr/>
                  </p:nvSpPr>
                  <p:spPr bwMode="auto">
                    <a:xfrm>
                      <a:off x="1030561" y="821415"/>
                      <a:ext cx="107561" cy="108883"/>
                    </a:xfrm>
                    <a:prstGeom prst="ellipse">
                      <a:avLst/>
                    </a:prstGeom>
                    <a:solidFill>
                      <a:srgbClr val="BB1528"/>
                    </a:solidFill>
                    <a:ln w="25400" cmpd="sng">
                      <a:noFill/>
                      <a:round/>
                      <a:headEnd/>
                      <a:tailEnd/>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400">
                        <a:solidFill>
                          <a:srgbClr val="FFFFFF"/>
                        </a:solidFill>
                        <a:latin typeface="微软雅黑" panose="020B0503020204020204" pitchFamily="34" charset="-122"/>
                        <a:ea typeface="微软雅黑" panose="020B0503020204020204" pitchFamily="34" charset="-122"/>
                      </a:endParaRPr>
                    </a:p>
                  </p:txBody>
                </p:sp>
                <p:sp>
                  <p:nvSpPr>
                    <p:cNvPr id="38" name="椭圆 53">
                      <a:extLst>
                        <a:ext uri="{FF2B5EF4-FFF2-40B4-BE49-F238E27FC236}">
                          <a16:creationId xmlns:a16="http://schemas.microsoft.com/office/drawing/2014/main" id="{B0C659A4-F90C-4AB4-A753-0D94DE9B898B}"/>
                        </a:ext>
                      </a:extLst>
                    </p:cNvPr>
                    <p:cNvSpPr>
                      <a:spLocks noChangeArrowheads="1"/>
                    </p:cNvSpPr>
                    <p:nvPr/>
                  </p:nvSpPr>
                  <p:spPr bwMode="auto">
                    <a:xfrm>
                      <a:off x="1585769" y="1209409"/>
                      <a:ext cx="109143" cy="110417"/>
                    </a:xfrm>
                    <a:prstGeom prst="ellipse">
                      <a:avLst/>
                    </a:prstGeom>
                    <a:solidFill>
                      <a:srgbClr val="BB1528"/>
                    </a:solidFill>
                    <a:ln w="25400" cmpd="sng">
                      <a:noFill/>
                      <a:round/>
                      <a:headEnd/>
                      <a:tailEnd/>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400">
                        <a:solidFill>
                          <a:srgbClr val="FFFFFF"/>
                        </a:solidFill>
                        <a:latin typeface="微软雅黑" panose="020B0503020204020204" pitchFamily="34" charset="-122"/>
                        <a:ea typeface="微软雅黑" panose="020B0503020204020204" pitchFamily="34" charset="-122"/>
                      </a:endParaRPr>
                    </a:p>
                  </p:txBody>
                </p:sp>
                <p:sp>
                  <p:nvSpPr>
                    <p:cNvPr id="40" name="椭圆 55">
                      <a:extLst>
                        <a:ext uri="{FF2B5EF4-FFF2-40B4-BE49-F238E27FC236}">
                          <a16:creationId xmlns:a16="http://schemas.microsoft.com/office/drawing/2014/main" id="{8C3F0B9A-56F9-4E78-B6E3-5A95958BF8A9}"/>
                        </a:ext>
                      </a:extLst>
                    </p:cNvPr>
                    <p:cNvSpPr>
                      <a:spLocks noChangeArrowheads="1"/>
                    </p:cNvSpPr>
                    <p:nvPr/>
                  </p:nvSpPr>
                  <p:spPr bwMode="auto">
                    <a:xfrm>
                      <a:off x="3177045" y="2273710"/>
                      <a:ext cx="107561" cy="107350"/>
                    </a:xfrm>
                    <a:prstGeom prst="ellipse">
                      <a:avLst/>
                    </a:prstGeom>
                    <a:solidFill>
                      <a:srgbClr val="BB1528"/>
                    </a:solidFill>
                    <a:ln w="25400" cmpd="sng">
                      <a:noFill/>
                      <a:round/>
                      <a:headEnd/>
                      <a:tailEnd/>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400">
                        <a:solidFill>
                          <a:srgbClr val="FFFFFF"/>
                        </a:solidFill>
                        <a:latin typeface="微软雅黑" panose="020B0503020204020204" pitchFamily="34" charset="-122"/>
                        <a:ea typeface="微软雅黑" panose="020B0503020204020204" pitchFamily="34" charset="-122"/>
                      </a:endParaRPr>
                    </a:p>
                  </p:txBody>
                </p:sp>
                <p:sp>
                  <p:nvSpPr>
                    <p:cNvPr id="41" name="椭圆 56">
                      <a:extLst>
                        <a:ext uri="{FF2B5EF4-FFF2-40B4-BE49-F238E27FC236}">
                          <a16:creationId xmlns:a16="http://schemas.microsoft.com/office/drawing/2014/main" id="{914645D7-5C99-40F6-965F-5B2311D280F6}"/>
                        </a:ext>
                      </a:extLst>
                    </p:cNvPr>
                    <p:cNvSpPr>
                      <a:spLocks noChangeArrowheads="1"/>
                    </p:cNvSpPr>
                    <p:nvPr/>
                  </p:nvSpPr>
                  <p:spPr bwMode="auto">
                    <a:xfrm>
                      <a:off x="2637656" y="1907186"/>
                      <a:ext cx="107561" cy="110417"/>
                    </a:xfrm>
                    <a:prstGeom prst="ellipse">
                      <a:avLst/>
                    </a:prstGeom>
                    <a:solidFill>
                      <a:srgbClr val="BB1528"/>
                    </a:solidFill>
                    <a:ln w="25400" cmpd="sng">
                      <a:noFill/>
                      <a:round/>
                      <a:headEnd/>
                      <a:tailEnd/>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400">
                        <a:solidFill>
                          <a:srgbClr val="FFFFFF"/>
                        </a:solidFill>
                        <a:latin typeface="微软雅黑" panose="020B0503020204020204" pitchFamily="34" charset="-122"/>
                        <a:ea typeface="微软雅黑" panose="020B0503020204020204" pitchFamily="34" charset="-122"/>
                      </a:endParaRPr>
                    </a:p>
                  </p:txBody>
                </p:sp>
                <p:sp>
                  <p:nvSpPr>
                    <p:cNvPr id="42" name="椭圆 57">
                      <a:extLst>
                        <a:ext uri="{FF2B5EF4-FFF2-40B4-BE49-F238E27FC236}">
                          <a16:creationId xmlns:a16="http://schemas.microsoft.com/office/drawing/2014/main" id="{AA8D01CC-7142-4494-86E1-D1CC0BB657FD}"/>
                        </a:ext>
                      </a:extLst>
                    </p:cNvPr>
                    <p:cNvSpPr>
                      <a:spLocks noChangeArrowheads="1"/>
                    </p:cNvSpPr>
                    <p:nvPr/>
                  </p:nvSpPr>
                  <p:spPr bwMode="auto">
                    <a:xfrm>
                      <a:off x="2096685" y="1546795"/>
                      <a:ext cx="109144" cy="110417"/>
                    </a:xfrm>
                    <a:prstGeom prst="ellipse">
                      <a:avLst/>
                    </a:prstGeom>
                    <a:solidFill>
                      <a:srgbClr val="BB1528"/>
                    </a:solidFill>
                    <a:ln w="25400" cmpd="sng">
                      <a:noFill/>
                      <a:round/>
                      <a:headEnd/>
                      <a:tailEnd/>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400">
                        <a:solidFill>
                          <a:srgbClr val="FFFFFF"/>
                        </a:solidFill>
                        <a:latin typeface="微软雅黑" panose="020B0503020204020204" pitchFamily="34" charset="-122"/>
                        <a:ea typeface="微软雅黑" panose="020B0503020204020204" pitchFamily="34" charset="-122"/>
                      </a:endParaRPr>
                    </a:p>
                  </p:txBody>
                </p:sp>
                <p:sp>
                  <p:nvSpPr>
                    <p:cNvPr id="39" name="椭圆 54">
                      <a:extLst>
                        <a:ext uri="{FF2B5EF4-FFF2-40B4-BE49-F238E27FC236}">
                          <a16:creationId xmlns:a16="http://schemas.microsoft.com/office/drawing/2014/main" id="{93975AE3-D727-4D3A-A14A-36988580056A}"/>
                        </a:ext>
                      </a:extLst>
                    </p:cNvPr>
                    <p:cNvSpPr>
                      <a:spLocks noChangeArrowheads="1"/>
                    </p:cNvSpPr>
                    <p:nvPr/>
                  </p:nvSpPr>
                  <p:spPr bwMode="auto">
                    <a:xfrm>
                      <a:off x="3716434" y="2500679"/>
                      <a:ext cx="109144" cy="108884"/>
                    </a:xfrm>
                    <a:prstGeom prst="ellipse">
                      <a:avLst/>
                    </a:prstGeom>
                    <a:solidFill>
                      <a:srgbClr val="BB1528"/>
                    </a:solidFill>
                    <a:ln w="25400" cmpd="sng">
                      <a:noFill/>
                      <a:round/>
                      <a:headEnd/>
                      <a:tailEnd/>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400">
                        <a:solidFill>
                          <a:srgbClr val="FFFFFF"/>
                        </a:solidFill>
                        <a:latin typeface="微软雅黑" panose="020B0503020204020204" pitchFamily="34" charset="-122"/>
                        <a:ea typeface="微软雅黑" panose="020B0503020204020204" pitchFamily="34" charset="-122"/>
                      </a:endParaRPr>
                    </a:p>
                  </p:txBody>
                </p:sp>
              </p:grpSp>
              <p:cxnSp>
                <p:nvCxnSpPr>
                  <p:cNvPr id="34" name="直接连接符 62">
                    <a:extLst>
                      <a:ext uri="{FF2B5EF4-FFF2-40B4-BE49-F238E27FC236}">
                        <a16:creationId xmlns:a16="http://schemas.microsoft.com/office/drawing/2014/main" id="{7CF885B4-CB69-4DC0-A56F-31F0F5D1A8C3}"/>
                      </a:ext>
                    </a:extLst>
                  </p:cNvPr>
                  <p:cNvCxnSpPr>
                    <a:cxnSpLocks noChangeShapeType="1"/>
                    <a:stCxn id="40" idx="5"/>
                  </p:cNvCxnSpPr>
                  <p:nvPr/>
                </p:nvCxnSpPr>
                <p:spPr bwMode="auto">
                  <a:xfrm rot="16200000" flipH="1">
                    <a:off x="3425759" y="2208750"/>
                    <a:ext cx="174828" cy="488771"/>
                  </a:xfrm>
                  <a:prstGeom prst="line">
                    <a:avLst/>
                  </a:prstGeom>
                  <a:noFill/>
                  <a:ln w="28575" cmpd="sng">
                    <a:solidFill>
                      <a:srgbClr val="F3C97F"/>
                    </a:solidFill>
                    <a:round/>
                    <a:headEnd/>
                    <a:tailEnd/>
                  </a:ln>
                  <a:effectLst>
                    <a:outerShdw dist="23000" dir="5400000" algn="ctr" rotWithShape="0">
                      <a:srgbClr val="000000">
                        <a:alpha val="32999"/>
                      </a:srgbClr>
                    </a:outerShdw>
                  </a:effectLst>
                  <a:extLst>
                    <a:ext uri="{909E8E84-426E-40DD-AFC4-6F175D3DCCD1}">
                      <a14:hiddenFill xmlns:a14="http://schemas.microsoft.com/office/drawing/2010/main">
                        <a:noFill/>
                      </a14:hiddenFill>
                    </a:ext>
                  </a:extLst>
                </p:spPr>
              </p:cxnSp>
            </p:grpSp>
            <p:graphicFrame>
              <p:nvGraphicFramePr>
                <p:cNvPr id="18" name="Object 36">
                  <a:extLst>
                    <a:ext uri="{FF2B5EF4-FFF2-40B4-BE49-F238E27FC236}">
                      <a16:creationId xmlns:a16="http://schemas.microsoft.com/office/drawing/2014/main" id="{6219DAEC-E56F-42E5-AC6F-2305C051C61A}"/>
                    </a:ext>
                  </a:extLst>
                </p:cNvPr>
                <p:cNvGraphicFramePr>
                  <a:graphicFrameLocks noChangeAspect="1"/>
                </p:cNvGraphicFramePr>
                <p:nvPr/>
              </p:nvGraphicFramePr>
              <p:xfrm>
                <a:off x="69040" y="251331"/>
                <a:ext cx="230188" cy="231775"/>
              </p:xfrm>
              <a:graphic>
                <a:graphicData uri="http://schemas.openxmlformats.org/presentationml/2006/ole">
                  <mc:AlternateContent xmlns:mc="http://schemas.openxmlformats.org/markup-compatibility/2006">
                    <mc:Choice xmlns:v="urn:schemas-microsoft-com:vml" Requires="v">
                      <p:oleObj spid="_x0000_s80045" r:id="rId9" imgW="165489" imgH="165489" progId="">
                        <p:embed/>
                      </p:oleObj>
                    </mc:Choice>
                    <mc:Fallback>
                      <p:oleObj r:id="rId9" imgW="165489" imgH="165489" progId="">
                        <p:embed/>
                        <p:pic>
                          <p:nvPicPr>
                            <p:cNvPr id="10276" name="Object 3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9040" y="251331"/>
                              <a:ext cx="230188" cy="23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 name="Object 37">
                  <a:extLst>
                    <a:ext uri="{FF2B5EF4-FFF2-40B4-BE49-F238E27FC236}">
                      <a16:creationId xmlns:a16="http://schemas.microsoft.com/office/drawing/2014/main" id="{A4EC5EAA-BDAF-48DF-B688-DD99B9C23693}"/>
                    </a:ext>
                  </a:extLst>
                </p:cNvPr>
                <p:cNvGraphicFramePr>
                  <a:graphicFrameLocks noChangeAspect="1"/>
                </p:cNvGraphicFramePr>
                <p:nvPr/>
              </p:nvGraphicFramePr>
              <p:xfrm>
                <a:off x="122340" y="1624959"/>
                <a:ext cx="160020" cy="248920"/>
              </p:xfrm>
              <a:graphic>
                <a:graphicData uri="http://schemas.openxmlformats.org/presentationml/2006/ole">
                  <mc:AlternateContent xmlns:mc="http://schemas.openxmlformats.org/markup-compatibility/2006">
                    <mc:Choice xmlns:v="urn:schemas-microsoft-com:vml" Requires="v">
                      <p:oleObj spid="_x0000_s80046" r:id="rId11" imgW="114617" imgH="178117" progId="">
                        <p:embed/>
                      </p:oleObj>
                    </mc:Choice>
                    <mc:Fallback>
                      <p:oleObj r:id="rId11" imgW="114617" imgH="178117" progId="">
                        <p:embed/>
                        <p:pic>
                          <p:nvPicPr>
                            <p:cNvPr id="10277" name="Object 3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22340" y="1624959"/>
                              <a:ext cx="160020" cy="2489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 name="Object 38">
                  <a:extLst>
                    <a:ext uri="{FF2B5EF4-FFF2-40B4-BE49-F238E27FC236}">
                      <a16:creationId xmlns:a16="http://schemas.microsoft.com/office/drawing/2014/main" id="{54DBB12C-CAA2-474D-B906-A1C8CD132D77}"/>
                    </a:ext>
                  </a:extLst>
                </p:cNvPr>
                <p:cNvGraphicFramePr>
                  <a:graphicFrameLocks noChangeAspect="1"/>
                </p:cNvGraphicFramePr>
                <p:nvPr/>
              </p:nvGraphicFramePr>
              <p:xfrm>
                <a:off x="106031" y="1317731"/>
                <a:ext cx="160020" cy="248920"/>
              </p:xfrm>
              <a:graphic>
                <a:graphicData uri="http://schemas.openxmlformats.org/presentationml/2006/ole">
                  <mc:AlternateContent xmlns:mc="http://schemas.openxmlformats.org/markup-compatibility/2006">
                    <mc:Choice xmlns:v="urn:schemas-microsoft-com:vml" Requires="v">
                      <p:oleObj spid="_x0000_s80047" r:id="rId13" imgW="114617" imgH="178117" progId="">
                        <p:embed/>
                      </p:oleObj>
                    </mc:Choice>
                    <mc:Fallback>
                      <p:oleObj r:id="rId13" imgW="114617" imgH="178117" progId="">
                        <p:embed/>
                        <p:pic>
                          <p:nvPicPr>
                            <p:cNvPr id="10278" name="Object 3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6031" y="1317731"/>
                              <a:ext cx="160020" cy="2489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 name="Object 39">
                  <a:extLst>
                    <a:ext uri="{FF2B5EF4-FFF2-40B4-BE49-F238E27FC236}">
                      <a16:creationId xmlns:a16="http://schemas.microsoft.com/office/drawing/2014/main" id="{1FDA7574-5018-4921-A2CD-6A6C06621408}"/>
                    </a:ext>
                  </a:extLst>
                </p:cNvPr>
                <p:cNvGraphicFramePr>
                  <a:graphicFrameLocks noChangeAspect="1"/>
                </p:cNvGraphicFramePr>
                <p:nvPr/>
              </p:nvGraphicFramePr>
              <p:xfrm>
                <a:off x="123250" y="925478"/>
                <a:ext cx="177800" cy="248920"/>
              </p:xfrm>
              <a:graphic>
                <a:graphicData uri="http://schemas.openxmlformats.org/presentationml/2006/ole">
                  <mc:AlternateContent xmlns:mc="http://schemas.openxmlformats.org/markup-compatibility/2006">
                    <mc:Choice xmlns:v="urn:schemas-microsoft-com:vml" Requires="v">
                      <p:oleObj spid="_x0000_s80048" r:id="rId15" imgW="127262" imgH="178040" progId="">
                        <p:embed/>
                      </p:oleObj>
                    </mc:Choice>
                    <mc:Fallback>
                      <p:oleObj r:id="rId15" imgW="127262" imgH="178040" progId="">
                        <p:embed/>
                        <p:pic>
                          <p:nvPicPr>
                            <p:cNvPr id="10279" name="Object 3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23250" y="925478"/>
                              <a:ext cx="177800" cy="2489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 name="Object 40">
                  <a:extLst>
                    <a:ext uri="{FF2B5EF4-FFF2-40B4-BE49-F238E27FC236}">
                      <a16:creationId xmlns:a16="http://schemas.microsoft.com/office/drawing/2014/main" id="{5FDAEF96-0FE3-46CC-AC0D-5505CECCD972}"/>
                    </a:ext>
                  </a:extLst>
                </p:cNvPr>
                <p:cNvGraphicFramePr>
                  <a:graphicFrameLocks noChangeAspect="1"/>
                </p:cNvGraphicFramePr>
                <p:nvPr/>
              </p:nvGraphicFramePr>
              <p:xfrm>
                <a:off x="146763" y="614193"/>
                <a:ext cx="160020" cy="248920"/>
              </p:xfrm>
              <a:graphic>
                <a:graphicData uri="http://schemas.openxmlformats.org/presentationml/2006/ole">
                  <mc:AlternateContent xmlns:mc="http://schemas.openxmlformats.org/markup-compatibility/2006">
                    <mc:Choice xmlns:v="urn:schemas-microsoft-com:vml" Requires="v">
                      <p:oleObj spid="_x0000_s80049" r:id="rId17" imgW="114617" imgH="178117" progId="">
                        <p:embed/>
                      </p:oleObj>
                    </mc:Choice>
                    <mc:Fallback>
                      <p:oleObj r:id="rId17" imgW="114617" imgH="178117" progId="">
                        <p:embed/>
                        <p:pic>
                          <p:nvPicPr>
                            <p:cNvPr id="10280" name="Object 4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46763" y="614193"/>
                              <a:ext cx="160020" cy="2489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 name="Object 41">
                  <a:extLst>
                    <a:ext uri="{FF2B5EF4-FFF2-40B4-BE49-F238E27FC236}">
                      <a16:creationId xmlns:a16="http://schemas.microsoft.com/office/drawing/2014/main" id="{FCB64F88-3C57-4F27-B05F-1FD6CF792033}"/>
                    </a:ext>
                  </a:extLst>
                </p:cNvPr>
                <p:cNvGraphicFramePr>
                  <a:graphicFrameLocks noChangeAspect="1"/>
                </p:cNvGraphicFramePr>
                <p:nvPr/>
              </p:nvGraphicFramePr>
              <p:xfrm>
                <a:off x="0" y="2383715"/>
                <a:ext cx="265113" cy="231775"/>
              </p:xfrm>
              <a:graphic>
                <a:graphicData uri="http://schemas.openxmlformats.org/presentationml/2006/ole">
                  <mc:AlternateContent xmlns:mc="http://schemas.openxmlformats.org/markup-compatibility/2006">
                    <mc:Choice xmlns:v="urn:schemas-microsoft-com:vml" Requires="v">
                      <p:oleObj spid="_x0000_s80050" r:id="rId19" imgW="190900" imgH="165489" progId="">
                        <p:embed/>
                      </p:oleObj>
                    </mc:Choice>
                    <mc:Fallback>
                      <p:oleObj r:id="rId19" imgW="190900" imgH="165489" progId="">
                        <p:embed/>
                        <p:pic>
                          <p:nvPicPr>
                            <p:cNvPr id="10281" name="Object 4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0" y="2383715"/>
                              <a:ext cx="265113" cy="23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 name="Object 42">
                  <a:extLst>
                    <a:ext uri="{FF2B5EF4-FFF2-40B4-BE49-F238E27FC236}">
                      <a16:creationId xmlns:a16="http://schemas.microsoft.com/office/drawing/2014/main" id="{097FAA0E-19BE-4A12-8289-3829CB99E86A}"/>
                    </a:ext>
                  </a:extLst>
                </p:cNvPr>
                <p:cNvGraphicFramePr>
                  <a:graphicFrameLocks noChangeAspect="1"/>
                </p:cNvGraphicFramePr>
                <p:nvPr/>
              </p:nvGraphicFramePr>
              <p:xfrm>
                <a:off x="152640" y="1956610"/>
                <a:ext cx="124460" cy="231140"/>
              </p:xfrm>
              <a:graphic>
                <a:graphicData uri="http://schemas.openxmlformats.org/presentationml/2006/ole">
                  <mc:AlternateContent xmlns:mc="http://schemas.openxmlformats.org/markup-compatibility/2006">
                    <mc:Choice xmlns:v="urn:schemas-microsoft-com:vml" Requires="v">
                      <p:oleObj spid="_x0000_s80051" r:id="rId21" imgW="89024" imgH="165059" progId="">
                        <p:embed/>
                      </p:oleObj>
                    </mc:Choice>
                    <mc:Fallback>
                      <p:oleObj r:id="rId21" imgW="89024" imgH="165059" progId="">
                        <p:embed/>
                        <p:pic>
                          <p:nvPicPr>
                            <p:cNvPr id="10282" name="Object 4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52640" y="1956610"/>
                              <a:ext cx="124460" cy="2311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 name="Object 43">
                  <a:extLst>
                    <a:ext uri="{FF2B5EF4-FFF2-40B4-BE49-F238E27FC236}">
                      <a16:creationId xmlns:a16="http://schemas.microsoft.com/office/drawing/2014/main" id="{FB47E399-4DA8-4C19-A426-B644A8EC2522}"/>
                    </a:ext>
                  </a:extLst>
                </p:cNvPr>
                <p:cNvGraphicFramePr>
                  <a:graphicFrameLocks noChangeAspect="1"/>
                </p:cNvGraphicFramePr>
                <p:nvPr/>
              </p:nvGraphicFramePr>
              <p:xfrm>
                <a:off x="837269" y="2361540"/>
                <a:ext cx="124460" cy="231140"/>
              </p:xfrm>
              <a:graphic>
                <a:graphicData uri="http://schemas.openxmlformats.org/presentationml/2006/ole">
                  <mc:AlternateContent xmlns:mc="http://schemas.openxmlformats.org/markup-compatibility/2006">
                    <mc:Choice xmlns:v="urn:schemas-microsoft-com:vml" Requires="v">
                      <p:oleObj spid="_x0000_s80052" r:id="rId23" imgW="89024" imgH="165059" progId="">
                        <p:embed/>
                      </p:oleObj>
                    </mc:Choice>
                    <mc:Fallback>
                      <p:oleObj r:id="rId23" imgW="89024" imgH="165059" progId="">
                        <p:embed/>
                        <p:pic>
                          <p:nvPicPr>
                            <p:cNvPr id="10283" name="Object 4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837269" y="2361540"/>
                              <a:ext cx="124460" cy="2311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 name="Object 44">
                  <a:extLst>
                    <a:ext uri="{FF2B5EF4-FFF2-40B4-BE49-F238E27FC236}">
                      <a16:creationId xmlns:a16="http://schemas.microsoft.com/office/drawing/2014/main" id="{7DC77FCD-8141-43E3-BEEE-77214DF52201}"/>
                    </a:ext>
                  </a:extLst>
                </p:cNvPr>
                <p:cNvGraphicFramePr>
                  <a:graphicFrameLocks noChangeAspect="1"/>
                </p:cNvGraphicFramePr>
                <p:nvPr/>
              </p:nvGraphicFramePr>
              <p:xfrm>
                <a:off x="1390181" y="2376289"/>
                <a:ext cx="177800" cy="231140"/>
              </p:xfrm>
              <a:graphic>
                <a:graphicData uri="http://schemas.openxmlformats.org/presentationml/2006/ole">
                  <mc:AlternateContent xmlns:mc="http://schemas.openxmlformats.org/markup-compatibility/2006">
                    <mc:Choice xmlns:v="urn:schemas-microsoft-com:vml" Requires="v">
                      <p:oleObj spid="_x0000_s80053" r:id="rId25" imgW="127262" imgH="165345" progId="">
                        <p:embed/>
                      </p:oleObj>
                    </mc:Choice>
                    <mc:Fallback>
                      <p:oleObj r:id="rId25" imgW="127262" imgH="165345" progId="">
                        <p:embed/>
                        <p:pic>
                          <p:nvPicPr>
                            <p:cNvPr id="10284" name="Object 44"/>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390181" y="2376289"/>
                              <a:ext cx="177800" cy="2311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 name="Object 45">
                  <a:extLst>
                    <a:ext uri="{FF2B5EF4-FFF2-40B4-BE49-F238E27FC236}">
                      <a16:creationId xmlns:a16="http://schemas.microsoft.com/office/drawing/2014/main" id="{E3940786-8463-4BCE-9EE4-D75F99F0445B}"/>
                    </a:ext>
                  </a:extLst>
                </p:cNvPr>
                <p:cNvGraphicFramePr>
                  <a:graphicFrameLocks noChangeAspect="1"/>
                </p:cNvGraphicFramePr>
                <p:nvPr/>
              </p:nvGraphicFramePr>
              <p:xfrm>
                <a:off x="1906679" y="2366355"/>
                <a:ext cx="160020" cy="248920"/>
              </p:xfrm>
              <a:graphic>
                <a:graphicData uri="http://schemas.openxmlformats.org/presentationml/2006/ole">
                  <mc:AlternateContent xmlns:mc="http://schemas.openxmlformats.org/markup-compatibility/2006">
                    <mc:Choice xmlns:v="urn:schemas-microsoft-com:vml" Requires="v">
                      <p:oleObj spid="_x0000_s80054" r:id="rId27" imgW="114617" imgH="178117" progId="">
                        <p:embed/>
                      </p:oleObj>
                    </mc:Choice>
                    <mc:Fallback>
                      <p:oleObj r:id="rId27" imgW="114617" imgH="178117" progId="">
                        <p:embed/>
                        <p:pic>
                          <p:nvPicPr>
                            <p:cNvPr id="10285" name="Object 45"/>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1906679" y="2366355"/>
                              <a:ext cx="160020" cy="2489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 name="Object 46">
                  <a:extLst>
                    <a:ext uri="{FF2B5EF4-FFF2-40B4-BE49-F238E27FC236}">
                      <a16:creationId xmlns:a16="http://schemas.microsoft.com/office/drawing/2014/main" id="{94CE6625-C072-4753-AF78-039D476A1720}"/>
                    </a:ext>
                  </a:extLst>
                </p:cNvPr>
                <p:cNvGraphicFramePr>
                  <a:graphicFrameLocks noChangeAspect="1"/>
                </p:cNvGraphicFramePr>
                <p:nvPr/>
              </p:nvGraphicFramePr>
              <p:xfrm>
                <a:off x="2434909" y="2383510"/>
                <a:ext cx="177800" cy="231140"/>
              </p:xfrm>
              <a:graphic>
                <a:graphicData uri="http://schemas.openxmlformats.org/presentationml/2006/ole">
                  <mc:AlternateContent xmlns:mc="http://schemas.openxmlformats.org/markup-compatibility/2006">
                    <mc:Choice xmlns:v="urn:schemas-microsoft-com:vml" Requires="v">
                      <p:oleObj spid="_x0000_s80055" r:id="rId29" imgW="127262" imgH="165345" progId="">
                        <p:embed/>
                      </p:oleObj>
                    </mc:Choice>
                    <mc:Fallback>
                      <p:oleObj r:id="rId29" imgW="127262" imgH="165345" progId="">
                        <p:embed/>
                        <p:pic>
                          <p:nvPicPr>
                            <p:cNvPr id="10286" name="Object 46"/>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2434909" y="2383510"/>
                              <a:ext cx="177800" cy="2311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 name="Object 47">
                  <a:extLst>
                    <a:ext uri="{FF2B5EF4-FFF2-40B4-BE49-F238E27FC236}">
                      <a16:creationId xmlns:a16="http://schemas.microsoft.com/office/drawing/2014/main" id="{ACAE6708-8514-4AB2-9505-9D042ED2379C}"/>
                    </a:ext>
                  </a:extLst>
                </p:cNvPr>
                <p:cNvGraphicFramePr>
                  <a:graphicFrameLocks noChangeAspect="1"/>
                </p:cNvGraphicFramePr>
                <p:nvPr/>
              </p:nvGraphicFramePr>
              <p:xfrm>
                <a:off x="2999858" y="2385917"/>
                <a:ext cx="160020" cy="248920"/>
              </p:xfrm>
              <a:graphic>
                <a:graphicData uri="http://schemas.openxmlformats.org/presentationml/2006/ole">
                  <mc:AlternateContent xmlns:mc="http://schemas.openxmlformats.org/markup-compatibility/2006">
                    <mc:Choice xmlns:v="urn:schemas-microsoft-com:vml" Requires="v">
                      <p:oleObj spid="_x0000_s80056" r:id="rId31" imgW="114617" imgH="178117" progId="">
                        <p:embed/>
                      </p:oleObj>
                    </mc:Choice>
                    <mc:Fallback>
                      <p:oleObj r:id="rId31" imgW="114617" imgH="178117" progId="">
                        <p:embed/>
                        <p:pic>
                          <p:nvPicPr>
                            <p:cNvPr id="10287" name="Object 47"/>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2999858" y="2385917"/>
                              <a:ext cx="160020" cy="2489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 name="Object 48">
                  <a:extLst>
                    <a:ext uri="{FF2B5EF4-FFF2-40B4-BE49-F238E27FC236}">
                      <a16:creationId xmlns:a16="http://schemas.microsoft.com/office/drawing/2014/main" id="{8A880B80-7C83-4B79-9884-F8AD15D7D595}"/>
                    </a:ext>
                  </a:extLst>
                </p:cNvPr>
                <p:cNvGraphicFramePr>
                  <a:graphicFrameLocks noChangeAspect="1"/>
                </p:cNvGraphicFramePr>
                <p:nvPr/>
              </p:nvGraphicFramePr>
              <p:xfrm>
                <a:off x="3491370" y="2385917"/>
                <a:ext cx="177800" cy="248920"/>
              </p:xfrm>
              <a:graphic>
                <a:graphicData uri="http://schemas.openxmlformats.org/presentationml/2006/ole">
                  <mc:AlternateContent xmlns:mc="http://schemas.openxmlformats.org/markup-compatibility/2006">
                    <mc:Choice xmlns:v="urn:schemas-microsoft-com:vml" Requires="v">
                      <p:oleObj spid="_x0000_s80057" r:id="rId33" imgW="127262" imgH="178040" progId="">
                        <p:embed/>
                      </p:oleObj>
                    </mc:Choice>
                    <mc:Fallback>
                      <p:oleObj r:id="rId33" imgW="127262" imgH="178040" progId="">
                        <p:embed/>
                        <p:pic>
                          <p:nvPicPr>
                            <p:cNvPr id="10288" name="Object 48"/>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3491370" y="2385917"/>
                              <a:ext cx="177800" cy="2489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16" name="Object 50">
                <a:extLst>
                  <a:ext uri="{FF2B5EF4-FFF2-40B4-BE49-F238E27FC236}">
                    <a16:creationId xmlns:a16="http://schemas.microsoft.com/office/drawing/2014/main" id="{0C2C45E0-7D4C-4EC7-BF66-93A91729393C}"/>
                  </a:ext>
                </a:extLst>
              </p:cNvPr>
              <p:cNvGraphicFramePr>
                <a:graphicFrameLocks noChangeAspect="1"/>
              </p:cNvGraphicFramePr>
              <p:nvPr/>
            </p:nvGraphicFramePr>
            <p:xfrm>
              <a:off x="0" y="0"/>
              <a:ext cx="426720" cy="248920"/>
            </p:xfrm>
            <a:graphic>
              <a:graphicData uri="http://schemas.openxmlformats.org/presentationml/2006/ole">
                <mc:AlternateContent xmlns:mc="http://schemas.openxmlformats.org/markup-compatibility/2006">
                  <mc:Choice xmlns:v="urn:schemas-microsoft-com:vml" Requires="v">
                    <p:oleObj spid="_x0000_s80058" r:id="rId35" imgW="304853" imgH="177963" progId="">
                      <p:embed/>
                    </p:oleObj>
                  </mc:Choice>
                  <mc:Fallback>
                    <p:oleObj r:id="rId35" imgW="304853" imgH="177963" progId="">
                      <p:embed/>
                      <p:pic>
                        <p:nvPicPr>
                          <p:cNvPr id="10290" name="Object 50"/>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0" y="0"/>
                            <a:ext cx="426720" cy="2489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13" name="Object 51">
              <a:extLst>
                <a:ext uri="{FF2B5EF4-FFF2-40B4-BE49-F238E27FC236}">
                  <a16:creationId xmlns:a16="http://schemas.microsoft.com/office/drawing/2014/main" id="{4333F60A-6F59-4234-ABE9-A3C5F71541B4}"/>
                </a:ext>
              </a:extLst>
            </p:cNvPr>
            <p:cNvGraphicFramePr>
              <a:graphicFrameLocks noChangeAspect="1"/>
            </p:cNvGraphicFramePr>
            <p:nvPr/>
          </p:nvGraphicFramePr>
          <p:xfrm>
            <a:off x="4693101" y="2379768"/>
            <a:ext cx="213360" cy="284480"/>
          </p:xfrm>
          <a:graphic>
            <a:graphicData uri="http://schemas.openxmlformats.org/presentationml/2006/ole">
              <mc:AlternateContent xmlns:mc="http://schemas.openxmlformats.org/markup-compatibility/2006">
                <mc:Choice xmlns:v="urn:schemas-microsoft-com:vml" Requires="v">
                  <p:oleObj spid="_x0000_s80059" r:id="rId37" imgW="152849" imgH="203694" progId="">
                    <p:embed/>
                  </p:oleObj>
                </mc:Choice>
                <mc:Fallback>
                  <p:oleObj r:id="rId37" imgW="152849" imgH="203694" progId="">
                    <p:embed/>
                    <p:pic>
                      <p:nvPicPr>
                        <p:cNvPr id="10291" name="Object 51"/>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4693101" y="2379768"/>
                          <a:ext cx="213360" cy="284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60" name="矩形 59">
            <a:extLst>
              <a:ext uri="{FF2B5EF4-FFF2-40B4-BE49-F238E27FC236}">
                <a16:creationId xmlns:a16="http://schemas.microsoft.com/office/drawing/2014/main" id="{452DFD01-E1CD-4B3C-A297-BE63136E8014}"/>
              </a:ext>
            </a:extLst>
          </p:cNvPr>
          <p:cNvSpPr/>
          <p:nvPr/>
        </p:nvSpPr>
        <p:spPr>
          <a:xfrm>
            <a:off x="6593747" y="0"/>
            <a:ext cx="2550253" cy="369332"/>
          </a:xfrm>
          <a:prstGeom prst="rect">
            <a:avLst/>
          </a:prstGeom>
        </p:spPr>
        <p:txBody>
          <a:bodyPr wrap="squar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第一节 </a:t>
            </a:r>
            <a:r>
              <a:rPr lang="zh-CN" altLang="en-US" spc="150" dirty="0">
                <a:latin typeface="微软雅黑" panose="020B0503020204020204" pitchFamily="34" charset="-122"/>
                <a:ea typeface="微软雅黑" panose="020B0503020204020204" pitchFamily="34" charset="-122"/>
              </a:rPr>
              <a:t>效用理论概述</a:t>
            </a:r>
            <a:r>
              <a:rPr lang="zh-CN" altLang="en-US" spc="150" dirty="0">
                <a:solidFill>
                  <a:srgbClr val="000000"/>
                </a:solidFill>
                <a:latin typeface="微软雅黑" panose="020B0503020204020204" pitchFamily="34" charset="-122"/>
                <a:ea typeface="微软雅黑" panose="020B0503020204020204" pitchFamily="34" charset="-122"/>
              </a:rPr>
              <a:t> </a:t>
            </a:r>
          </a:p>
        </p:txBody>
      </p:sp>
      <p:sp>
        <p:nvSpPr>
          <p:cNvPr id="61" name="矩形 60">
            <a:extLst>
              <a:ext uri="{FF2B5EF4-FFF2-40B4-BE49-F238E27FC236}">
                <a16:creationId xmlns:a16="http://schemas.microsoft.com/office/drawing/2014/main" id="{B11FC17B-E01C-4001-BE7E-7D41136329C3}"/>
              </a:ext>
            </a:extLst>
          </p:cNvPr>
          <p:cNvSpPr/>
          <p:nvPr/>
        </p:nvSpPr>
        <p:spPr>
          <a:xfrm>
            <a:off x="467544" y="548680"/>
            <a:ext cx="4762842"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二、总效用和边际效用递减规律</a:t>
            </a:r>
          </a:p>
        </p:txBody>
      </p:sp>
      <p:grpSp>
        <p:nvGrpSpPr>
          <p:cNvPr id="2" name="组合 1">
            <a:extLst>
              <a:ext uri="{FF2B5EF4-FFF2-40B4-BE49-F238E27FC236}">
                <a16:creationId xmlns:a16="http://schemas.microsoft.com/office/drawing/2014/main" id="{34964F84-69C9-497E-AEDC-37229DB00BE6}"/>
              </a:ext>
            </a:extLst>
          </p:cNvPr>
          <p:cNvGrpSpPr/>
          <p:nvPr/>
        </p:nvGrpSpPr>
        <p:grpSpPr>
          <a:xfrm>
            <a:off x="467544" y="1161144"/>
            <a:ext cx="3806023" cy="659493"/>
            <a:chOff x="467544" y="1161144"/>
            <a:chExt cx="3806023" cy="659493"/>
          </a:xfrm>
        </p:grpSpPr>
        <p:sp>
          <p:nvSpPr>
            <p:cNvPr id="63" name="MH_Text_1">
              <a:extLst>
                <a:ext uri="{FF2B5EF4-FFF2-40B4-BE49-F238E27FC236}">
                  <a16:creationId xmlns:a16="http://schemas.microsoft.com/office/drawing/2014/main" id="{E8757076-2A98-4567-AD42-24D819B1E93B}"/>
                </a:ext>
              </a:extLst>
            </p:cNvPr>
            <p:cNvSpPr/>
            <p:nvPr>
              <p:custDataLst>
                <p:tags r:id="rId2"/>
              </p:custDataLst>
            </p:nvPr>
          </p:nvSpPr>
          <p:spPr bwMode="auto">
            <a:xfrm>
              <a:off x="467544" y="1161144"/>
              <a:ext cx="3806023" cy="659493"/>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algn="ctr">
                <a:defRPr/>
              </a:pPr>
              <a:r>
                <a:rPr lang="zh-CN" altLang="en-US" sz="2000" spc="150" dirty="0">
                  <a:solidFill>
                    <a:srgbClr val="000000"/>
                  </a:solidFill>
                  <a:latin typeface="微软雅黑" panose="020B0503020204020204" pitchFamily="34" charset="-122"/>
                  <a:ea typeface="微软雅黑" panose="020B0503020204020204" pitchFamily="34" charset="-122"/>
                </a:rPr>
                <a:t>边际效用递减规律</a:t>
              </a:r>
            </a:p>
          </p:txBody>
        </p:sp>
        <p:sp>
          <p:nvSpPr>
            <p:cNvPr id="64" name="MH_Other_2">
              <a:extLst>
                <a:ext uri="{FF2B5EF4-FFF2-40B4-BE49-F238E27FC236}">
                  <a16:creationId xmlns:a16="http://schemas.microsoft.com/office/drawing/2014/main" id="{647CDE82-9B79-4250-A840-8FA3EABA7683}"/>
                </a:ext>
              </a:extLst>
            </p:cNvPr>
            <p:cNvSpPr/>
            <p:nvPr>
              <p:custDataLst>
                <p:tags r:id="rId3"/>
              </p:custDataLst>
            </p:nvPr>
          </p:nvSpPr>
          <p:spPr bwMode="auto">
            <a:xfrm rot="10800000">
              <a:off x="4004344" y="1240922"/>
              <a:ext cx="189743" cy="162838"/>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
        <p:nvSpPr>
          <p:cNvPr id="3" name="标注: 线形 2">
            <a:extLst>
              <a:ext uri="{FF2B5EF4-FFF2-40B4-BE49-F238E27FC236}">
                <a16:creationId xmlns:a16="http://schemas.microsoft.com/office/drawing/2014/main" id="{D561DB55-875D-4BA0-BB99-BEDF9C402E6C}"/>
              </a:ext>
            </a:extLst>
          </p:cNvPr>
          <p:cNvSpPr/>
          <p:nvPr/>
        </p:nvSpPr>
        <p:spPr bwMode="auto">
          <a:xfrm>
            <a:off x="5260393" y="548679"/>
            <a:ext cx="3806023" cy="1230625"/>
          </a:xfrm>
          <a:prstGeom prst="borderCallout1">
            <a:avLst>
              <a:gd name="adj1" fmla="val 18750"/>
              <a:gd name="adj2" fmla="val -8333"/>
              <a:gd name="adj3" fmla="val 71520"/>
              <a:gd name="adj4" fmla="val -2266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同一种商品在不同的消费数量下或者对不同的消费者而言，边际效用的递减速度是不同的。</a:t>
            </a:r>
            <a:r>
              <a:rPr lang="zh-CN" altLang="en-US" sz="1600" dirty="0"/>
              <a:t>例如货币这种特殊商品，递减速度一般较慢，为简便起见，常将其边际效用视为常数。</a:t>
            </a:r>
            <a:endPar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829352185"/>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170">
                                            <p:txEl>
                                              <p:pRg st="0" end="0"/>
                                            </p:txEl>
                                          </p:spTgt>
                                        </p:tgtEl>
                                        <p:attrNameLst>
                                          <p:attrName>style.visibility</p:attrName>
                                        </p:attrNameLst>
                                      </p:cBhvr>
                                      <p:to>
                                        <p:strVal val="visible"/>
                                      </p:to>
                                    </p:set>
                                    <p:animEffect transition="in" filter="fade">
                                      <p:cBhvr>
                                        <p:cTn id="12" dur="500"/>
                                        <p:tgtEl>
                                          <p:spTgt spid="717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p:cTn id="17" dur="500" fill="hold"/>
                                        <p:tgtEl>
                                          <p:spTgt spid="10"/>
                                        </p:tgtEl>
                                        <p:attrNameLst>
                                          <p:attrName>ppt_w</p:attrName>
                                        </p:attrNameLst>
                                      </p:cBhvr>
                                      <p:tavLst>
                                        <p:tav tm="0">
                                          <p:val>
                                            <p:fltVal val="0"/>
                                          </p:val>
                                        </p:tav>
                                        <p:tav tm="100000">
                                          <p:val>
                                            <p:strVal val="#ppt_w"/>
                                          </p:val>
                                        </p:tav>
                                      </p:tavLst>
                                    </p:anim>
                                    <p:anim calcmode="lin" valueType="num">
                                      <p:cBhvr>
                                        <p:cTn id="18" dur="500" fill="hold"/>
                                        <p:tgtEl>
                                          <p:spTgt spid="10"/>
                                        </p:tgtEl>
                                        <p:attrNameLst>
                                          <p:attrName>ppt_h</p:attrName>
                                        </p:attrNameLst>
                                      </p:cBhvr>
                                      <p:tavLst>
                                        <p:tav tm="0">
                                          <p:val>
                                            <p:fltVal val="0"/>
                                          </p:val>
                                        </p:tav>
                                        <p:tav tm="100000">
                                          <p:val>
                                            <p:strVal val="#ppt_h"/>
                                          </p:val>
                                        </p:tav>
                                      </p:tavLst>
                                    </p:anim>
                                    <p:animEffect transition="in" filter="fade">
                                      <p:cBhvr>
                                        <p:cTn id="1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a:extLst>
              <a:ext uri="{FF2B5EF4-FFF2-40B4-BE49-F238E27FC236}">
                <a16:creationId xmlns:a16="http://schemas.microsoft.com/office/drawing/2014/main" id="{CA085C32-BBB5-44B3-8FCA-139E52873736}"/>
              </a:ext>
            </a:extLst>
          </p:cNvPr>
          <p:cNvGraphicFramePr>
            <a:graphicFrameLocks noGrp="1"/>
          </p:cNvGraphicFramePr>
          <p:nvPr>
            <p:extLst>
              <p:ext uri="{D42A27DB-BD31-4B8C-83A1-F6EECF244321}">
                <p14:modId xmlns:p14="http://schemas.microsoft.com/office/powerpoint/2010/main" val="3515107128"/>
              </p:ext>
            </p:extLst>
          </p:nvPr>
        </p:nvGraphicFramePr>
        <p:xfrm>
          <a:off x="1228493" y="1971436"/>
          <a:ext cx="4556968" cy="3897095"/>
        </p:xfrm>
        <a:graphic>
          <a:graphicData uri="http://schemas.openxmlformats.org/drawingml/2006/table">
            <a:tbl>
              <a:tblPr firstRow="1" bandRow="1">
                <a:tableStyleId>{5C22544A-7EE6-4342-B048-85BDC9FD1C3A}</a:tableStyleId>
              </a:tblPr>
              <a:tblGrid>
                <a:gridCol w="914401">
                  <a:extLst>
                    <a:ext uri="{9D8B030D-6E8A-4147-A177-3AD203B41FA5}">
                      <a16:colId xmlns:a16="http://schemas.microsoft.com/office/drawing/2014/main" val="2592657960"/>
                    </a:ext>
                  </a:extLst>
                </a:gridCol>
                <a:gridCol w="1166070">
                  <a:extLst>
                    <a:ext uri="{9D8B030D-6E8A-4147-A177-3AD203B41FA5}">
                      <a16:colId xmlns:a16="http://schemas.microsoft.com/office/drawing/2014/main" val="2984439111"/>
                    </a:ext>
                  </a:extLst>
                </a:gridCol>
                <a:gridCol w="1476462">
                  <a:extLst>
                    <a:ext uri="{9D8B030D-6E8A-4147-A177-3AD203B41FA5}">
                      <a16:colId xmlns:a16="http://schemas.microsoft.com/office/drawing/2014/main" val="1213462777"/>
                    </a:ext>
                  </a:extLst>
                </a:gridCol>
                <a:gridCol w="1000035">
                  <a:extLst>
                    <a:ext uri="{9D8B030D-6E8A-4147-A177-3AD203B41FA5}">
                      <a16:colId xmlns:a16="http://schemas.microsoft.com/office/drawing/2014/main" val="507207651"/>
                    </a:ext>
                  </a:extLst>
                </a:gridCol>
              </a:tblGrid>
              <a:tr h="977951">
                <a:tc>
                  <a:txBody>
                    <a:bodyPr/>
                    <a:lstStyle/>
                    <a:p>
                      <a:pPr marL="0" lvl="1" indent="0" algn="ctr" defTabSz="457200" rtl="0" eaLnBrk="1" fontAlgn="base" latinLnBrk="0" hangingPunct="1">
                        <a:lnSpc>
                          <a:spcPct val="100000"/>
                        </a:lnSpc>
                        <a:spcBef>
                          <a:spcPct val="0"/>
                        </a:spcBef>
                        <a:spcAft>
                          <a:spcPts val="0"/>
                        </a:spcAft>
                        <a:buFontTx/>
                        <a:buNone/>
                      </a:pPr>
                      <a:r>
                        <a:rPr lang="zh-CN" altLang="en-US" sz="1600" b="0" kern="1200" spc="150" dirty="0">
                          <a:solidFill>
                            <a:schemeClr val="tx1"/>
                          </a:solidFill>
                          <a:latin typeface="微软雅黑" panose="020B0503020204020204" pitchFamily="34" charset="-122"/>
                          <a:ea typeface="微软雅黑" panose="020B0503020204020204" pitchFamily="34" charset="-122"/>
                          <a:cs typeface="+mn-cs"/>
                        </a:rPr>
                        <a:t>听音乐</a:t>
                      </a:r>
                      <a:endParaRPr lang="en-US" altLang="zh-CN" sz="1600" b="0" kern="1200" spc="150" dirty="0">
                        <a:solidFill>
                          <a:schemeClr val="tx1"/>
                        </a:solidFill>
                        <a:latin typeface="微软雅黑" panose="020B0503020204020204" pitchFamily="34" charset="-122"/>
                        <a:ea typeface="微软雅黑" panose="020B0503020204020204" pitchFamily="34" charset="-122"/>
                        <a:cs typeface="+mn-cs"/>
                      </a:endParaRPr>
                    </a:p>
                    <a:p>
                      <a:pPr marL="0" lvl="1" indent="0" algn="ctr" defTabSz="457200" rtl="0" eaLnBrk="1" fontAlgn="base" latinLnBrk="0" hangingPunct="1">
                        <a:lnSpc>
                          <a:spcPct val="100000"/>
                        </a:lnSpc>
                        <a:spcBef>
                          <a:spcPct val="0"/>
                        </a:spcBef>
                        <a:spcAft>
                          <a:spcPts val="0"/>
                        </a:spcAft>
                        <a:buFontTx/>
                        <a:buNone/>
                      </a:pPr>
                      <a:r>
                        <a:rPr lang="zh-CN" altLang="en-US" sz="1600" b="0" kern="1200" spc="150" dirty="0">
                          <a:solidFill>
                            <a:schemeClr val="tx1"/>
                          </a:solidFill>
                          <a:latin typeface="微软雅黑" panose="020B0503020204020204" pitchFamily="34" charset="-122"/>
                          <a:ea typeface="微软雅黑" panose="020B0503020204020204" pitchFamily="34" charset="-122"/>
                          <a:cs typeface="+mn-cs"/>
                        </a:rPr>
                        <a:t>时间</a:t>
                      </a:r>
                    </a:p>
                  </a:txBody>
                  <a:tcPr marL="91441" marR="91441" marT="45722" marB="45722"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tc>
                  <a:txBody>
                    <a:bodyPr/>
                    <a:lstStyle/>
                    <a:p>
                      <a:pPr marL="0" lvl="1" indent="0" algn="ctr" defTabSz="457200" rtl="0" eaLnBrk="1" fontAlgn="base" latinLnBrk="0" hangingPunct="1">
                        <a:lnSpc>
                          <a:spcPct val="100000"/>
                        </a:lnSpc>
                        <a:spcBef>
                          <a:spcPct val="0"/>
                        </a:spcBef>
                        <a:spcAft>
                          <a:spcPts val="0"/>
                        </a:spcAft>
                        <a:buFontTx/>
                        <a:buNone/>
                      </a:pPr>
                      <a:r>
                        <a:rPr lang="zh-CN" altLang="en-US" sz="1600" b="0" kern="1200" spc="150" dirty="0">
                          <a:solidFill>
                            <a:schemeClr val="tx1"/>
                          </a:solidFill>
                          <a:latin typeface="微软雅黑" panose="020B0503020204020204" pitchFamily="34" charset="-122"/>
                          <a:ea typeface="微软雅黑" panose="020B0503020204020204" pitchFamily="34" charset="-122"/>
                          <a:cs typeface="+mn-cs"/>
                        </a:rPr>
                        <a:t>总效用</a:t>
                      </a:r>
                      <a:r>
                        <a:rPr lang="en-US" altLang="zh-CN" sz="1600" b="0" kern="1200" spc="150" dirty="0">
                          <a:solidFill>
                            <a:schemeClr val="tx1"/>
                          </a:solidFill>
                          <a:latin typeface="微软雅黑" panose="020B0503020204020204" pitchFamily="34" charset="-122"/>
                          <a:ea typeface="微软雅黑" panose="020B0503020204020204" pitchFamily="34" charset="-122"/>
                          <a:cs typeface="+mn-cs"/>
                        </a:rPr>
                        <a:t>TU</a:t>
                      </a:r>
                      <a:endParaRPr lang="zh-CN" altLang="en-US" sz="1600" b="0" kern="1200" spc="150" dirty="0">
                        <a:solidFill>
                          <a:schemeClr val="tx1"/>
                        </a:solidFill>
                        <a:latin typeface="微软雅黑" panose="020B0503020204020204" pitchFamily="34" charset="-122"/>
                        <a:ea typeface="微软雅黑" panose="020B0503020204020204" pitchFamily="34" charset="-122"/>
                        <a:cs typeface="+mn-cs"/>
                      </a:endParaRPr>
                    </a:p>
                  </a:txBody>
                  <a:tcPr marL="91441" marR="91441" marT="45722" marB="45722"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tc>
                  <a:txBody>
                    <a:bodyPr/>
                    <a:lstStyle/>
                    <a:p>
                      <a:pPr marL="0" lvl="1" indent="0" algn="ctr" defTabSz="457200" rtl="0" eaLnBrk="1" fontAlgn="base" latinLnBrk="0" hangingPunct="1">
                        <a:lnSpc>
                          <a:spcPct val="100000"/>
                        </a:lnSpc>
                        <a:spcBef>
                          <a:spcPct val="0"/>
                        </a:spcBef>
                        <a:spcAft>
                          <a:spcPts val="0"/>
                        </a:spcAft>
                        <a:buFontTx/>
                        <a:buNone/>
                      </a:pPr>
                      <a:r>
                        <a:rPr lang="zh-CN" altLang="en-US" sz="1600" b="0" kern="1200" spc="150" dirty="0">
                          <a:solidFill>
                            <a:schemeClr val="tx1"/>
                          </a:solidFill>
                          <a:latin typeface="微软雅黑" panose="020B0503020204020204" pitchFamily="34" charset="-122"/>
                          <a:ea typeface="微软雅黑" panose="020B0503020204020204" pitchFamily="34" charset="-122"/>
                          <a:cs typeface="+mn-cs"/>
                        </a:rPr>
                        <a:t>边际效用</a:t>
                      </a:r>
                      <a:r>
                        <a:rPr lang="en-US" altLang="zh-CN" sz="1600" b="0" kern="1200" spc="150" dirty="0">
                          <a:solidFill>
                            <a:schemeClr val="tx1"/>
                          </a:solidFill>
                          <a:latin typeface="微软雅黑" panose="020B0503020204020204" pitchFamily="34" charset="-122"/>
                          <a:ea typeface="微软雅黑" panose="020B0503020204020204" pitchFamily="34" charset="-122"/>
                          <a:cs typeface="+mn-cs"/>
                        </a:rPr>
                        <a:t>MU</a:t>
                      </a:r>
                      <a:endParaRPr lang="zh-CN" altLang="en-US" sz="1600" b="0" kern="1200" spc="150" dirty="0">
                        <a:solidFill>
                          <a:schemeClr val="tx1"/>
                        </a:solidFill>
                        <a:latin typeface="微软雅黑" panose="020B0503020204020204" pitchFamily="34" charset="-122"/>
                        <a:ea typeface="微软雅黑" panose="020B0503020204020204" pitchFamily="34" charset="-122"/>
                        <a:cs typeface="+mn-cs"/>
                      </a:endParaRPr>
                    </a:p>
                  </a:txBody>
                  <a:tcPr marL="91441" marR="91441" marT="45722" marB="45722"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tc>
                  <a:txBody>
                    <a:bodyPr/>
                    <a:lstStyle/>
                    <a:p>
                      <a:pPr marL="0" lvl="1" indent="0" algn="ctr" defTabSz="457200" rtl="0" eaLnBrk="1" fontAlgn="base" latinLnBrk="0" hangingPunct="1">
                        <a:lnSpc>
                          <a:spcPct val="100000"/>
                        </a:lnSpc>
                        <a:spcBef>
                          <a:spcPct val="0"/>
                        </a:spcBef>
                        <a:spcAft>
                          <a:spcPts val="0"/>
                        </a:spcAft>
                        <a:buFontTx/>
                        <a:buNone/>
                      </a:pPr>
                      <a:r>
                        <a:rPr lang="zh-CN" altLang="en-US" sz="1600" b="0" kern="1200" spc="150" dirty="0">
                          <a:solidFill>
                            <a:schemeClr val="tx1"/>
                          </a:solidFill>
                          <a:latin typeface="微软雅黑" panose="020B0503020204020204" pitchFamily="34" charset="-122"/>
                          <a:ea typeface="微软雅黑" panose="020B0503020204020204" pitchFamily="34" charset="-122"/>
                          <a:cs typeface="+mn-cs"/>
                        </a:rPr>
                        <a:t>∑</a:t>
                      </a:r>
                      <a:r>
                        <a:rPr lang="en-US" altLang="zh-CN" sz="1600" b="0" kern="1200" spc="150" dirty="0">
                          <a:solidFill>
                            <a:schemeClr val="tx1"/>
                          </a:solidFill>
                          <a:latin typeface="微软雅黑" panose="020B0503020204020204" pitchFamily="34" charset="-122"/>
                          <a:ea typeface="微软雅黑" panose="020B0503020204020204" pitchFamily="34" charset="-122"/>
                          <a:cs typeface="+mn-cs"/>
                        </a:rPr>
                        <a:t>MU</a:t>
                      </a:r>
                      <a:endParaRPr lang="zh-CN" altLang="en-US" sz="1600" b="0" kern="1200" spc="150" dirty="0">
                        <a:solidFill>
                          <a:schemeClr val="tx1"/>
                        </a:solidFill>
                        <a:latin typeface="微软雅黑" panose="020B0503020204020204" pitchFamily="34" charset="-122"/>
                        <a:ea typeface="微软雅黑" panose="020B0503020204020204" pitchFamily="34" charset="-122"/>
                        <a:cs typeface="+mn-cs"/>
                      </a:endParaRPr>
                    </a:p>
                  </a:txBody>
                  <a:tcPr marL="91441" marR="91441" marT="45722" marB="45722"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extLst>
                  <a:ext uri="{0D108BD9-81ED-4DB2-BD59-A6C34878D82A}">
                    <a16:rowId xmlns:a16="http://schemas.microsoft.com/office/drawing/2014/main" val="2840735466"/>
                  </a:ext>
                </a:extLst>
              </a:tr>
              <a:tr h="486524">
                <a:tc>
                  <a:txBody>
                    <a:bodyPr/>
                    <a:lstStyle/>
                    <a:p>
                      <a:pPr marL="0" lvl="1" indent="0" algn="ctr" defTabSz="457200" rtl="0" eaLnBrk="1" fontAlgn="base" latinLnBrk="0" hangingPunct="1">
                        <a:lnSpc>
                          <a:spcPct val="100000"/>
                        </a:lnSpc>
                        <a:spcBef>
                          <a:spcPct val="0"/>
                        </a:spcBef>
                        <a:spcAft>
                          <a:spcPts val="0"/>
                        </a:spcAft>
                        <a:buFontTx/>
                        <a:buNone/>
                      </a:pPr>
                      <a:r>
                        <a:rPr lang="en-US" altLang="zh-CN" sz="1400" kern="1200" spc="150" dirty="0">
                          <a:solidFill>
                            <a:schemeClr val="tx1"/>
                          </a:solidFill>
                          <a:latin typeface="微软雅黑" panose="020B0503020204020204" pitchFamily="34" charset="-122"/>
                          <a:ea typeface="微软雅黑" panose="020B0503020204020204" pitchFamily="34" charset="-122"/>
                          <a:cs typeface="+mn-cs"/>
                        </a:rPr>
                        <a:t>1</a:t>
                      </a:r>
                      <a:endParaRPr lang="zh-CN" altLang="en-US" sz="1400" kern="1200" spc="150" dirty="0">
                        <a:solidFill>
                          <a:schemeClr val="tx1"/>
                        </a:solidFill>
                        <a:latin typeface="微软雅黑" panose="020B0503020204020204" pitchFamily="34" charset="-122"/>
                        <a:ea typeface="微软雅黑" panose="020B0503020204020204" pitchFamily="34" charset="-122"/>
                        <a:cs typeface="+mn-cs"/>
                      </a:endParaRPr>
                    </a:p>
                  </a:txBody>
                  <a:tcPr marL="91441" marR="91441" marT="45722" marB="45722"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tc>
                  <a:txBody>
                    <a:bodyPr/>
                    <a:lstStyle/>
                    <a:p>
                      <a:pPr marL="0" lvl="1" indent="0" algn="ctr" defTabSz="457200" rtl="0" eaLnBrk="1" fontAlgn="base" latinLnBrk="0" hangingPunct="1">
                        <a:lnSpc>
                          <a:spcPct val="100000"/>
                        </a:lnSpc>
                        <a:spcBef>
                          <a:spcPct val="0"/>
                        </a:spcBef>
                        <a:spcAft>
                          <a:spcPts val="0"/>
                        </a:spcAft>
                        <a:buFontTx/>
                        <a:buNone/>
                      </a:pPr>
                      <a:r>
                        <a:rPr lang="en-US" altLang="zh-CN" sz="1400" kern="1200" spc="150" dirty="0">
                          <a:solidFill>
                            <a:schemeClr val="tx1"/>
                          </a:solidFill>
                          <a:latin typeface="微软雅黑" panose="020B0503020204020204" pitchFamily="34" charset="-122"/>
                          <a:ea typeface="微软雅黑" panose="020B0503020204020204" pitchFamily="34" charset="-122"/>
                          <a:cs typeface="+mn-cs"/>
                        </a:rPr>
                        <a:t>10</a:t>
                      </a:r>
                      <a:endParaRPr lang="zh-CN" altLang="en-US" sz="1400" kern="1200" spc="150" dirty="0">
                        <a:solidFill>
                          <a:schemeClr val="tx1"/>
                        </a:solidFill>
                        <a:latin typeface="微软雅黑" panose="020B0503020204020204" pitchFamily="34" charset="-122"/>
                        <a:ea typeface="微软雅黑" panose="020B0503020204020204" pitchFamily="34" charset="-122"/>
                        <a:cs typeface="+mn-cs"/>
                      </a:endParaRPr>
                    </a:p>
                  </a:txBody>
                  <a:tcPr marL="91441" marR="91441" marT="45722" marB="45722"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tc>
                  <a:txBody>
                    <a:bodyPr/>
                    <a:lstStyle/>
                    <a:p>
                      <a:pPr marL="0" lvl="1" indent="0" algn="ctr" defTabSz="457200" rtl="0" eaLnBrk="1" fontAlgn="base" latinLnBrk="0" hangingPunct="1">
                        <a:lnSpc>
                          <a:spcPct val="100000"/>
                        </a:lnSpc>
                        <a:spcBef>
                          <a:spcPct val="0"/>
                        </a:spcBef>
                        <a:spcAft>
                          <a:spcPts val="0"/>
                        </a:spcAft>
                        <a:buFontTx/>
                        <a:buNone/>
                      </a:pPr>
                      <a:r>
                        <a:rPr lang="en-US" altLang="zh-CN" sz="1400" kern="1200" spc="150" dirty="0">
                          <a:solidFill>
                            <a:schemeClr val="tx1"/>
                          </a:solidFill>
                          <a:latin typeface="微软雅黑" panose="020B0503020204020204" pitchFamily="34" charset="-122"/>
                          <a:ea typeface="微软雅黑" panose="020B0503020204020204" pitchFamily="34" charset="-122"/>
                          <a:cs typeface="+mn-cs"/>
                        </a:rPr>
                        <a:t>10</a:t>
                      </a:r>
                      <a:endParaRPr lang="zh-CN" altLang="en-US" sz="1400" kern="1200" spc="150" dirty="0">
                        <a:solidFill>
                          <a:schemeClr val="tx1"/>
                        </a:solidFill>
                        <a:latin typeface="微软雅黑" panose="020B0503020204020204" pitchFamily="34" charset="-122"/>
                        <a:ea typeface="微软雅黑" panose="020B0503020204020204" pitchFamily="34" charset="-122"/>
                        <a:cs typeface="+mn-cs"/>
                      </a:endParaRPr>
                    </a:p>
                  </a:txBody>
                  <a:tcPr marL="91441" marR="91441" marT="45722" marB="45722"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tc>
                  <a:txBody>
                    <a:bodyPr/>
                    <a:lstStyle/>
                    <a:p>
                      <a:pPr marL="0" lvl="1" indent="0" algn="ctr" defTabSz="457200" rtl="0" eaLnBrk="1" fontAlgn="base" latinLnBrk="0" hangingPunct="1">
                        <a:lnSpc>
                          <a:spcPct val="100000"/>
                        </a:lnSpc>
                        <a:spcBef>
                          <a:spcPct val="0"/>
                        </a:spcBef>
                        <a:spcAft>
                          <a:spcPts val="0"/>
                        </a:spcAft>
                        <a:buFontTx/>
                        <a:buNone/>
                      </a:pPr>
                      <a:r>
                        <a:rPr lang="en-US" altLang="zh-CN" sz="1400" kern="1200" spc="150" dirty="0">
                          <a:solidFill>
                            <a:schemeClr val="tx1"/>
                          </a:solidFill>
                          <a:latin typeface="微软雅黑" panose="020B0503020204020204" pitchFamily="34" charset="-122"/>
                          <a:ea typeface="微软雅黑" panose="020B0503020204020204" pitchFamily="34" charset="-122"/>
                          <a:cs typeface="+mn-cs"/>
                        </a:rPr>
                        <a:t>10</a:t>
                      </a:r>
                      <a:endParaRPr lang="zh-CN" altLang="en-US" sz="1400" kern="1200" spc="150" dirty="0">
                        <a:solidFill>
                          <a:schemeClr val="tx1"/>
                        </a:solidFill>
                        <a:latin typeface="微软雅黑" panose="020B0503020204020204" pitchFamily="34" charset="-122"/>
                        <a:ea typeface="微软雅黑" panose="020B0503020204020204" pitchFamily="34" charset="-122"/>
                        <a:cs typeface="+mn-cs"/>
                      </a:endParaRPr>
                    </a:p>
                  </a:txBody>
                  <a:tcPr marL="91441" marR="91441" marT="45722" marB="45722"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extLst>
                  <a:ext uri="{0D108BD9-81ED-4DB2-BD59-A6C34878D82A}">
                    <a16:rowId xmlns:a16="http://schemas.microsoft.com/office/drawing/2014/main" val="913519731"/>
                  </a:ext>
                </a:extLst>
              </a:tr>
              <a:tr h="486524">
                <a:tc>
                  <a:txBody>
                    <a:bodyPr/>
                    <a:lstStyle/>
                    <a:p>
                      <a:pPr marL="0" lvl="1" indent="0" algn="ctr" defTabSz="457200" rtl="0" eaLnBrk="1" fontAlgn="base" latinLnBrk="0" hangingPunct="1">
                        <a:lnSpc>
                          <a:spcPct val="100000"/>
                        </a:lnSpc>
                        <a:spcBef>
                          <a:spcPct val="0"/>
                        </a:spcBef>
                        <a:spcAft>
                          <a:spcPts val="0"/>
                        </a:spcAft>
                        <a:buFontTx/>
                        <a:buNone/>
                      </a:pPr>
                      <a:r>
                        <a:rPr lang="en-US" altLang="zh-CN" sz="1400" kern="1200" spc="150" dirty="0">
                          <a:solidFill>
                            <a:schemeClr val="tx1"/>
                          </a:solidFill>
                          <a:latin typeface="微软雅黑" panose="020B0503020204020204" pitchFamily="34" charset="-122"/>
                          <a:ea typeface="微软雅黑" panose="020B0503020204020204" pitchFamily="34" charset="-122"/>
                          <a:cs typeface="+mn-cs"/>
                        </a:rPr>
                        <a:t>2</a:t>
                      </a:r>
                      <a:endParaRPr lang="zh-CN" altLang="en-US" sz="1400" kern="1200" spc="150" dirty="0">
                        <a:solidFill>
                          <a:schemeClr val="tx1"/>
                        </a:solidFill>
                        <a:latin typeface="微软雅黑" panose="020B0503020204020204" pitchFamily="34" charset="-122"/>
                        <a:ea typeface="微软雅黑" panose="020B0503020204020204" pitchFamily="34" charset="-122"/>
                        <a:cs typeface="+mn-cs"/>
                      </a:endParaRPr>
                    </a:p>
                  </a:txBody>
                  <a:tcPr marL="91441" marR="91441" marT="45722" marB="45722"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tc>
                  <a:txBody>
                    <a:bodyPr/>
                    <a:lstStyle/>
                    <a:p>
                      <a:pPr marL="0" lvl="1" indent="0" algn="ctr" defTabSz="457200" rtl="0" eaLnBrk="1" fontAlgn="base" latinLnBrk="0" hangingPunct="1">
                        <a:lnSpc>
                          <a:spcPct val="100000"/>
                        </a:lnSpc>
                        <a:spcBef>
                          <a:spcPct val="0"/>
                        </a:spcBef>
                        <a:spcAft>
                          <a:spcPts val="0"/>
                        </a:spcAft>
                        <a:buFontTx/>
                        <a:buNone/>
                      </a:pPr>
                      <a:r>
                        <a:rPr lang="en-US" altLang="zh-CN" sz="1400" kern="1200" spc="150" dirty="0">
                          <a:solidFill>
                            <a:schemeClr val="tx1"/>
                          </a:solidFill>
                          <a:latin typeface="微软雅黑" panose="020B0503020204020204" pitchFamily="34" charset="-122"/>
                          <a:ea typeface="微软雅黑" panose="020B0503020204020204" pitchFamily="34" charset="-122"/>
                          <a:cs typeface="+mn-cs"/>
                        </a:rPr>
                        <a:t>18</a:t>
                      </a:r>
                      <a:endParaRPr lang="zh-CN" altLang="en-US" sz="1400" kern="1200" spc="150" dirty="0">
                        <a:solidFill>
                          <a:schemeClr val="tx1"/>
                        </a:solidFill>
                        <a:latin typeface="微软雅黑" panose="020B0503020204020204" pitchFamily="34" charset="-122"/>
                        <a:ea typeface="微软雅黑" panose="020B0503020204020204" pitchFamily="34" charset="-122"/>
                        <a:cs typeface="+mn-cs"/>
                      </a:endParaRPr>
                    </a:p>
                  </a:txBody>
                  <a:tcPr marL="91441" marR="91441" marT="45722" marB="45722"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tc>
                  <a:txBody>
                    <a:bodyPr/>
                    <a:lstStyle/>
                    <a:p>
                      <a:pPr marL="0" lvl="1" indent="0" algn="ctr" defTabSz="457200" rtl="0" eaLnBrk="1" fontAlgn="base" latinLnBrk="0" hangingPunct="1">
                        <a:lnSpc>
                          <a:spcPct val="100000"/>
                        </a:lnSpc>
                        <a:spcBef>
                          <a:spcPct val="0"/>
                        </a:spcBef>
                        <a:spcAft>
                          <a:spcPts val="0"/>
                        </a:spcAft>
                        <a:buFontTx/>
                        <a:buNone/>
                      </a:pPr>
                      <a:r>
                        <a:rPr lang="en-US" altLang="zh-CN" sz="1400" kern="1200" spc="150" dirty="0">
                          <a:solidFill>
                            <a:schemeClr val="tx1"/>
                          </a:solidFill>
                          <a:latin typeface="微软雅黑" panose="020B0503020204020204" pitchFamily="34" charset="-122"/>
                          <a:ea typeface="微软雅黑" panose="020B0503020204020204" pitchFamily="34" charset="-122"/>
                          <a:cs typeface="+mn-cs"/>
                        </a:rPr>
                        <a:t>18-10=8</a:t>
                      </a:r>
                      <a:endParaRPr lang="zh-CN" altLang="en-US" sz="1400" kern="1200" spc="150" dirty="0">
                        <a:solidFill>
                          <a:schemeClr val="tx1"/>
                        </a:solidFill>
                        <a:latin typeface="微软雅黑" panose="020B0503020204020204" pitchFamily="34" charset="-122"/>
                        <a:ea typeface="微软雅黑" panose="020B0503020204020204" pitchFamily="34" charset="-122"/>
                        <a:cs typeface="+mn-cs"/>
                      </a:endParaRPr>
                    </a:p>
                  </a:txBody>
                  <a:tcPr marL="91441" marR="91441" marT="45722" marB="45722"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tc>
                  <a:txBody>
                    <a:bodyPr/>
                    <a:lstStyle/>
                    <a:p>
                      <a:pPr marL="0" lvl="1" indent="0" algn="ctr" defTabSz="457200" rtl="0" eaLnBrk="1" fontAlgn="base" latinLnBrk="0" hangingPunct="1">
                        <a:lnSpc>
                          <a:spcPct val="100000"/>
                        </a:lnSpc>
                        <a:spcBef>
                          <a:spcPct val="0"/>
                        </a:spcBef>
                        <a:spcAft>
                          <a:spcPts val="0"/>
                        </a:spcAft>
                        <a:buFontTx/>
                        <a:buNone/>
                      </a:pPr>
                      <a:r>
                        <a:rPr lang="en-US" altLang="zh-CN" sz="1400" kern="1200" spc="150" dirty="0">
                          <a:solidFill>
                            <a:schemeClr val="tx1"/>
                          </a:solidFill>
                          <a:latin typeface="微软雅黑" panose="020B0503020204020204" pitchFamily="34" charset="-122"/>
                          <a:ea typeface="微软雅黑" panose="020B0503020204020204" pitchFamily="34" charset="-122"/>
                          <a:cs typeface="+mn-cs"/>
                        </a:rPr>
                        <a:t>18</a:t>
                      </a:r>
                      <a:endParaRPr lang="zh-CN" altLang="en-US" sz="1400" kern="1200" spc="150" dirty="0">
                        <a:solidFill>
                          <a:schemeClr val="tx1"/>
                        </a:solidFill>
                        <a:latin typeface="微软雅黑" panose="020B0503020204020204" pitchFamily="34" charset="-122"/>
                        <a:ea typeface="微软雅黑" panose="020B0503020204020204" pitchFamily="34" charset="-122"/>
                        <a:cs typeface="+mn-cs"/>
                      </a:endParaRPr>
                    </a:p>
                  </a:txBody>
                  <a:tcPr marL="91441" marR="91441" marT="45722" marB="45722"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extLst>
                  <a:ext uri="{0D108BD9-81ED-4DB2-BD59-A6C34878D82A}">
                    <a16:rowId xmlns:a16="http://schemas.microsoft.com/office/drawing/2014/main" val="4093715606"/>
                  </a:ext>
                </a:extLst>
              </a:tr>
              <a:tr h="486524">
                <a:tc>
                  <a:txBody>
                    <a:bodyPr/>
                    <a:lstStyle/>
                    <a:p>
                      <a:pPr marL="0" lvl="1" indent="0" algn="ctr" defTabSz="457200" rtl="0" eaLnBrk="1" fontAlgn="base" latinLnBrk="0" hangingPunct="1">
                        <a:lnSpc>
                          <a:spcPct val="100000"/>
                        </a:lnSpc>
                        <a:spcBef>
                          <a:spcPct val="0"/>
                        </a:spcBef>
                        <a:spcAft>
                          <a:spcPts val="0"/>
                        </a:spcAft>
                        <a:buFontTx/>
                        <a:buNone/>
                      </a:pPr>
                      <a:r>
                        <a:rPr lang="en-US" altLang="zh-CN" sz="1400" kern="1200" spc="150" dirty="0">
                          <a:solidFill>
                            <a:schemeClr val="tx1"/>
                          </a:solidFill>
                          <a:latin typeface="微软雅黑" panose="020B0503020204020204" pitchFamily="34" charset="-122"/>
                          <a:ea typeface="微软雅黑" panose="020B0503020204020204" pitchFamily="34" charset="-122"/>
                          <a:cs typeface="+mn-cs"/>
                        </a:rPr>
                        <a:t>3</a:t>
                      </a:r>
                      <a:endParaRPr lang="zh-CN" altLang="en-US" sz="1400" kern="1200" spc="150" dirty="0">
                        <a:solidFill>
                          <a:schemeClr val="tx1"/>
                        </a:solidFill>
                        <a:latin typeface="微软雅黑" panose="020B0503020204020204" pitchFamily="34" charset="-122"/>
                        <a:ea typeface="微软雅黑" panose="020B0503020204020204" pitchFamily="34" charset="-122"/>
                        <a:cs typeface="+mn-cs"/>
                      </a:endParaRPr>
                    </a:p>
                  </a:txBody>
                  <a:tcPr marL="91441" marR="91441" marT="45722" marB="45722"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tc>
                  <a:txBody>
                    <a:bodyPr/>
                    <a:lstStyle/>
                    <a:p>
                      <a:pPr marL="0" lvl="1" indent="0" algn="ctr" defTabSz="457200" rtl="0" eaLnBrk="1" fontAlgn="base" latinLnBrk="0" hangingPunct="1">
                        <a:lnSpc>
                          <a:spcPct val="100000"/>
                        </a:lnSpc>
                        <a:spcBef>
                          <a:spcPct val="0"/>
                        </a:spcBef>
                        <a:spcAft>
                          <a:spcPts val="0"/>
                        </a:spcAft>
                        <a:buFontTx/>
                        <a:buNone/>
                      </a:pPr>
                      <a:r>
                        <a:rPr lang="en-US" altLang="zh-CN" sz="1400" kern="1200" spc="150" dirty="0">
                          <a:solidFill>
                            <a:schemeClr val="tx1"/>
                          </a:solidFill>
                          <a:latin typeface="微软雅黑" panose="020B0503020204020204" pitchFamily="34" charset="-122"/>
                          <a:ea typeface="微软雅黑" panose="020B0503020204020204" pitchFamily="34" charset="-122"/>
                          <a:cs typeface="+mn-cs"/>
                        </a:rPr>
                        <a:t>24</a:t>
                      </a:r>
                      <a:endParaRPr lang="zh-CN" altLang="en-US" sz="1400" kern="1200" spc="150" dirty="0">
                        <a:solidFill>
                          <a:schemeClr val="tx1"/>
                        </a:solidFill>
                        <a:latin typeface="微软雅黑" panose="020B0503020204020204" pitchFamily="34" charset="-122"/>
                        <a:ea typeface="微软雅黑" panose="020B0503020204020204" pitchFamily="34" charset="-122"/>
                        <a:cs typeface="+mn-cs"/>
                      </a:endParaRPr>
                    </a:p>
                  </a:txBody>
                  <a:tcPr marL="91441" marR="91441" marT="45722" marB="45722"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tc>
                  <a:txBody>
                    <a:bodyPr/>
                    <a:lstStyle/>
                    <a:p>
                      <a:pPr marL="0" lvl="1" indent="0" algn="ctr" defTabSz="457200" rtl="0" eaLnBrk="1" fontAlgn="base" latinLnBrk="0" hangingPunct="1">
                        <a:lnSpc>
                          <a:spcPct val="100000"/>
                        </a:lnSpc>
                        <a:spcBef>
                          <a:spcPct val="0"/>
                        </a:spcBef>
                        <a:spcAft>
                          <a:spcPts val="0"/>
                        </a:spcAft>
                        <a:buFontTx/>
                        <a:buNone/>
                      </a:pPr>
                      <a:r>
                        <a:rPr lang="en-US" altLang="zh-CN" sz="1400" kern="1200" spc="150" dirty="0">
                          <a:solidFill>
                            <a:schemeClr val="tx1"/>
                          </a:solidFill>
                          <a:latin typeface="微软雅黑" panose="020B0503020204020204" pitchFamily="34" charset="-122"/>
                          <a:ea typeface="微软雅黑" panose="020B0503020204020204" pitchFamily="34" charset="-122"/>
                          <a:cs typeface="+mn-cs"/>
                        </a:rPr>
                        <a:t>24-18=6</a:t>
                      </a:r>
                      <a:endParaRPr lang="zh-CN" altLang="en-US" sz="1400" kern="1200" spc="150" dirty="0">
                        <a:solidFill>
                          <a:schemeClr val="tx1"/>
                        </a:solidFill>
                        <a:latin typeface="微软雅黑" panose="020B0503020204020204" pitchFamily="34" charset="-122"/>
                        <a:ea typeface="微软雅黑" panose="020B0503020204020204" pitchFamily="34" charset="-122"/>
                        <a:cs typeface="+mn-cs"/>
                      </a:endParaRPr>
                    </a:p>
                  </a:txBody>
                  <a:tcPr marL="91441" marR="91441" marT="45722" marB="45722"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tc>
                  <a:txBody>
                    <a:bodyPr/>
                    <a:lstStyle/>
                    <a:p>
                      <a:pPr marL="0" lvl="1" indent="0" algn="ctr" defTabSz="457200" rtl="0" eaLnBrk="1" fontAlgn="base" latinLnBrk="0" hangingPunct="1">
                        <a:lnSpc>
                          <a:spcPct val="100000"/>
                        </a:lnSpc>
                        <a:spcBef>
                          <a:spcPct val="0"/>
                        </a:spcBef>
                        <a:spcAft>
                          <a:spcPts val="0"/>
                        </a:spcAft>
                        <a:buFontTx/>
                        <a:buNone/>
                      </a:pPr>
                      <a:r>
                        <a:rPr lang="en-US" altLang="zh-CN" sz="1400" kern="1200" spc="150" dirty="0">
                          <a:solidFill>
                            <a:schemeClr val="tx1"/>
                          </a:solidFill>
                          <a:latin typeface="微软雅黑" panose="020B0503020204020204" pitchFamily="34" charset="-122"/>
                          <a:ea typeface="微软雅黑" panose="020B0503020204020204" pitchFamily="34" charset="-122"/>
                          <a:cs typeface="+mn-cs"/>
                        </a:rPr>
                        <a:t>24</a:t>
                      </a:r>
                      <a:endParaRPr lang="zh-CN" altLang="en-US" sz="1400" kern="1200" spc="150" dirty="0">
                        <a:solidFill>
                          <a:schemeClr val="tx1"/>
                        </a:solidFill>
                        <a:latin typeface="微软雅黑" panose="020B0503020204020204" pitchFamily="34" charset="-122"/>
                        <a:ea typeface="微软雅黑" panose="020B0503020204020204" pitchFamily="34" charset="-122"/>
                        <a:cs typeface="+mn-cs"/>
                      </a:endParaRPr>
                    </a:p>
                  </a:txBody>
                  <a:tcPr marL="91441" marR="91441" marT="45722" marB="45722"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extLst>
                  <a:ext uri="{0D108BD9-81ED-4DB2-BD59-A6C34878D82A}">
                    <a16:rowId xmlns:a16="http://schemas.microsoft.com/office/drawing/2014/main" val="750288918"/>
                  </a:ext>
                </a:extLst>
              </a:tr>
              <a:tr h="486524">
                <a:tc>
                  <a:txBody>
                    <a:bodyPr/>
                    <a:lstStyle/>
                    <a:p>
                      <a:pPr marL="0" lvl="1" indent="0" algn="ctr" defTabSz="457200" rtl="0" eaLnBrk="1" fontAlgn="base" latinLnBrk="0" hangingPunct="1">
                        <a:lnSpc>
                          <a:spcPct val="100000"/>
                        </a:lnSpc>
                        <a:spcBef>
                          <a:spcPct val="0"/>
                        </a:spcBef>
                        <a:spcAft>
                          <a:spcPts val="0"/>
                        </a:spcAft>
                        <a:buFontTx/>
                        <a:buNone/>
                      </a:pPr>
                      <a:r>
                        <a:rPr lang="en-US" altLang="zh-CN" sz="1400" kern="1200" spc="150" dirty="0">
                          <a:solidFill>
                            <a:schemeClr val="tx1"/>
                          </a:solidFill>
                          <a:latin typeface="微软雅黑" panose="020B0503020204020204" pitchFamily="34" charset="-122"/>
                          <a:ea typeface="微软雅黑" panose="020B0503020204020204" pitchFamily="34" charset="-122"/>
                          <a:cs typeface="+mn-cs"/>
                        </a:rPr>
                        <a:t>4</a:t>
                      </a:r>
                      <a:endParaRPr lang="zh-CN" altLang="en-US" sz="1400" kern="1200" spc="150" dirty="0">
                        <a:solidFill>
                          <a:schemeClr val="tx1"/>
                        </a:solidFill>
                        <a:latin typeface="微软雅黑" panose="020B0503020204020204" pitchFamily="34" charset="-122"/>
                        <a:ea typeface="微软雅黑" panose="020B0503020204020204" pitchFamily="34" charset="-122"/>
                        <a:cs typeface="+mn-cs"/>
                      </a:endParaRPr>
                    </a:p>
                  </a:txBody>
                  <a:tcPr marL="91441" marR="91441" marT="45722" marB="45722"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tc>
                  <a:txBody>
                    <a:bodyPr/>
                    <a:lstStyle/>
                    <a:p>
                      <a:pPr marL="0" lvl="1" indent="0" algn="ctr" defTabSz="457200" rtl="0" eaLnBrk="1" fontAlgn="base" latinLnBrk="0" hangingPunct="1">
                        <a:lnSpc>
                          <a:spcPct val="100000"/>
                        </a:lnSpc>
                        <a:spcBef>
                          <a:spcPct val="0"/>
                        </a:spcBef>
                        <a:spcAft>
                          <a:spcPts val="0"/>
                        </a:spcAft>
                        <a:buFontTx/>
                        <a:buNone/>
                      </a:pPr>
                      <a:r>
                        <a:rPr lang="en-US" altLang="zh-CN" sz="1400" u="sng" kern="1200" spc="150" dirty="0">
                          <a:solidFill>
                            <a:schemeClr val="tx1"/>
                          </a:solidFill>
                          <a:latin typeface="微软雅黑" panose="020B0503020204020204" pitchFamily="34" charset="-122"/>
                          <a:ea typeface="微软雅黑" panose="020B0503020204020204" pitchFamily="34" charset="-122"/>
                          <a:cs typeface="+mn-cs"/>
                        </a:rPr>
                        <a:t>28</a:t>
                      </a:r>
                      <a:endParaRPr lang="zh-CN" altLang="en-US" sz="1400" u="sng" kern="1200" spc="150" dirty="0">
                        <a:solidFill>
                          <a:schemeClr val="tx1"/>
                        </a:solidFill>
                        <a:latin typeface="微软雅黑" panose="020B0503020204020204" pitchFamily="34" charset="-122"/>
                        <a:ea typeface="微软雅黑" panose="020B0503020204020204" pitchFamily="34" charset="-122"/>
                        <a:cs typeface="+mn-cs"/>
                      </a:endParaRPr>
                    </a:p>
                  </a:txBody>
                  <a:tcPr marL="91441" marR="91441" marT="45722" marB="45722"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tc>
                  <a:txBody>
                    <a:bodyPr/>
                    <a:lstStyle/>
                    <a:p>
                      <a:pPr marL="0" lvl="1" indent="0" algn="ctr" defTabSz="457200" rtl="0" eaLnBrk="1" fontAlgn="base" latinLnBrk="0" hangingPunct="1">
                        <a:lnSpc>
                          <a:spcPct val="100000"/>
                        </a:lnSpc>
                        <a:spcBef>
                          <a:spcPct val="0"/>
                        </a:spcBef>
                        <a:spcAft>
                          <a:spcPts val="0"/>
                        </a:spcAft>
                        <a:buFontTx/>
                        <a:buNone/>
                      </a:pPr>
                      <a:r>
                        <a:rPr lang="en-US" altLang="zh-CN" sz="1400" u="sng" kern="1200" spc="150" dirty="0">
                          <a:solidFill>
                            <a:schemeClr val="tx1"/>
                          </a:solidFill>
                          <a:latin typeface="微软雅黑" panose="020B0503020204020204" pitchFamily="34" charset="-122"/>
                          <a:ea typeface="微软雅黑" panose="020B0503020204020204" pitchFamily="34" charset="-122"/>
                          <a:cs typeface="+mn-cs"/>
                        </a:rPr>
                        <a:t>28-24=4</a:t>
                      </a:r>
                      <a:endParaRPr lang="zh-CN" altLang="en-US" sz="1400" u="sng" kern="1200" spc="150" dirty="0">
                        <a:solidFill>
                          <a:schemeClr val="tx1"/>
                        </a:solidFill>
                        <a:latin typeface="微软雅黑" panose="020B0503020204020204" pitchFamily="34" charset="-122"/>
                        <a:ea typeface="微软雅黑" panose="020B0503020204020204" pitchFamily="34" charset="-122"/>
                        <a:cs typeface="+mn-cs"/>
                      </a:endParaRPr>
                    </a:p>
                  </a:txBody>
                  <a:tcPr marL="91441" marR="91441" marT="45722" marB="45722"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tc>
                  <a:txBody>
                    <a:bodyPr/>
                    <a:lstStyle/>
                    <a:p>
                      <a:pPr marL="0" lvl="1" indent="0" algn="ctr" defTabSz="457200" rtl="0" eaLnBrk="1" fontAlgn="base" latinLnBrk="0" hangingPunct="1">
                        <a:lnSpc>
                          <a:spcPct val="100000"/>
                        </a:lnSpc>
                        <a:spcBef>
                          <a:spcPct val="0"/>
                        </a:spcBef>
                        <a:spcAft>
                          <a:spcPts val="0"/>
                        </a:spcAft>
                        <a:buFontTx/>
                        <a:buNone/>
                      </a:pPr>
                      <a:r>
                        <a:rPr lang="en-US" altLang="zh-CN" sz="1400" kern="1200" spc="150" dirty="0">
                          <a:solidFill>
                            <a:schemeClr val="tx1"/>
                          </a:solidFill>
                          <a:latin typeface="微软雅黑" panose="020B0503020204020204" pitchFamily="34" charset="-122"/>
                          <a:ea typeface="微软雅黑" panose="020B0503020204020204" pitchFamily="34" charset="-122"/>
                          <a:cs typeface="+mn-cs"/>
                        </a:rPr>
                        <a:t>28</a:t>
                      </a:r>
                      <a:endParaRPr lang="zh-CN" altLang="en-US" sz="1400" kern="1200" spc="150" dirty="0">
                        <a:solidFill>
                          <a:schemeClr val="tx1"/>
                        </a:solidFill>
                        <a:latin typeface="微软雅黑" panose="020B0503020204020204" pitchFamily="34" charset="-122"/>
                        <a:ea typeface="微软雅黑" panose="020B0503020204020204" pitchFamily="34" charset="-122"/>
                        <a:cs typeface="+mn-cs"/>
                      </a:endParaRPr>
                    </a:p>
                  </a:txBody>
                  <a:tcPr marL="91441" marR="91441" marT="45722" marB="45722"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extLst>
                  <a:ext uri="{0D108BD9-81ED-4DB2-BD59-A6C34878D82A}">
                    <a16:rowId xmlns:a16="http://schemas.microsoft.com/office/drawing/2014/main" val="2964989858"/>
                  </a:ext>
                </a:extLst>
              </a:tr>
              <a:tr h="486524">
                <a:tc>
                  <a:txBody>
                    <a:bodyPr/>
                    <a:lstStyle/>
                    <a:p>
                      <a:pPr marL="0" lvl="1" indent="0" algn="ctr" defTabSz="457200" rtl="0" eaLnBrk="1" fontAlgn="base" latinLnBrk="0" hangingPunct="1">
                        <a:lnSpc>
                          <a:spcPct val="100000"/>
                        </a:lnSpc>
                        <a:spcBef>
                          <a:spcPct val="0"/>
                        </a:spcBef>
                        <a:spcAft>
                          <a:spcPts val="0"/>
                        </a:spcAft>
                        <a:buFontTx/>
                        <a:buNone/>
                      </a:pPr>
                      <a:r>
                        <a:rPr lang="en-US" altLang="zh-CN" sz="1400" kern="1200" spc="150" dirty="0">
                          <a:solidFill>
                            <a:schemeClr val="tx1"/>
                          </a:solidFill>
                          <a:latin typeface="微软雅黑" panose="020B0503020204020204" pitchFamily="34" charset="-122"/>
                          <a:ea typeface="微软雅黑" panose="020B0503020204020204" pitchFamily="34" charset="-122"/>
                          <a:cs typeface="+mn-cs"/>
                        </a:rPr>
                        <a:t>5</a:t>
                      </a:r>
                      <a:endParaRPr lang="zh-CN" altLang="en-US" sz="1400" kern="1200" spc="150" dirty="0">
                        <a:solidFill>
                          <a:schemeClr val="tx1"/>
                        </a:solidFill>
                        <a:latin typeface="微软雅黑" panose="020B0503020204020204" pitchFamily="34" charset="-122"/>
                        <a:ea typeface="微软雅黑" panose="020B0503020204020204" pitchFamily="34" charset="-122"/>
                        <a:cs typeface="+mn-cs"/>
                      </a:endParaRPr>
                    </a:p>
                  </a:txBody>
                  <a:tcPr marL="91441" marR="91441" marT="45722" marB="45722"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tc>
                  <a:txBody>
                    <a:bodyPr/>
                    <a:lstStyle/>
                    <a:p>
                      <a:pPr marL="0" lvl="1" indent="0" algn="ctr" defTabSz="457200" rtl="0" eaLnBrk="1" fontAlgn="base" latinLnBrk="0" hangingPunct="1">
                        <a:lnSpc>
                          <a:spcPct val="100000"/>
                        </a:lnSpc>
                        <a:spcBef>
                          <a:spcPct val="0"/>
                        </a:spcBef>
                        <a:spcAft>
                          <a:spcPts val="0"/>
                        </a:spcAft>
                        <a:buFontTx/>
                        <a:buNone/>
                      </a:pPr>
                      <a:r>
                        <a:rPr lang="en-US" altLang="zh-CN" sz="1400" kern="1200" spc="150" dirty="0">
                          <a:solidFill>
                            <a:schemeClr val="tx1"/>
                          </a:solidFill>
                          <a:latin typeface="微软雅黑" panose="020B0503020204020204" pitchFamily="34" charset="-122"/>
                          <a:ea typeface="微软雅黑" panose="020B0503020204020204" pitchFamily="34" charset="-122"/>
                          <a:cs typeface="+mn-cs"/>
                        </a:rPr>
                        <a:t>30</a:t>
                      </a:r>
                      <a:endParaRPr lang="zh-CN" altLang="en-US" sz="1400" kern="1200" spc="150" dirty="0">
                        <a:solidFill>
                          <a:schemeClr val="tx1"/>
                        </a:solidFill>
                        <a:latin typeface="微软雅黑" panose="020B0503020204020204" pitchFamily="34" charset="-122"/>
                        <a:ea typeface="微软雅黑" panose="020B0503020204020204" pitchFamily="34" charset="-122"/>
                        <a:cs typeface="+mn-cs"/>
                      </a:endParaRPr>
                    </a:p>
                  </a:txBody>
                  <a:tcPr marL="91441" marR="91441" marT="45722" marB="45722"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tc>
                  <a:txBody>
                    <a:bodyPr/>
                    <a:lstStyle/>
                    <a:p>
                      <a:pPr marL="0" lvl="1" indent="0" algn="ctr" defTabSz="457200" rtl="0" eaLnBrk="1" fontAlgn="base" latinLnBrk="0" hangingPunct="1">
                        <a:lnSpc>
                          <a:spcPct val="100000"/>
                        </a:lnSpc>
                        <a:spcBef>
                          <a:spcPct val="0"/>
                        </a:spcBef>
                        <a:spcAft>
                          <a:spcPts val="0"/>
                        </a:spcAft>
                        <a:buFontTx/>
                        <a:buNone/>
                      </a:pPr>
                      <a:r>
                        <a:rPr lang="en-US" altLang="zh-CN" sz="1400" kern="1200" spc="150" dirty="0">
                          <a:solidFill>
                            <a:schemeClr val="tx1"/>
                          </a:solidFill>
                          <a:latin typeface="微软雅黑" panose="020B0503020204020204" pitchFamily="34" charset="-122"/>
                          <a:ea typeface="微软雅黑" panose="020B0503020204020204" pitchFamily="34" charset="-122"/>
                          <a:cs typeface="+mn-cs"/>
                        </a:rPr>
                        <a:t>30-28=2</a:t>
                      </a:r>
                      <a:endParaRPr lang="zh-CN" altLang="en-US" sz="1400" kern="1200" spc="150" dirty="0">
                        <a:solidFill>
                          <a:schemeClr val="tx1"/>
                        </a:solidFill>
                        <a:latin typeface="微软雅黑" panose="020B0503020204020204" pitchFamily="34" charset="-122"/>
                        <a:ea typeface="微软雅黑" panose="020B0503020204020204" pitchFamily="34" charset="-122"/>
                        <a:cs typeface="+mn-cs"/>
                      </a:endParaRPr>
                    </a:p>
                  </a:txBody>
                  <a:tcPr marL="91441" marR="91441" marT="45722" marB="45722"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tc>
                  <a:txBody>
                    <a:bodyPr/>
                    <a:lstStyle/>
                    <a:p>
                      <a:pPr marL="0" lvl="1" indent="0" algn="ctr" defTabSz="457200" rtl="0" eaLnBrk="1" fontAlgn="base" latinLnBrk="0" hangingPunct="1">
                        <a:lnSpc>
                          <a:spcPct val="100000"/>
                        </a:lnSpc>
                        <a:spcBef>
                          <a:spcPct val="0"/>
                        </a:spcBef>
                        <a:spcAft>
                          <a:spcPts val="0"/>
                        </a:spcAft>
                        <a:buFontTx/>
                        <a:buNone/>
                      </a:pPr>
                      <a:r>
                        <a:rPr lang="en-US" altLang="zh-CN" sz="1400" kern="1200" spc="150" dirty="0">
                          <a:solidFill>
                            <a:schemeClr val="tx1"/>
                          </a:solidFill>
                          <a:latin typeface="微软雅黑" panose="020B0503020204020204" pitchFamily="34" charset="-122"/>
                          <a:ea typeface="微软雅黑" panose="020B0503020204020204" pitchFamily="34" charset="-122"/>
                          <a:cs typeface="+mn-cs"/>
                        </a:rPr>
                        <a:t>30</a:t>
                      </a:r>
                      <a:endParaRPr lang="zh-CN" altLang="en-US" sz="1400" kern="1200" spc="150" dirty="0">
                        <a:solidFill>
                          <a:schemeClr val="tx1"/>
                        </a:solidFill>
                        <a:latin typeface="微软雅黑" panose="020B0503020204020204" pitchFamily="34" charset="-122"/>
                        <a:ea typeface="微软雅黑" panose="020B0503020204020204" pitchFamily="34" charset="-122"/>
                        <a:cs typeface="+mn-cs"/>
                      </a:endParaRPr>
                    </a:p>
                  </a:txBody>
                  <a:tcPr marL="91441" marR="91441" marT="45722" marB="45722"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extLst>
                  <a:ext uri="{0D108BD9-81ED-4DB2-BD59-A6C34878D82A}">
                    <a16:rowId xmlns:a16="http://schemas.microsoft.com/office/drawing/2014/main" val="1282661997"/>
                  </a:ext>
                </a:extLst>
              </a:tr>
              <a:tr h="486524">
                <a:tc>
                  <a:txBody>
                    <a:bodyPr/>
                    <a:lstStyle/>
                    <a:p>
                      <a:pPr marL="0" lvl="1" indent="0" algn="ctr" defTabSz="457200" rtl="0" eaLnBrk="1" fontAlgn="base" latinLnBrk="0" hangingPunct="1">
                        <a:lnSpc>
                          <a:spcPct val="100000"/>
                        </a:lnSpc>
                        <a:spcBef>
                          <a:spcPct val="0"/>
                        </a:spcBef>
                        <a:spcAft>
                          <a:spcPts val="0"/>
                        </a:spcAft>
                        <a:buFontTx/>
                        <a:buNone/>
                      </a:pPr>
                      <a:r>
                        <a:rPr lang="en-US" altLang="zh-CN" sz="1400" kern="1200" spc="150" dirty="0">
                          <a:solidFill>
                            <a:schemeClr val="tx1"/>
                          </a:solidFill>
                          <a:latin typeface="微软雅黑" panose="020B0503020204020204" pitchFamily="34" charset="-122"/>
                          <a:ea typeface="微软雅黑" panose="020B0503020204020204" pitchFamily="34" charset="-122"/>
                          <a:cs typeface="+mn-cs"/>
                        </a:rPr>
                        <a:t>6</a:t>
                      </a:r>
                      <a:endParaRPr lang="zh-CN" altLang="en-US" sz="1400" kern="1200" spc="150" dirty="0">
                        <a:solidFill>
                          <a:schemeClr val="tx1"/>
                        </a:solidFill>
                        <a:latin typeface="微软雅黑" panose="020B0503020204020204" pitchFamily="34" charset="-122"/>
                        <a:ea typeface="微软雅黑" panose="020B0503020204020204" pitchFamily="34" charset="-122"/>
                        <a:cs typeface="+mn-cs"/>
                      </a:endParaRPr>
                    </a:p>
                  </a:txBody>
                  <a:tcPr marL="91441" marR="91441" marT="45722" marB="45722"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tc>
                  <a:txBody>
                    <a:bodyPr/>
                    <a:lstStyle/>
                    <a:p>
                      <a:pPr marL="0" lvl="1" indent="0" algn="ctr" defTabSz="457200" rtl="0" eaLnBrk="1" fontAlgn="base" latinLnBrk="0" hangingPunct="1">
                        <a:lnSpc>
                          <a:spcPct val="100000"/>
                        </a:lnSpc>
                        <a:spcBef>
                          <a:spcPct val="0"/>
                        </a:spcBef>
                        <a:spcAft>
                          <a:spcPts val="0"/>
                        </a:spcAft>
                        <a:buFontTx/>
                        <a:buNone/>
                      </a:pPr>
                      <a:r>
                        <a:rPr lang="en-US" altLang="zh-CN" sz="1400" kern="1200" spc="150" dirty="0">
                          <a:solidFill>
                            <a:schemeClr val="tx1"/>
                          </a:solidFill>
                          <a:latin typeface="微软雅黑" panose="020B0503020204020204" pitchFamily="34" charset="-122"/>
                          <a:ea typeface="微软雅黑" panose="020B0503020204020204" pitchFamily="34" charset="-122"/>
                          <a:cs typeface="+mn-cs"/>
                        </a:rPr>
                        <a:t>31</a:t>
                      </a:r>
                      <a:endParaRPr lang="zh-CN" altLang="en-US" sz="1400" kern="1200" spc="150" dirty="0">
                        <a:solidFill>
                          <a:schemeClr val="tx1"/>
                        </a:solidFill>
                        <a:latin typeface="微软雅黑" panose="020B0503020204020204" pitchFamily="34" charset="-122"/>
                        <a:ea typeface="微软雅黑" panose="020B0503020204020204" pitchFamily="34" charset="-122"/>
                        <a:cs typeface="+mn-cs"/>
                      </a:endParaRPr>
                    </a:p>
                  </a:txBody>
                  <a:tcPr marL="91441" marR="91441" marT="45722" marB="45722"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tc>
                  <a:txBody>
                    <a:bodyPr/>
                    <a:lstStyle/>
                    <a:p>
                      <a:pPr marL="0" lvl="1" indent="0" algn="ctr" defTabSz="457200" rtl="0" eaLnBrk="1" fontAlgn="base" latinLnBrk="0" hangingPunct="1">
                        <a:lnSpc>
                          <a:spcPct val="100000"/>
                        </a:lnSpc>
                        <a:spcBef>
                          <a:spcPct val="0"/>
                        </a:spcBef>
                        <a:spcAft>
                          <a:spcPts val="0"/>
                        </a:spcAft>
                        <a:buFontTx/>
                        <a:buNone/>
                      </a:pPr>
                      <a:r>
                        <a:rPr lang="en-US" altLang="zh-CN" sz="1400" kern="1200" spc="150" dirty="0">
                          <a:solidFill>
                            <a:schemeClr val="tx1"/>
                          </a:solidFill>
                          <a:latin typeface="微软雅黑" panose="020B0503020204020204" pitchFamily="34" charset="-122"/>
                          <a:ea typeface="微软雅黑" panose="020B0503020204020204" pitchFamily="34" charset="-122"/>
                          <a:cs typeface="+mn-cs"/>
                        </a:rPr>
                        <a:t>31-30=1</a:t>
                      </a:r>
                      <a:endParaRPr lang="zh-CN" altLang="en-US" sz="1400" kern="1200" spc="150" dirty="0">
                        <a:solidFill>
                          <a:schemeClr val="tx1"/>
                        </a:solidFill>
                        <a:latin typeface="微软雅黑" panose="020B0503020204020204" pitchFamily="34" charset="-122"/>
                        <a:ea typeface="微软雅黑" panose="020B0503020204020204" pitchFamily="34" charset="-122"/>
                        <a:cs typeface="+mn-cs"/>
                      </a:endParaRPr>
                    </a:p>
                  </a:txBody>
                  <a:tcPr marL="91441" marR="91441" marT="45722" marB="45722"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tc>
                  <a:txBody>
                    <a:bodyPr/>
                    <a:lstStyle/>
                    <a:p>
                      <a:pPr marL="0" marR="0" lvl="1" indent="0" algn="ctr" defTabSz="457200" rtl="0" eaLnBrk="1" fontAlgn="base" latinLnBrk="0" hangingPunct="1">
                        <a:lnSpc>
                          <a:spcPct val="100000"/>
                        </a:lnSpc>
                        <a:spcBef>
                          <a:spcPct val="0"/>
                        </a:spcBef>
                        <a:spcAft>
                          <a:spcPts val="0"/>
                        </a:spcAft>
                        <a:buClrTx/>
                        <a:buSzTx/>
                        <a:buFontTx/>
                        <a:buNone/>
                        <a:tabLst/>
                        <a:defRPr/>
                      </a:pPr>
                      <a:r>
                        <a:rPr lang="en-US" altLang="zh-CN" sz="1400" kern="1200" spc="150" dirty="0">
                          <a:solidFill>
                            <a:schemeClr val="tx1"/>
                          </a:solidFill>
                          <a:latin typeface="微软雅黑" panose="020B0503020204020204" pitchFamily="34" charset="-122"/>
                          <a:ea typeface="微软雅黑" panose="020B0503020204020204" pitchFamily="34" charset="-122"/>
                          <a:cs typeface="+mn-cs"/>
                        </a:rPr>
                        <a:t>31</a:t>
                      </a:r>
                      <a:endParaRPr lang="zh-CN" altLang="en-US" sz="1400" kern="1200" spc="150" dirty="0">
                        <a:solidFill>
                          <a:schemeClr val="tx1"/>
                        </a:solidFill>
                        <a:latin typeface="微软雅黑" panose="020B0503020204020204" pitchFamily="34" charset="-122"/>
                        <a:ea typeface="微软雅黑" panose="020B0503020204020204" pitchFamily="34" charset="-122"/>
                        <a:cs typeface="+mn-cs"/>
                      </a:endParaRPr>
                    </a:p>
                  </a:txBody>
                  <a:tcPr marL="91441" marR="91441" marT="45722" marB="45722" anchor="ct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extLst>
                  <a:ext uri="{0D108BD9-81ED-4DB2-BD59-A6C34878D82A}">
                    <a16:rowId xmlns:a16="http://schemas.microsoft.com/office/drawing/2014/main" val="1668160335"/>
                  </a:ext>
                </a:extLst>
              </a:tr>
            </a:tbl>
          </a:graphicData>
        </a:graphic>
      </p:graphicFrame>
      <p:grpSp>
        <p:nvGrpSpPr>
          <p:cNvPr id="7168" name="组合 7167">
            <a:extLst>
              <a:ext uri="{FF2B5EF4-FFF2-40B4-BE49-F238E27FC236}">
                <a16:creationId xmlns:a16="http://schemas.microsoft.com/office/drawing/2014/main" id="{2E96D268-3565-4425-85AC-33C005C0086A}"/>
              </a:ext>
            </a:extLst>
          </p:cNvPr>
          <p:cNvGrpSpPr/>
          <p:nvPr/>
        </p:nvGrpSpPr>
        <p:grpSpPr>
          <a:xfrm>
            <a:off x="5962786" y="1800959"/>
            <a:ext cx="3612943" cy="4222752"/>
            <a:chOff x="5254782" y="1708188"/>
            <a:chExt cx="3612943" cy="4222752"/>
          </a:xfrm>
        </p:grpSpPr>
        <p:grpSp>
          <p:nvGrpSpPr>
            <p:cNvPr id="60" name="组合 19">
              <a:extLst>
                <a:ext uri="{FF2B5EF4-FFF2-40B4-BE49-F238E27FC236}">
                  <a16:creationId xmlns:a16="http://schemas.microsoft.com/office/drawing/2014/main" id="{6C0AE15D-172D-4319-85DE-5EB6C15BB92F}"/>
                </a:ext>
              </a:extLst>
            </p:cNvPr>
            <p:cNvGrpSpPr>
              <a:grpSpLocks/>
            </p:cNvGrpSpPr>
            <p:nvPr/>
          </p:nvGrpSpPr>
          <p:grpSpPr bwMode="auto">
            <a:xfrm>
              <a:off x="5730825" y="1708188"/>
              <a:ext cx="3136900" cy="4222752"/>
              <a:chOff x="439737" y="-2"/>
              <a:chExt cx="3136900" cy="4222752"/>
            </a:xfrm>
          </p:grpSpPr>
          <p:sp>
            <p:nvSpPr>
              <p:cNvPr id="61" name="弧形 81">
                <a:extLst>
                  <a:ext uri="{FF2B5EF4-FFF2-40B4-BE49-F238E27FC236}">
                    <a16:creationId xmlns:a16="http://schemas.microsoft.com/office/drawing/2014/main" id="{82AD3F78-3A82-4B4D-A56C-513B313619F3}"/>
                  </a:ext>
                </a:extLst>
              </p:cNvPr>
              <p:cNvSpPr>
                <a:spLocks noChangeArrowheads="1"/>
              </p:cNvSpPr>
              <p:nvPr/>
            </p:nvSpPr>
            <p:spPr bwMode="auto">
              <a:xfrm rot="16839789">
                <a:off x="-504825" y="944560"/>
                <a:ext cx="3683000" cy="1793875"/>
              </a:xfrm>
              <a:custGeom>
                <a:avLst/>
                <a:gdLst>
                  <a:gd name="T0" fmla="*/ 1931333 w 3683000"/>
                  <a:gd name="T1" fmla="*/ 1068 h 1793875"/>
                  <a:gd name="T2" fmla="*/ 1841500 w 3683000"/>
                  <a:gd name="T3" fmla="*/ 896938 h 1793875"/>
                  <a:gd name="T4" fmla="*/ 3406577 w 3683000"/>
                  <a:gd name="T5" fmla="*/ 1369584 h 1793875"/>
                  <a:gd name="T6" fmla="*/ 11796480 60000 65536"/>
                  <a:gd name="T7" fmla="*/ 11796480 60000 65536"/>
                  <a:gd name="T8" fmla="*/ 5898240 60000 65536"/>
                  <a:gd name="T9" fmla="*/ 1931333 w 3683000"/>
                  <a:gd name="T10" fmla="*/ 1068 h 1793875"/>
                  <a:gd name="T11" fmla="*/ 3683000 w 3683000"/>
                  <a:gd name="T12" fmla="*/ 1369584 h 1793875"/>
                </a:gdLst>
                <a:ahLst/>
                <a:cxnLst>
                  <a:cxn ang="T6">
                    <a:pos x="T0" y="T1"/>
                  </a:cxn>
                  <a:cxn ang="T7">
                    <a:pos x="T2" y="T3"/>
                  </a:cxn>
                  <a:cxn ang="T8">
                    <a:pos x="T4" y="T5"/>
                  </a:cxn>
                </a:cxnLst>
                <a:rect l="T9" t="T10" r="T11" b="T12"/>
                <a:pathLst>
                  <a:path w="3683000" h="1793875" stroke="0">
                    <a:moveTo>
                      <a:pt x="1931333" y="1068"/>
                    </a:moveTo>
                    <a:lnTo>
                      <a:pt x="1931333" y="1067"/>
                    </a:lnTo>
                    <a:cubicBezTo>
                      <a:pt x="2912274" y="24403"/>
                      <a:pt x="3683000" y="418581"/>
                      <a:pt x="3683000" y="896938"/>
                    </a:cubicBezTo>
                    <a:cubicBezTo>
                      <a:pt x="3683000" y="1063950"/>
                      <a:pt x="3587263" y="1227645"/>
                      <a:pt x="3406573" y="1369588"/>
                    </a:cubicBezTo>
                    <a:lnTo>
                      <a:pt x="1841500" y="896938"/>
                    </a:lnTo>
                    <a:close/>
                  </a:path>
                  <a:path w="3683000" h="1793875" fill="none">
                    <a:moveTo>
                      <a:pt x="1931333" y="1068"/>
                    </a:moveTo>
                    <a:lnTo>
                      <a:pt x="1931333" y="1067"/>
                    </a:lnTo>
                    <a:cubicBezTo>
                      <a:pt x="2912274" y="24403"/>
                      <a:pt x="3683000" y="418581"/>
                      <a:pt x="3683000" y="896938"/>
                    </a:cubicBezTo>
                    <a:cubicBezTo>
                      <a:pt x="3683000" y="1063950"/>
                      <a:pt x="3587263" y="1227645"/>
                      <a:pt x="3406573" y="1369588"/>
                    </a:cubicBezTo>
                  </a:path>
                </a:pathLst>
              </a:custGeom>
              <a:noFill/>
              <a:ln w="28575" cmpd="sng">
                <a:solidFill>
                  <a:srgbClr val="FFCCFF"/>
                </a:solidFill>
                <a:miter lim="800000"/>
                <a:headEnd/>
                <a:tailEnd/>
              </a:ln>
              <a:effectLst>
                <a:outerShdw dist="23000" dir="5400000" algn="ctr" rotWithShape="0">
                  <a:srgbClr val="000000">
                    <a:alpha val="32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grpSp>
            <p:nvGrpSpPr>
              <p:cNvPr id="62" name="组合 18">
                <a:extLst>
                  <a:ext uri="{FF2B5EF4-FFF2-40B4-BE49-F238E27FC236}">
                    <a16:creationId xmlns:a16="http://schemas.microsoft.com/office/drawing/2014/main" id="{D9FB7C1C-900D-491F-A12F-37D38F00A99C}"/>
                  </a:ext>
                </a:extLst>
              </p:cNvPr>
              <p:cNvGrpSpPr>
                <a:grpSpLocks/>
              </p:cNvGrpSpPr>
              <p:nvPr/>
            </p:nvGrpSpPr>
            <p:grpSpPr bwMode="auto">
              <a:xfrm>
                <a:off x="449261" y="39687"/>
                <a:ext cx="3127376" cy="4183063"/>
                <a:chOff x="449261" y="0"/>
                <a:chExt cx="3127376" cy="4183063"/>
              </a:xfrm>
            </p:grpSpPr>
            <p:grpSp>
              <p:nvGrpSpPr>
                <p:cNvPr id="63" name="组合 67">
                  <a:extLst>
                    <a:ext uri="{FF2B5EF4-FFF2-40B4-BE49-F238E27FC236}">
                      <a16:creationId xmlns:a16="http://schemas.microsoft.com/office/drawing/2014/main" id="{96CFAC59-08DC-406F-9768-A49961C5B19F}"/>
                    </a:ext>
                  </a:extLst>
                </p:cNvPr>
                <p:cNvGrpSpPr>
                  <a:grpSpLocks/>
                </p:cNvGrpSpPr>
                <p:nvPr/>
              </p:nvGrpSpPr>
              <p:grpSpPr bwMode="auto">
                <a:xfrm>
                  <a:off x="501649" y="2259012"/>
                  <a:ext cx="1820863" cy="1492251"/>
                  <a:chOff x="623920" y="-1"/>
                  <a:chExt cx="2369663" cy="2044702"/>
                </a:xfrm>
              </p:grpSpPr>
              <p:cxnSp>
                <p:nvCxnSpPr>
                  <p:cNvPr id="72" name="直接箭头连接符 68">
                    <a:extLst>
                      <a:ext uri="{FF2B5EF4-FFF2-40B4-BE49-F238E27FC236}">
                        <a16:creationId xmlns:a16="http://schemas.microsoft.com/office/drawing/2014/main" id="{5C8187AD-0CF5-41BE-99E0-FFCE6CF54DFE}"/>
                      </a:ext>
                    </a:extLst>
                  </p:cNvPr>
                  <p:cNvCxnSpPr>
                    <a:cxnSpLocks noChangeShapeType="1"/>
                  </p:cNvCxnSpPr>
                  <p:nvPr/>
                </p:nvCxnSpPr>
                <p:spPr bwMode="auto">
                  <a:xfrm>
                    <a:off x="642515" y="2016423"/>
                    <a:ext cx="2351068" cy="28278"/>
                  </a:xfrm>
                  <a:prstGeom prst="straightConnector1">
                    <a:avLst/>
                  </a:prstGeom>
                  <a:noFill/>
                  <a:ln w="28575" cmpd="sng">
                    <a:solidFill>
                      <a:srgbClr val="C3C9D7"/>
                    </a:solidFill>
                    <a:round/>
                    <a:headEnd/>
                    <a:tailEnd type="stealth" w="med" len="lg"/>
                  </a:ln>
                  <a:extLst>
                    <a:ext uri="{909E8E84-426E-40DD-AFC4-6F175D3DCCD1}">
                      <a14:hiddenFill xmlns:a14="http://schemas.microsoft.com/office/drawing/2010/main">
                        <a:noFill/>
                      </a14:hiddenFill>
                    </a:ext>
                  </a:extLst>
                </p:spPr>
              </p:cxnSp>
              <p:cxnSp>
                <p:nvCxnSpPr>
                  <p:cNvPr id="73" name="直接箭头连接符 69">
                    <a:extLst>
                      <a:ext uri="{FF2B5EF4-FFF2-40B4-BE49-F238E27FC236}">
                        <a16:creationId xmlns:a16="http://schemas.microsoft.com/office/drawing/2014/main" id="{8CC230E4-F3BA-43B0-9C2D-ED95674C84E9}"/>
                      </a:ext>
                    </a:extLst>
                  </p:cNvPr>
                  <p:cNvCxnSpPr>
                    <a:cxnSpLocks noChangeShapeType="1"/>
                  </p:cNvCxnSpPr>
                  <p:nvPr/>
                </p:nvCxnSpPr>
                <p:spPr bwMode="auto">
                  <a:xfrm rot="16200000" flipV="1">
                    <a:off x="-383696" y="1007615"/>
                    <a:ext cx="2033825" cy="18593"/>
                  </a:xfrm>
                  <a:prstGeom prst="straightConnector1">
                    <a:avLst/>
                  </a:prstGeom>
                  <a:noFill/>
                  <a:ln w="28575" cmpd="sng">
                    <a:solidFill>
                      <a:srgbClr val="C3C9D7"/>
                    </a:solidFill>
                    <a:round/>
                    <a:headEnd/>
                    <a:tailEnd type="stealth" w="med" len="lg"/>
                  </a:ln>
                  <a:extLst>
                    <a:ext uri="{909E8E84-426E-40DD-AFC4-6F175D3DCCD1}">
                      <a14:hiddenFill xmlns:a14="http://schemas.microsoft.com/office/drawing/2010/main">
                        <a:noFill/>
                      </a14:hiddenFill>
                    </a:ext>
                  </a:extLst>
                </p:spPr>
              </p:cxnSp>
            </p:grpSp>
            <p:grpSp>
              <p:nvGrpSpPr>
                <p:cNvPr id="64" name="组合 75">
                  <a:extLst>
                    <a:ext uri="{FF2B5EF4-FFF2-40B4-BE49-F238E27FC236}">
                      <a16:creationId xmlns:a16="http://schemas.microsoft.com/office/drawing/2014/main" id="{BB982637-36A4-4D2D-B28B-952ED5F8920F}"/>
                    </a:ext>
                  </a:extLst>
                </p:cNvPr>
                <p:cNvGrpSpPr>
                  <a:grpSpLocks/>
                </p:cNvGrpSpPr>
                <p:nvPr/>
              </p:nvGrpSpPr>
              <p:grpSpPr bwMode="auto">
                <a:xfrm>
                  <a:off x="449261" y="60326"/>
                  <a:ext cx="1820864" cy="1492249"/>
                  <a:chOff x="584543" y="1"/>
                  <a:chExt cx="2369161" cy="2044944"/>
                </a:xfrm>
              </p:grpSpPr>
              <p:cxnSp>
                <p:nvCxnSpPr>
                  <p:cNvPr id="67" name="直接箭头连接符 76">
                    <a:extLst>
                      <a:ext uri="{FF2B5EF4-FFF2-40B4-BE49-F238E27FC236}">
                        <a16:creationId xmlns:a16="http://schemas.microsoft.com/office/drawing/2014/main" id="{B42C729A-4CDE-4A7D-9FD6-6FA9D3DFE144}"/>
                      </a:ext>
                    </a:extLst>
                  </p:cNvPr>
                  <p:cNvCxnSpPr>
                    <a:cxnSpLocks noChangeShapeType="1"/>
                  </p:cNvCxnSpPr>
                  <p:nvPr/>
                </p:nvCxnSpPr>
                <p:spPr bwMode="auto">
                  <a:xfrm>
                    <a:off x="603134" y="2014488"/>
                    <a:ext cx="2350570" cy="30457"/>
                  </a:xfrm>
                  <a:prstGeom prst="straightConnector1">
                    <a:avLst/>
                  </a:prstGeom>
                  <a:noFill/>
                  <a:ln w="28575" cmpd="sng">
                    <a:solidFill>
                      <a:srgbClr val="C3C9D7"/>
                    </a:solidFill>
                    <a:round/>
                    <a:headEnd/>
                    <a:tailEnd type="stealth" w="med" len="lg"/>
                  </a:ln>
                  <a:extLst>
                    <a:ext uri="{909E8E84-426E-40DD-AFC4-6F175D3DCCD1}">
                      <a14:hiddenFill xmlns:a14="http://schemas.microsoft.com/office/drawing/2010/main">
                        <a:noFill/>
                      </a14:hiddenFill>
                    </a:ext>
                  </a:extLst>
                </p:spPr>
              </p:cxnSp>
              <p:cxnSp>
                <p:nvCxnSpPr>
                  <p:cNvPr id="68" name="直接箭头连接符 77">
                    <a:extLst>
                      <a:ext uri="{FF2B5EF4-FFF2-40B4-BE49-F238E27FC236}">
                        <a16:creationId xmlns:a16="http://schemas.microsoft.com/office/drawing/2014/main" id="{2A267046-5CA3-412C-99CB-A0E0AF1B4E70}"/>
                      </a:ext>
                    </a:extLst>
                  </p:cNvPr>
                  <p:cNvCxnSpPr>
                    <a:cxnSpLocks noChangeShapeType="1"/>
                  </p:cNvCxnSpPr>
                  <p:nvPr/>
                </p:nvCxnSpPr>
                <p:spPr bwMode="auto">
                  <a:xfrm rot="16200000" flipV="1">
                    <a:off x="-423196" y="1007740"/>
                    <a:ext cx="2034068" cy="18590"/>
                  </a:xfrm>
                  <a:prstGeom prst="straightConnector1">
                    <a:avLst/>
                  </a:prstGeom>
                  <a:noFill/>
                  <a:ln w="28575" cmpd="sng">
                    <a:solidFill>
                      <a:srgbClr val="C3C9D7"/>
                    </a:solidFill>
                    <a:round/>
                    <a:headEnd/>
                    <a:tailEnd type="stealth" w="med" len="lg"/>
                  </a:ln>
                  <a:extLst>
                    <a:ext uri="{909E8E84-426E-40DD-AFC4-6F175D3DCCD1}">
                      <a14:hiddenFill xmlns:a14="http://schemas.microsoft.com/office/drawing/2010/main">
                        <a:noFill/>
                      </a14:hiddenFill>
                    </a:ext>
                  </a:extLst>
                </p:spPr>
              </p:cxnSp>
            </p:grpSp>
            <p:sp>
              <p:nvSpPr>
                <p:cNvPr id="65" name="弧形 82">
                  <a:extLst>
                    <a:ext uri="{FF2B5EF4-FFF2-40B4-BE49-F238E27FC236}">
                      <a16:creationId xmlns:a16="http://schemas.microsoft.com/office/drawing/2014/main" id="{DD8D3D6E-66FD-42CE-9826-DE42F4B18259}"/>
                    </a:ext>
                  </a:extLst>
                </p:cNvPr>
                <p:cNvSpPr>
                  <a:spLocks noChangeArrowheads="1"/>
                </p:cNvSpPr>
                <p:nvPr/>
              </p:nvSpPr>
              <p:spPr bwMode="auto">
                <a:xfrm rot="9373229">
                  <a:off x="679450" y="184150"/>
                  <a:ext cx="2897187" cy="3998913"/>
                </a:xfrm>
                <a:custGeom>
                  <a:avLst/>
                  <a:gdLst>
                    <a:gd name="T0" fmla="*/ 2380895 w 2897187"/>
                    <a:gd name="T1" fmla="*/ 469133 h 3998913"/>
                    <a:gd name="T2" fmla="*/ 1448594 w 2897187"/>
                    <a:gd name="T3" fmla="*/ 1999457 h 3998913"/>
                    <a:gd name="T4" fmla="*/ 2897187 w 2897187"/>
                    <a:gd name="T5" fmla="*/ 1999457 h 3998913"/>
                    <a:gd name="T6" fmla="*/ 11796480 60000 65536"/>
                    <a:gd name="T7" fmla="*/ 11796480 60000 65536"/>
                    <a:gd name="T8" fmla="*/ 5898240 60000 65536"/>
                    <a:gd name="T9" fmla="*/ 2380895 w 2897187"/>
                    <a:gd name="T10" fmla="*/ 469133 h 3998913"/>
                    <a:gd name="T11" fmla="*/ 2897187 w 2897187"/>
                    <a:gd name="T12" fmla="*/ 1999457 h 3998913"/>
                  </a:gdLst>
                  <a:ahLst/>
                  <a:cxnLst>
                    <a:cxn ang="T6">
                      <a:pos x="T0" y="T1"/>
                    </a:cxn>
                    <a:cxn ang="T7">
                      <a:pos x="T2" y="T3"/>
                    </a:cxn>
                    <a:cxn ang="T8">
                      <a:pos x="T4" y="T5"/>
                    </a:cxn>
                  </a:cxnLst>
                  <a:rect l="T9" t="T10" r="T11" b="T12"/>
                  <a:pathLst>
                    <a:path w="2897187" h="3998913" stroke="0">
                      <a:moveTo>
                        <a:pt x="2380895" y="469133"/>
                      </a:moveTo>
                      <a:lnTo>
                        <a:pt x="2380895" y="469132"/>
                      </a:lnTo>
                      <a:cubicBezTo>
                        <a:pt x="2708215" y="849038"/>
                        <a:pt x="2897188" y="1409164"/>
                        <a:pt x="2897188" y="1999457"/>
                      </a:cubicBezTo>
                      <a:cubicBezTo>
                        <a:pt x="2897188" y="1999458"/>
                        <a:pt x="2897187" y="1999459"/>
                        <a:pt x="2897187" y="1999460"/>
                      </a:cubicBezTo>
                      <a:lnTo>
                        <a:pt x="1448594" y="1999457"/>
                      </a:lnTo>
                      <a:close/>
                    </a:path>
                    <a:path w="2897187" h="3998913" fill="none">
                      <a:moveTo>
                        <a:pt x="2380895" y="469133"/>
                      </a:moveTo>
                      <a:lnTo>
                        <a:pt x="2380895" y="469132"/>
                      </a:lnTo>
                      <a:cubicBezTo>
                        <a:pt x="2708215" y="849038"/>
                        <a:pt x="2897188" y="1409164"/>
                        <a:pt x="2897188" y="1999457"/>
                      </a:cubicBezTo>
                      <a:cubicBezTo>
                        <a:pt x="2897188" y="1999458"/>
                        <a:pt x="2897187" y="1999459"/>
                        <a:pt x="2897187" y="1999460"/>
                      </a:cubicBezTo>
                    </a:path>
                  </a:pathLst>
                </a:custGeom>
                <a:noFill/>
                <a:ln w="28575" cmpd="sng">
                  <a:solidFill>
                    <a:srgbClr val="00B0F0"/>
                  </a:solidFill>
                  <a:miter lim="800000"/>
                  <a:headEnd/>
                  <a:tailEnd/>
                </a:ln>
                <a:effectLst>
                  <a:outerShdw dist="23000" dir="5400000" algn="ctr" rotWithShape="0">
                    <a:srgbClr val="000000">
                      <a:alpha val="32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cxnSp>
              <p:nvCxnSpPr>
                <p:cNvPr id="66" name="直接连接符 84">
                  <a:extLst>
                    <a:ext uri="{FF2B5EF4-FFF2-40B4-BE49-F238E27FC236}">
                      <a16:creationId xmlns:a16="http://schemas.microsoft.com/office/drawing/2014/main" id="{19B64AFE-6E17-458E-96E6-B82D4DF2FE86}"/>
                    </a:ext>
                  </a:extLst>
                </p:cNvPr>
                <p:cNvCxnSpPr>
                  <a:cxnSpLocks noChangeShapeType="1"/>
                </p:cNvCxnSpPr>
                <p:nvPr/>
              </p:nvCxnSpPr>
              <p:spPr bwMode="auto">
                <a:xfrm rot="5400000">
                  <a:off x="-280195" y="1875632"/>
                  <a:ext cx="3770313" cy="19050"/>
                </a:xfrm>
                <a:prstGeom prst="line">
                  <a:avLst/>
                </a:prstGeom>
                <a:noFill/>
                <a:ln w="28575" cmpd="sng">
                  <a:solidFill>
                    <a:srgbClr val="C3C9D7"/>
                  </a:solidFill>
                  <a:prstDash val="lgDash"/>
                  <a:round/>
                  <a:headEnd/>
                  <a:tailEnd/>
                </a:ln>
                <a:extLst>
                  <a:ext uri="{909E8E84-426E-40DD-AFC4-6F175D3DCCD1}">
                    <a14:hiddenFill xmlns:a14="http://schemas.microsoft.com/office/drawing/2010/main">
                      <a:noFill/>
                    </a14:hiddenFill>
                  </a:ext>
                </a:extLst>
              </p:spPr>
            </p:cxnSp>
          </p:grpSp>
        </p:grpSp>
        <p:sp>
          <p:nvSpPr>
            <p:cNvPr id="3" name="文本框 2">
              <a:extLst>
                <a:ext uri="{FF2B5EF4-FFF2-40B4-BE49-F238E27FC236}">
                  <a16:creationId xmlns:a16="http://schemas.microsoft.com/office/drawing/2014/main" id="{3685AA60-8B92-4B49-B5BE-EFA598C0BBC5}"/>
                </a:ext>
              </a:extLst>
            </p:cNvPr>
            <p:cNvSpPr txBox="1"/>
            <p:nvPr/>
          </p:nvSpPr>
          <p:spPr>
            <a:xfrm>
              <a:off x="5254782" y="1815271"/>
              <a:ext cx="460382" cy="307777"/>
            </a:xfrm>
            <a:prstGeom prst="rect">
              <a:avLst/>
            </a:prstGeom>
            <a:noFill/>
          </p:spPr>
          <p:txBody>
            <a:bodyPr wrap="none" rtlCol="0">
              <a:spAutoFit/>
            </a:bodyPr>
            <a:lstStyle/>
            <a:p>
              <a:r>
                <a:rPr lang="en-US" altLang="zh-CN" sz="1400" spc="150" dirty="0">
                  <a:latin typeface="微软雅黑" panose="020B0503020204020204" pitchFamily="34" charset="-122"/>
                  <a:ea typeface="微软雅黑" panose="020B0503020204020204" pitchFamily="34" charset="-122"/>
                </a:rPr>
                <a:t>TU</a:t>
              </a:r>
              <a:endParaRPr lang="zh-CN" altLang="en-US" sz="1400" spc="150" dirty="0">
                <a:latin typeface="微软雅黑" panose="020B0503020204020204" pitchFamily="34" charset="-122"/>
                <a:ea typeface="微软雅黑" panose="020B0503020204020204" pitchFamily="34" charset="-122"/>
              </a:endParaRPr>
            </a:p>
          </p:txBody>
        </p:sp>
        <p:sp>
          <p:nvSpPr>
            <p:cNvPr id="77" name="文本框 76">
              <a:extLst>
                <a:ext uri="{FF2B5EF4-FFF2-40B4-BE49-F238E27FC236}">
                  <a16:creationId xmlns:a16="http://schemas.microsoft.com/office/drawing/2014/main" id="{979A7CB1-EDA8-4EE6-9862-BB4622BC3C76}"/>
                </a:ext>
              </a:extLst>
            </p:cNvPr>
            <p:cNvSpPr txBox="1"/>
            <p:nvPr/>
          </p:nvSpPr>
          <p:spPr>
            <a:xfrm>
              <a:off x="5281201" y="4030895"/>
              <a:ext cx="532518" cy="307777"/>
            </a:xfrm>
            <a:prstGeom prst="rect">
              <a:avLst/>
            </a:prstGeom>
            <a:noFill/>
          </p:spPr>
          <p:txBody>
            <a:bodyPr wrap="none" rtlCol="0">
              <a:spAutoFit/>
            </a:bodyPr>
            <a:lstStyle/>
            <a:p>
              <a:r>
                <a:rPr lang="en-US" altLang="zh-CN" sz="1400" spc="150" dirty="0">
                  <a:latin typeface="微软雅黑" panose="020B0503020204020204" pitchFamily="34" charset="-122"/>
                  <a:ea typeface="微软雅黑" panose="020B0503020204020204" pitchFamily="34" charset="-122"/>
                </a:rPr>
                <a:t>MU</a:t>
              </a:r>
              <a:endParaRPr lang="zh-CN" altLang="en-US" sz="1400" spc="150" dirty="0">
                <a:latin typeface="微软雅黑" panose="020B0503020204020204" pitchFamily="34" charset="-122"/>
                <a:ea typeface="微软雅黑" panose="020B0503020204020204" pitchFamily="34" charset="-122"/>
              </a:endParaRPr>
            </a:p>
          </p:txBody>
        </p:sp>
        <p:grpSp>
          <p:nvGrpSpPr>
            <p:cNvPr id="4" name="组合 3">
              <a:extLst>
                <a:ext uri="{FF2B5EF4-FFF2-40B4-BE49-F238E27FC236}">
                  <a16:creationId xmlns:a16="http://schemas.microsoft.com/office/drawing/2014/main" id="{E4D05F36-4BDB-43EA-B76A-9FA4BDFEC464}"/>
                </a:ext>
              </a:extLst>
            </p:cNvPr>
            <p:cNvGrpSpPr/>
            <p:nvPr/>
          </p:nvGrpSpPr>
          <p:grpSpPr>
            <a:xfrm>
              <a:off x="5682595" y="3349721"/>
              <a:ext cx="1869497" cy="307777"/>
              <a:chOff x="5891121" y="3528533"/>
              <a:chExt cx="1869497" cy="307777"/>
            </a:xfrm>
          </p:grpSpPr>
          <p:sp>
            <p:nvSpPr>
              <p:cNvPr id="78" name="文本框 77">
                <a:extLst>
                  <a:ext uri="{FF2B5EF4-FFF2-40B4-BE49-F238E27FC236}">
                    <a16:creationId xmlns:a16="http://schemas.microsoft.com/office/drawing/2014/main" id="{1838C67A-A717-402A-BB09-96E8001CDBBA}"/>
                  </a:ext>
                </a:extLst>
              </p:cNvPr>
              <p:cNvSpPr txBox="1"/>
              <p:nvPr/>
            </p:nvSpPr>
            <p:spPr>
              <a:xfrm>
                <a:off x="5891121" y="3528533"/>
                <a:ext cx="349776" cy="307777"/>
              </a:xfrm>
              <a:prstGeom prst="rect">
                <a:avLst/>
              </a:prstGeom>
              <a:noFill/>
            </p:spPr>
            <p:txBody>
              <a:bodyPr wrap="none" rtlCol="0">
                <a:spAutoFit/>
              </a:bodyPr>
              <a:lstStyle/>
              <a:p>
                <a:r>
                  <a:rPr lang="en-US" altLang="zh-CN" sz="1400" spc="150" dirty="0">
                    <a:latin typeface="微软雅黑" panose="020B0503020204020204" pitchFamily="34" charset="-122"/>
                    <a:ea typeface="微软雅黑" panose="020B0503020204020204" pitchFamily="34" charset="-122"/>
                  </a:rPr>
                  <a:t>O</a:t>
                </a:r>
                <a:endParaRPr lang="zh-CN" altLang="en-US" sz="1400" spc="150" dirty="0">
                  <a:latin typeface="微软雅黑" panose="020B0503020204020204" pitchFamily="34" charset="-122"/>
                  <a:ea typeface="微软雅黑" panose="020B0503020204020204" pitchFamily="34" charset="-122"/>
                </a:endParaRPr>
              </a:p>
            </p:txBody>
          </p:sp>
          <p:sp>
            <p:nvSpPr>
              <p:cNvPr id="79" name="文本框 78">
                <a:extLst>
                  <a:ext uri="{FF2B5EF4-FFF2-40B4-BE49-F238E27FC236}">
                    <a16:creationId xmlns:a16="http://schemas.microsoft.com/office/drawing/2014/main" id="{4C64FF58-8FF1-4F61-B082-E69B277CC392}"/>
                  </a:ext>
                </a:extLst>
              </p:cNvPr>
              <p:cNvSpPr txBox="1"/>
              <p:nvPr/>
            </p:nvSpPr>
            <p:spPr>
              <a:xfrm>
                <a:off x="7410842" y="3528533"/>
                <a:ext cx="349776" cy="307777"/>
              </a:xfrm>
              <a:prstGeom prst="rect">
                <a:avLst/>
              </a:prstGeom>
              <a:noFill/>
            </p:spPr>
            <p:txBody>
              <a:bodyPr wrap="none" rtlCol="0">
                <a:spAutoFit/>
              </a:bodyPr>
              <a:lstStyle/>
              <a:p>
                <a:r>
                  <a:rPr lang="en-US" altLang="zh-CN" sz="1400" spc="150" dirty="0">
                    <a:latin typeface="微软雅黑" panose="020B0503020204020204" pitchFamily="34" charset="-122"/>
                    <a:ea typeface="微软雅黑" panose="020B0503020204020204" pitchFamily="34" charset="-122"/>
                  </a:rPr>
                  <a:t>Q</a:t>
                </a:r>
                <a:endParaRPr lang="zh-CN" altLang="en-US" sz="1400" spc="150" dirty="0">
                  <a:latin typeface="微软雅黑" panose="020B0503020204020204" pitchFamily="34" charset="-122"/>
                  <a:ea typeface="微软雅黑" panose="020B0503020204020204" pitchFamily="34" charset="-122"/>
                </a:endParaRPr>
              </a:p>
            </p:txBody>
          </p:sp>
        </p:grpSp>
        <p:grpSp>
          <p:nvGrpSpPr>
            <p:cNvPr id="81" name="组合 80">
              <a:extLst>
                <a:ext uri="{FF2B5EF4-FFF2-40B4-BE49-F238E27FC236}">
                  <a16:creationId xmlns:a16="http://schemas.microsoft.com/office/drawing/2014/main" id="{1DBCF036-CB5B-4E62-8A00-48D29CB25D52}"/>
                </a:ext>
              </a:extLst>
            </p:cNvPr>
            <p:cNvGrpSpPr/>
            <p:nvPr/>
          </p:nvGrpSpPr>
          <p:grpSpPr>
            <a:xfrm>
              <a:off x="5751440" y="5508319"/>
              <a:ext cx="1869497" cy="307777"/>
              <a:chOff x="5891121" y="3528533"/>
              <a:chExt cx="1869497" cy="307777"/>
            </a:xfrm>
          </p:grpSpPr>
          <p:sp>
            <p:nvSpPr>
              <p:cNvPr id="82" name="文本框 81">
                <a:extLst>
                  <a:ext uri="{FF2B5EF4-FFF2-40B4-BE49-F238E27FC236}">
                    <a16:creationId xmlns:a16="http://schemas.microsoft.com/office/drawing/2014/main" id="{C38B9BEA-6F59-4ADF-A24A-C20F2CA9C78C}"/>
                  </a:ext>
                </a:extLst>
              </p:cNvPr>
              <p:cNvSpPr txBox="1"/>
              <p:nvPr/>
            </p:nvSpPr>
            <p:spPr>
              <a:xfrm>
                <a:off x="5891121" y="3528533"/>
                <a:ext cx="349776" cy="307777"/>
              </a:xfrm>
              <a:prstGeom prst="rect">
                <a:avLst/>
              </a:prstGeom>
              <a:noFill/>
            </p:spPr>
            <p:txBody>
              <a:bodyPr wrap="none" rtlCol="0">
                <a:spAutoFit/>
              </a:bodyPr>
              <a:lstStyle/>
              <a:p>
                <a:r>
                  <a:rPr lang="en-US" altLang="zh-CN" sz="1400" spc="150" dirty="0">
                    <a:latin typeface="微软雅黑" panose="020B0503020204020204" pitchFamily="34" charset="-122"/>
                    <a:ea typeface="微软雅黑" panose="020B0503020204020204" pitchFamily="34" charset="-122"/>
                  </a:rPr>
                  <a:t>O</a:t>
                </a:r>
                <a:endParaRPr lang="zh-CN" altLang="en-US" sz="1400" spc="150" dirty="0">
                  <a:latin typeface="微软雅黑" panose="020B0503020204020204" pitchFamily="34" charset="-122"/>
                  <a:ea typeface="微软雅黑" panose="020B0503020204020204" pitchFamily="34" charset="-122"/>
                </a:endParaRPr>
              </a:p>
            </p:txBody>
          </p:sp>
          <p:sp>
            <p:nvSpPr>
              <p:cNvPr id="83" name="文本框 82">
                <a:extLst>
                  <a:ext uri="{FF2B5EF4-FFF2-40B4-BE49-F238E27FC236}">
                    <a16:creationId xmlns:a16="http://schemas.microsoft.com/office/drawing/2014/main" id="{B1E4A19A-E4A6-440E-BB75-AD2FD3BDAEC8}"/>
                  </a:ext>
                </a:extLst>
              </p:cNvPr>
              <p:cNvSpPr txBox="1"/>
              <p:nvPr/>
            </p:nvSpPr>
            <p:spPr>
              <a:xfrm>
                <a:off x="7410842" y="3528533"/>
                <a:ext cx="349776" cy="307777"/>
              </a:xfrm>
              <a:prstGeom prst="rect">
                <a:avLst/>
              </a:prstGeom>
              <a:noFill/>
            </p:spPr>
            <p:txBody>
              <a:bodyPr wrap="none" rtlCol="0">
                <a:spAutoFit/>
              </a:bodyPr>
              <a:lstStyle/>
              <a:p>
                <a:r>
                  <a:rPr lang="en-US" altLang="zh-CN" sz="1400" spc="150" dirty="0">
                    <a:latin typeface="微软雅黑" panose="020B0503020204020204" pitchFamily="34" charset="-122"/>
                    <a:ea typeface="微软雅黑" panose="020B0503020204020204" pitchFamily="34" charset="-122"/>
                  </a:rPr>
                  <a:t>Q</a:t>
                </a:r>
                <a:endParaRPr lang="zh-CN" altLang="en-US" sz="1400" spc="150" dirty="0">
                  <a:latin typeface="微软雅黑" panose="020B0503020204020204" pitchFamily="34" charset="-122"/>
                  <a:ea typeface="微软雅黑" panose="020B0503020204020204" pitchFamily="34" charset="-122"/>
                </a:endParaRPr>
              </a:p>
            </p:txBody>
          </p:sp>
        </p:grpSp>
      </p:grpSp>
      <p:sp>
        <p:nvSpPr>
          <p:cNvPr id="34" name="矩形 33">
            <a:extLst>
              <a:ext uri="{FF2B5EF4-FFF2-40B4-BE49-F238E27FC236}">
                <a16:creationId xmlns:a16="http://schemas.microsoft.com/office/drawing/2014/main" id="{72424D89-6E87-49DA-B05F-0D6E2781B61D}"/>
              </a:ext>
            </a:extLst>
          </p:cNvPr>
          <p:cNvSpPr/>
          <p:nvPr/>
        </p:nvSpPr>
        <p:spPr>
          <a:xfrm>
            <a:off x="6593747" y="0"/>
            <a:ext cx="2550253" cy="369332"/>
          </a:xfrm>
          <a:prstGeom prst="rect">
            <a:avLst/>
          </a:prstGeom>
        </p:spPr>
        <p:txBody>
          <a:bodyPr wrap="squar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第一节 </a:t>
            </a:r>
            <a:r>
              <a:rPr lang="zh-CN" altLang="en-US" spc="150" dirty="0">
                <a:latin typeface="微软雅黑" panose="020B0503020204020204" pitchFamily="34" charset="-122"/>
                <a:ea typeface="微软雅黑" panose="020B0503020204020204" pitchFamily="34" charset="-122"/>
              </a:rPr>
              <a:t>效用理论概述</a:t>
            </a:r>
            <a:r>
              <a:rPr lang="zh-CN" altLang="en-US" spc="150" dirty="0">
                <a:solidFill>
                  <a:srgbClr val="000000"/>
                </a:solidFill>
                <a:latin typeface="微软雅黑" panose="020B0503020204020204" pitchFamily="34" charset="-122"/>
                <a:ea typeface="微软雅黑" panose="020B0503020204020204" pitchFamily="34" charset="-122"/>
              </a:rPr>
              <a:t> </a:t>
            </a:r>
          </a:p>
        </p:txBody>
      </p:sp>
      <p:sp>
        <p:nvSpPr>
          <p:cNvPr id="35" name="矩形 34">
            <a:extLst>
              <a:ext uri="{FF2B5EF4-FFF2-40B4-BE49-F238E27FC236}">
                <a16:creationId xmlns:a16="http://schemas.microsoft.com/office/drawing/2014/main" id="{A97AD7E3-E7BF-4E98-892B-A86EF3E5968D}"/>
              </a:ext>
            </a:extLst>
          </p:cNvPr>
          <p:cNvSpPr/>
          <p:nvPr/>
        </p:nvSpPr>
        <p:spPr>
          <a:xfrm>
            <a:off x="467544" y="548680"/>
            <a:ext cx="4762842"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二、总效用和边际效用递减规律</a:t>
            </a:r>
          </a:p>
        </p:txBody>
      </p:sp>
      <p:grpSp>
        <p:nvGrpSpPr>
          <p:cNvPr id="26" name="组合 25">
            <a:extLst>
              <a:ext uri="{FF2B5EF4-FFF2-40B4-BE49-F238E27FC236}">
                <a16:creationId xmlns:a16="http://schemas.microsoft.com/office/drawing/2014/main" id="{766E4B13-1A05-4AAE-AE7B-E38C5A715AFC}"/>
              </a:ext>
            </a:extLst>
          </p:cNvPr>
          <p:cNvGrpSpPr/>
          <p:nvPr/>
        </p:nvGrpSpPr>
        <p:grpSpPr>
          <a:xfrm>
            <a:off x="467544" y="1161144"/>
            <a:ext cx="3806023" cy="659493"/>
            <a:chOff x="467544" y="1161144"/>
            <a:chExt cx="3806023" cy="659493"/>
          </a:xfrm>
        </p:grpSpPr>
        <p:sp>
          <p:nvSpPr>
            <p:cNvPr id="27" name="MH_Text_1">
              <a:extLst>
                <a:ext uri="{FF2B5EF4-FFF2-40B4-BE49-F238E27FC236}">
                  <a16:creationId xmlns:a16="http://schemas.microsoft.com/office/drawing/2014/main" id="{9B58BEE9-31A1-441F-84AC-5696CC77BF34}"/>
                </a:ext>
              </a:extLst>
            </p:cNvPr>
            <p:cNvSpPr/>
            <p:nvPr>
              <p:custDataLst>
                <p:tags r:id="rId1"/>
              </p:custDataLst>
            </p:nvPr>
          </p:nvSpPr>
          <p:spPr bwMode="auto">
            <a:xfrm>
              <a:off x="467544" y="1161144"/>
              <a:ext cx="3806023" cy="659493"/>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algn="ctr">
                <a:defRPr/>
              </a:pPr>
              <a:r>
                <a:rPr lang="zh-CN" altLang="en-US" sz="2000" spc="150" dirty="0">
                  <a:solidFill>
                    <a:srgbClr val="000000"/>
                  </a:solidFill>
                  <a:latin typeface="微软雅黑" panose="020B0503020204020204" pitchFamily="34" charset="-122"/>
                  <a:ea typeface="微软雅黑" panose="020B0503020204020204" pitchFamily="34" charset="-122"/>
                </a:rPr>
                <a:t>边际效用递减规律</a:t>
              </a:r>
            </a:p>
          </p:txBody>
        </p:sp>
        <p:sp>
          <p:nvSpPr>
            <p:cNvPr id="28" name="MH_Other_2">
              <a:extLst>
                <a:ext uri="{FF2B5EF4-FFF2-40B4-BE49-F238E27FC236}">
                  <a16:creationId xmlns:a16="http://schemas.microsoft.com/office/drawing/2014/main" id="{DB8C0A6E-35E7-46BC-A4F2-F213D509893C}"/>
                </a:ext>
              </a:extLst>
            </p:cNvPr>
            <p:cNvSpPr/>
            <p:nvPr>
              <p:custDataLst>
                <p:tags r:id="rId2"/>
              </p:custDataLst>
            </p:nvPr>
          </p:nvSpPr>
          <p:spPr bwMode="auto">
            <a:xfrm rot="10800000">
              <a:off x="4004344" y="1240922"/>
              <a:ext cx="189743" cy="162838"/>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
        <p:nvSpPr>
          <p:cNvPr id="5" name="标注: 线形 4">
            <a:extLst>
              <a:ext uri="{FF2B5EF4-FFF2-40B4-BE49-F238E27FC236}">
                <a16:creationId xmlns:a16="http://schemas.microsoft.com/office/drawing/2014/main" id="{235170E1-77A6-4C0B-9319-E8FD8B3110B2}"/>
              </a:ext>
            </a:extLst>
          </p:cNvPr>
          <p:cNvSpPr/>
          <p:nvPr/>
        </p:nvSpPr>
        <p:spPr bwMode="auto">
          <a:xfrm>
            <a:off x="6081552" y="449227"/>
            <a:ext cx="2568753" cy="729050"/>
          </a:xfrm>
          <a:prstGeom prst="borderCallout1">
            <a:avLst>
              <a:gd name="adj1" fmla="val 18750"/>
              <a:gd name="adj2" fmla="val -8333"/>
              <a:gd name="adj3" fmla="val 167230"/>
              <a:gd name="adj4" fmla="val 287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只要边际效用为正值，总效用就会增加。</a:t>
            </a:r>
          </a:p>
        </p:txBody>
      </p:sp>
    </p:spTree>
    <p:extLst>
      <p:ext uri="{BB962C8B-B14F-4D97-AF65-F5344CB8AC3E}">
        <p14:creationId xmlns:p14="http://schemas.microsoft.com/office/powerpoint/2010/main" val="672045715"/>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barn(inVertical)">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168"/>
                                        </p:tgtEl>
                                        <p:attrNameLst>
                                          <p:attrName>style.visibility</p:attrName>
                                        </p:attrNameLst>
                                      </p:cBhvr>
                                      <p:to>
                                        <p:strVal val="visible"/>
                                      </p:to>
                                    </p:set>
                                    <p:animEffect transition="in" filter="fade">
                                      <p:cBhvr>
                                        <p:cTn id="17" dur="500"/>
                                        <p:tgtEl>
                                          <p:spTgt spid="71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170" name="Rectangle 3"/>
              <p:cNvSpPr>
                <a:spLocks noGrp="1" noChangeArrowheads="1"/>
              </p:cNvSpPr>
              <p:nvPr>
                <p:ph type="body" idx="4294967295"/>
              </p:nvPr>
            </p:nvSpPr>
            <p:spPr>
              <a:xfrm>
                <a:off x="878114" y="1989126"/>
                <a:ext cx="7172805" cy="4206628"/>
              </a:xfrm>
            </p:spPr>
            <p:txBody>
              <a:bodyPr/>
              <a:lstStyle/>
              <a:p>
                <a:pPr marL="538163" lvl="3" indent="-261938" defTabSz="457200" eaLnBrk="1" hangingPunct="1">
                  <a:lnSpc>
                    <a:spcPts val="2600"/>
                  </a:lnSpc>
                  <a:spcAft>
                    <a:spcPts val="900"/>
                  </a:spcAft>
                  <a:buFont typeface="Wingdings" panose="05000000000000000000" pitchFamily="2" charset="2"/>
                  <a:buChar char="Ø"/>
                </a:pPr>
                <a:r>
                  <a:rPr lang="zh-CN" altLang="en-US" sz="1800" spc="150" dirty="0">
                    <a:solidFill>
                      <a:srgbClr val="000000"/>
                    </a:solidFill>
                    <a:latin typeface="微软雅黑" panose="020B0503020204020204" pitchFamily="34" charset="-122"/>
                    <a:ea typeface="微软雅黑" panose="020B0503020204020204" pitchFamily="34" charset="-122"/>
                  </a:rPr>
                  <a:t>条件</a:t>
                </a:r>
                <a:r>
                  <a:rPr lang="zh-CN" altLang="en-US" sz="1600" spc="150" dirty="0">
                    <a:solidFill>
                      <a:srgbClr val="000000"/>
                    </a:solidFill>
                    <a:latin typeface="微软雅黑" panose="020B0503020204020204" pitchFamily="34" charset="-122"/>
                    <a:ea typeface="微软雅黑" panose="020B0503020204020204" pitchFamily="34" charset="-122"/>
                  </a:rPr>
                  <a:t>：</a:t>
                </a:r>
                <a14:m>
                  <m:oMath xmlns:m="http://schemas.openxmlformats.org/officeDocument/2006/math">
                    <m:f>
                      <m:fPr>
                        <m:ctrlPr>
                          <a:rPr lang="en-US" altLang="zh-CN" sz="1800" i="1" spc="150" smtClean="0">
                            <a:solidFill>
                              <a:srgbClr val="000000"/>
                            </a:solidFill>
                            <a:latin typeface="Cambria Math" panose="02040503050406030204" pitchFamily="18" charset="0"/>
                            <a:ea typeface="微软雅黑" panose="020B0503020204020204" pitchFamily="34" charset="-122"/>
                          </a:rPr>
                        </m:ctrlPr>
                      </m:fPr>
                      <m:num>
                        <m:r>
                          <a:rPr lang="en-US" altLang="zh-CN" sz="1800" b="0" i="1" spc="150" smtClean="0">
                            <a:solidFill>
                              <a:srgbClr val="000000"/>
                            </a:solidFill>
                            <a:latin typeface="Cambria Math" panose="02040503050406030204" pitchFamily="18" charset="0"/>
                            <a:ea typeface="微软雅黑" panose="020B0503020204020204" pitchFamily="34" charset="-122"/>
                          </a:rPr>
                          <m:t>𝑀𝑈</m:t>
                        </m:r>
                      </m:num>
                      <m:den>
                        <m:r>
                          <a:rPr lang="en-US" altLang="zh-CN" sz="1800" b="0" i="1" spc="150" smtClean="0">
                            <a:solidFill>
                              <a:srgbClr val="000000"/>
                            </a:solidFill>
                            <a:latin typeface="Cambria Math" panose="02040503050406030204" pitchFamily="18" charset="0"/>
                            <a:ea typeface="微软雅黑" panose="020B0503020204020204" pitchFamily="34" charset="-122"/>
                          </a:rPr>
                          <m:t>𝑃</m:t>
                        </m:r>
                      </m:den>
                    </m:f>
                    <m:r>
                      <a:rPr lang="en-US" altLang="zh-CN" sz="1800" b="0" i="1" spc="150" smtClean="0">
                        <a:solidFill>
                          <a:srgbClr val="000000"/>
                        </a:solidFill>
                        <a:latin typeface="Cambria Math" panose="02040503050406030204" pitchFamily="18" charset="0"/>
                        <a:ea typeface="微软雅黑" panose="020B0503020204020204" pitchFamily="34" charset="-122"/>
                      </a:rPr>
                      <m:t>= </m:t>
                    </m:r>
                  </m:oMath>
                </a14:m>
                <a:r>
                  <a:rPr lang="el-GR" altLang="zh-CN" sz="1800" spc="150" dirty="0">
                    <a:solidFill>
                      <a:srgbClr val="000000"/>
                    </a:solidFill>
                    <a:latin typeface="微软雅黑" panose="020B0503020204020204" pitchFamily="34" charset="-122"/>
                    <a:ea typeface="微软雅黑" panose="020B0503020204020204" pitchFamily="34" charset="-122"/>
                  </a:rPr>
                  <a:t>λ</a:t>
                </a:r>
                <a:endParaRPr lang="en-US" altLang="zh-CN" sz="1800" spc="150" dirty="0">
                  <a:solidFill>
                    <a:srgbClr val="000000"/>
                  </a:solidFill>
                  <a:latin typeface="微软雅黑" panose="020B0503020204020204" pitchFamily="34" charset="-122"/>
                  <a:ea typeface="微软雅黑" panose="020B0503020204020204" pitchFamily="34" charset="-122"/>
                </a:endParaRPr>
              </a:p>
              <a:p>
                <a:pPr marL="763588" lvl="3" indent="-227013" defTabSz="457200" eaLnBrk="1" hangingPunct="1">
                  <a:lnSpc>
                    <a:spcPts val="2200"/>
                  </a:lnSpc>
                  <a:spcBef>
                    <a:spcPct val="40000"/>
                  </a:spcBef>
                  <a:spcAft>
                    <a:spcPts val="0"/>
                  </a:spcAft>
                  <a:buFont typeface="Arial" panose="020B0604020202020204" pitchFamily="34" charset="0"/>
                  <a:buChar char="•"/>
                  <a:defRPr/>
                </a:pPr>
                <a:r>
                  <a:rPr lang="en-US" altLang="zh-CN" sz="1600" spc="150" dirty="0">
                    <a:solidFill>
                      <a:srgbClr val="000000"/>
                    </a:solidFill>
                    <a:latin typeface="微软雅黑" panose="020B0503020204020204" pitchFamily="34" charset="-122"/>
                    <a:ea typeface="微软雅黑" panose="020B0503020204020204" pitchFamily="34" charset="-122"/>
                  </a:rPr>
                  <a:t>MU</a:t>
                </a:r>
                <a:r>
                  <a:rPr lang="zh-CN" altLang="en-US" sz="1600" spc="150" dirty="0">
                    <a:solidFill>
                      <a:srgbClr val="000000"/>
                    </a:solidFill>
                    <a:latin typeface="微软雅黑" panose="020B0503020204020204" pitchFamily="34" charset="-122"/>
                    <a:ea typeface="微软雅黑" panose="020B0503020204020204" pitchFamily="34" charset="-122"/>
                  </a:rPr>
                  <a:t>为（每一单位）商品的边际效用</a:t>
                </a:r>
              </a:p>
              <a:p>
                <a:pPr marL="763588" lvl="3" indent="-227013" defTabSz="457200" eaLnBrk="1" hangingPunct="1">
                  <a:lnSpc>
                    <a:spcPts val="2200"/>
                  </a:lnSpc>
                  <a:spcBef>
                    <a:spcPct val="40000"/>
                  </a:spcBef>
                  <a:spcAft>
                    <a:spcPts val="0"/>
                  </a:spcAft>
                  <a:buFont typeface="Arial" panose="020B0604020202020204" pitchFamily="34" charset="0"/>
                  <a:buChar char="•"/>
                  <a:defRPr/>
                </a:pPr>
                <a:r>
                  <a:rPr lang="en-US" altLang="zh-CN" sz="1600" spc="150" dirty="0">
                    <a:solidFill>
                      <a:srgbClr val="000000"/>
                    </a:solidFill>
                    <a:latin typeface="微软雅黑" panose="020B0503020204020204" pitchFamily="34" charset="-122"/>
                    <a:ea typeface="微软雅黑" panose="020B0503020204020204" pitchFamily="34" charset="-122"/>
                  </a:rPr>
                  <a:t>MU/P</a:t>
                </a:r>
                <a:r>
                  <a:rPr lang="zh-CN" altLang="en-US" sz="1600" spc="150" dirty="0">
                    <a:solidFill>
                      <a:srgbClr val="000000"/>
                    </a:solidFill>
                    <a:latin typeface="微软雅黑" panose="020B0503020204020204" pitchFamily="34" charset="-122"/>
                    <a:ea typeface="微软雅黑" panose="020B0503020204020204" pitchFamily="34" charset="-122"/>
                  </a:rPr>
                  <a:t>为（每一元）商品的边际效用</a:t>
                </a:r>
              </a:p>
              <a:p>
                <a:pPr marL="763588" lvl="3" indent="-227013" defTabSz="457200" eaLnBrk="1" hangingPunct="1">
                  <a:lnSpc>
                    <a:spcPts val="2200"/>
                  </a:lnSpc>
                  <a:spcBef>
                    <a:spcPct val="40000"/>
                  </a:spcBef>
                  <a:spcAft>
                    <a:spcPts val="1800"/>
                  </a:spcAft>
                  <a:buFont typeface="Arial" panose="020B0604020202020204" pitchFamily="34" charset="0"/>
                  <a:buChar char="•"/>
                  <a:defRPr/>
                </a:pPr>
                <a:r>
                  <a:rPr lang="en-US" altLang="zh-CN" sz="1600" spc="150" dirty="0">
                    <a:solidFill>
                      <a:srgbClr val="000000"/>
                    </a:solidFill>
                    <a:latin typeface="微软雅黑" panose="020B0503020204020204" pitchFamily="34" charset="-122"/>
                    <a:ea typeface="微软雅黑" panose="020B0503020204020204" pitchFamily="34" charset="-122"/>
                  </a:rPr>
                  <a:t>λ</a:t>
                </a:r>
                <a:r>
                  <a:rPr lang="zh-CN" altLang="en-US" sz="1600" spc="150" dirty="0">
                    <a:solidFill>
                      <a:srgbClr val="000000"/>
                    </a:solidFill>
                    <a:latin typeface="微软雅黑" panose="020B0503020204020204" pitchFamily="34" charset="-122"/>
                    <a:ea typeface="微软雅黑" panose="020B0503020204020204" pitchFamily="34" charset="-122"/>
                  </a:rPr>
                  <a:t>为货币的边际效用</a:t>
                </a:r>
              </a:p>
              <a:p>
                <a:pPr marL="285750" lvl="1" defTabSz="457200" eaLnBrk="1" hangingPunct="1">
                  <a:lnSpc>
                    <a:spcPts val="3500"/>
                  </a:lnSpc>
                  <a:spcBef>
                    <a:spcPct val="0"/>
                  </a:spcBef>
                  <a:spcAft>
                    <a:spcPts val="300"/>
                  </a:spcAft>
                  <a:buFont typeface="Wingdings" panose="05000000000000000000" pitchFamily="2" charset="2"/>
                  <a:buChar char="u"/>
                </a:pPr>
                <a:r>
                  <a:rPr lang="zh-CN" altLang="en-US" sz="2000" spc="150" dirty="0">
                    <a:solidFill>
                      <a:srgbClr val="000000"/>
                    </a:solidFill>
                    <a:latin typeface="微软雅黑" panose="020B0503020204020204" pitchFamily="34" charset="-122"/>
                    <a:ea typeface="微软雅黑" panose="020B0503020204020204" pitchFamily="34" charset="-122"/>
                  </a:rPr>
                  <a:t>一种商品时，当增加一单位商品消费获得的效用超过为此付出的代价（即</a:t>
                </a:r>
                <a:r>
                  <a:rPr lang="en-US" altLang="zh-CN" sz="2000" spc="150" dirty="0">
                    <a:solidFill>
                      <a:srgbClr val="000000"/>
                    </a:solidFill>
                    <a:latin typeface="微软雅黑" panose="020B0503020204020204" pitchFamily="34" charset="-122"/>
                    <a:ea typeface="微软雅黑" panose="020B0503020204020204" pitchFamily="34" charset="-122"/>
                  </a:rPr>
                  <a:t>MU&gt;</a:t>
                </a:r>
                <a:r>
                  <a:rPr lang="el-GR" altLang="zh-CN" sz="2000" spc="150" dirty="0">
                    <a:solidFill>
                      <a:srgbClr val="000000"/>
                    </a:solidFill>
                    <a:latin typeface="微软雅黑" panose="020B0503020204020204" pitchFamily="34" charset="-122"/>
                    <a:ea typeface="微软雅黑" panose="020B0503020204020204" pitchFamily="34" charset="-122"/>
                  </a:rPr>
                  <a:t>λ</a:t>
                </a:r>
                <a:r>
                  <a:rPr lang="en-US" altLang="zh-CN" sz="2000" spc="150" dirty="0">
                    <a:solidFill>
                      <a:srgbClr val="000000"/>
                    </a:solidFill>
                    <a:latin typeface="微软雅黑" panose="020B0503020204020204" pitchFamily="34" charset="-122"/>
                    <a:ea typeface="微软雅黑" panose="020B0503020204020204" pitchFamily="34" charset="-122"/>
                  </a:rPr>
                  <a:t>P</a:t>
                </a:r>
                <a:r>
                  <a:rPr lang="zh-CN" altLang="en-US" sz="2000" spc="150" dirty="0">
                    <a:solidFill>
                      <a:srgbClr val="000000"/>
                    </a:solidFill>
                    <a:latin typeface="微软雅黑" panose="020B0503020204020204" pitchFamily="34" charset="-122"/>
                    <a:ea typeface="微软雅黑" panose="020B0503020204020204" pitchFamily="34" charset="-122"/>
                  </a:rPr>
                  <a:t>），消费者就会增加商品的消费；相反，消费者就会减少消费。当二者相等时，消费者处于均衡状态：每单位支出购买商品所获得的边际效用恰好等于货币的边际效用。</a:t>
                </a:r>
              </a:p>
            </p:txBody>
          </p:sp>
        </mc:Choice>
        <mc:Fallback xmlns="">
          <p:sp>
            <p:nvSpPr>
              <p:cNvPr id="7170" name="Rectangle 3"/>
              <p:cNvSpPr>
                <a:spLocks noGrp="1" noRot="1" noChangeAspect="1" noMove="1" noResize="1" noEditPoints="1" noAdjustHandles="1" noChangeArrowheads="1" noChangeShapeType="1" noTextEdit="1"/>
              </p:cNvSpPr>
              <p:nvPr>
                <p:ph type="body" idx="4294967295"/>
              </p:nvPr>
            </p:nvSpPr>
            <p:spPr>
              <a:xfrm>
                <a:off x="878114" y="1989126"/>
                <a:ext cx="7172805" cy="4206628"/>
              </a:xfrm>
              <a:blipFill>
                <a:blip r:embed="rId4"/>
                <a:stretch>
                  <a:fillRect l="-765" t="-435"/>
                </a:stretch>
              </a:blipFill>
            </p:spPr>
            <p:txBody>
              <a:bodyPr/>
              <a:lstStyle/>
              <a:p>
                <a:r>
                  <a:rPr lang="zh-CN" altLang="en-US">
                    <a:noFill/>
                  </a:rPr>
                  <a:t> </a:t>
                </a:r>
              </a:p>
            </p:txBody>
          </p:sp>
        </mc:Fallback>
      </mc:AlternateContent>
      <p:sp>
        <p:nvSpPr>
          <p:cNvPr id="15" name="矩形 14">
            <a:extLst>
              <a:ext uri="{FF2B5EF4-FFF2-40B4-BE49-F238E27FC236}">
                <a16:creationId xmlns:a16="http://schemas.microsoft.com/office/drawing/2014/main" id="{6EE57DBA-2305-47A3-BABE-3D29E59A59F6}"/>
              </a:ext>
            </a:extLst>
          </p:cNvPr>
          <p:cNvSpPr/>
          <p:nvPr/>
        </p:nvSpPr>
        <p:spPr>
          <a:xfrm>
            <a:off x="6593747" y="0"/>
            <a:ext cx="2550253" cy="369332"/>
          </a:xfrm>
          <a:prstGeom prst="rect">
            <a:avLst/>
          </a:prstGeom>
        </p:spPr>
        <p:txBody>
          <a:bodyPr wrap="squar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第一节 </a:t>
            </a:r>
            <a:r>
              <a:rPr lang="zh-CN" altLang="en-US" spc="150" dirty="0">
                <a:latin typeface="微软雅黑" panose="020B0503020204020204" pitchFamily="34" charset="-122"/>
                <a:ea typeface="微软雅黑" panose="020B0503020204020204" pitchFamily="34" charset="-122"/>
              </a:rPr>
              <a:t>效用理论概述</a:t>
            </a:r>
            <a:r>
              <a:rPr lang="zh-CN" altLang="en-US" spc="150" dirty="0">
                <a:solidFill>
                  <a:srgbClr val="000000"/>
                </a:solidFill>
                <a:latin typeface="微软雅黑" panose="020B0503020204020204" pitchFamily="34" charset="-122"/>
                <a:ea typeface="微软雅黑" panose="020B0503020204020204" pitchFamily="34" charset="-122"/>
              </a:rPr>
              <a:t> </a:t>
            </a:r>
          </a:p>
        </p:txBody>
      </p:sp>
      <p:sp>
        <p:nvSpPr>
          <p:cNvPr id="16" name="矩形 15">
            <a:extLst>
              <a:ext uri="{FF2B5EF4-FFF2-40B4-BE49-F238E27FC236}">
                <a16:creationId xmlns:a16="http://schemas.microsoft.com/office/drawing/2014/main" id="{A19E8C9D-D752-490D-A808-A2FF9B7EC0EE}"/>
              </a:ext>
            </a:extLst>
          </p:cNvPr>
          <p:cNvSpPr/>
          <p:nvPr/>
        </p:nvSpPr>
        <p:spPr>
          <a:xfrm>
            <a:off x="467544" y="548680"/>
            <a:ext cx="2473754"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三、效用最大化</a:t>
            </a:r>
          </a:p>
        </p:txBody>
      </p:sp>
      <p:grpSp>
        <p:nvGrpSpPr>
          <p:cNvPr id="6" name="组合 5">
            <a:extLst>
              <a:ext uri="{FF2B5EF4-FFF2-40B4-BE49-F238E27FC236}">
                <a16:creationId xmlns:a16="http://schemas.microsoft.com/office/drawing/2014/main" id="{99B681BF-C6F7-4BC1-A14C-27A8AC8DFE53}"/>
              </a:ext>
            </a:extLst>
          </p:cNvPr>
          <p:cNvGrpSpPr/>
          <p:nvPr/>
        </p:nvGrpSpPr>
        <p:grpSpPr>
          <a:xfrm>
            <a:off x="467544" y="1161144"/>
            <a:ext cx="3806023" cy="659493"/>
            <a:chOff x="467544" y="1161144"/>
            <a:chExt cx="3806023" cy="659493"/>
          </a:xfrm>
        </p:grpSpPr>
        <p:sp>
          <p:nvSpPr>
            <p:cNvPr id="7" name="MH_Text_1">
              <a:extLst>
                <a:ext uri="{FF2B5EF4-FFF2-40B4-BE49-F238E27FC236}">
                  <a16:creationId xmlns:a16="http://schemas.microsoft.com/office/drawing/2014/main" id="{9E93176C-4500-4E4D-8B46-E0E2165AD393}"/>
                </a:ext>
              </a:extLst>
            </p:cNvPr>
            <p:cNvSpPr/>
            <p:nvPr>
              <p:custDataLst>
                <p:tags r:id="rId1"/>
              </p:custDataLst>
            </p:nvPr>
          </p:nvSpPr>
          <p:spPr bwMode="auto">
            <a:xfrm>
              <a:off x="467544" y="1161144"/>
              <a:ext cx="3806023" cy="659493"/>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algn="ctr">
                <a:defRPr/>
              </a:pPr>
              <a:r>
                <a:rPr lang="zh-CN" altLang="en-US" sz="2000" spc="150" dirty="0">
                  <a:solidFill>
                    <a:srgbClr val="000000"/>
                  </a:solidFill>
                  <a:latin typeface="微软雅黑" panose="020B0503020204020204" pitchFamily="34" charset="-122"/>
                  <a:ea typeface="微软雅黑" panose="020B0503020204020204" pitchFamily="34" charset="-122"/>
                </a:rPr>
                <a:t>一种商品情况下的效用最大化</a:t>
              </a:r>
            </a:p>
          </p:txBody>
        </p:sp>
        <p:sp>
          <p:nvSpPr>
            <p:cNvPr id="8" name="MH_Other_2">
              <a:extLst>
                <a:ext uri="{FF2B5EF4-FFF2-40B4-BE49-F238E27FC236}">
                  <a16:creationId xmlns:a16="http://schemas.microsoft.com/office/drawing/2014/main" id="{D3B5392E-6457-4500-B1EC-A40BEA913BA2}"/>
                </a:ext>
              </a:extLst>
            </p:cNvPr>
            <p:cNvSpPr/>
            <p:nvPr>
              <p:custDataLst>
                <p:tags r:id="rId2"/>
              </p:custDataLst>
            </p:nvPr>
          </p:nvSpPr>
          <p:spPr bwMode="auto">
            <a:xfrm rot="10800000">
              <a:off x="4004344" y="1240922"/>
              <a:ext cx="189743" cy="162838"/>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
        <p:nvSpPr>
          <p:cNvPr id="2" name="标注: 线形 1">
            <a:extLst>
              <a:ext uri="{FF2B5EF4-FFF2-40B4-BE49-F238E27FC236}">
                <a16:creationId xmlns:a16="http://schemas.microsoft.com/office/drawing/2014/main" id="{170EEDCF-179F-4319-98A5-C87E4B39CF18}"/>
              </a:ext>
            </a:extLst>
          </p:cNvPr>
          <p:cNvSpPr/>
          <p:nvPr/>
        </p:nvSpPr>
        <p:spPr bwMode="auto">
          <a:xfrm>
            <a:off x="4815839" y="573750"/>
            <a:ext cx="3923607" cy="1293843"/>
          </a:xfrm>
          <a:prstGeom prst="borderCallout1">
            <a:avLst>
              <a:gd name="adj1" fmla="val 18750"/>
              <a:gd name="adj2" fmla="val -8333"/>
              <a:gd name="adj3" fmla="val 45629"/>
              <a:gd name="adj4" fmla="val -1432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lang="zh-CN" altLang="en-US" dirty="0"/>
              <a:t>消费者在既定收入约束条件下实现了最大化效用满足，并保持这种状况不变，此时称为消费者均衡，即消费者处于均衡状态。</a:t>
            </a: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548358422"/>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wipe(left)">
                                      <p:cBhvr>
                                        <p:cTn id="10" dur="5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170">
                                            <p:txEl>
                                              <p:pRg st="0" end="0"/>
                                            </p:txEl>
                                          </p:spTgt>
                                        </p:tgtEl>
                                        <p:attrNameLst>
                                          <p:attrName>style.visibility</p:attrName>
                                        </p:attrNameLst>
                                      </p:cBhvr>
                                      <p:to>
                                        <p:strVal val="visible"/>
                                      </p:to>
                                    </p:set>
                                    <p:animEffect transition="in" filter="fade">
                                      <p:cBhvr>
                                        <p:cTn id="15" dur="500"/>
                                        <p:tgtEl>
                                          <p:spTgt spid="7170">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170">
                                            <p:txEl>
                                              <p:pRg st="1" end="1"/>
                                            </p:txEl>
                                          </p:spTgt>
                                        </p:tgtEl>
                                        <p:attrNameLst>
                                          <p:attrName>style.visibility</p:attrName>
                                        </p:attrNameLst>
                                      </p:cBhvr>
                                      <p:to>
                                        <p:strVal val="visible"/>
                                      </p:to>
                                    </p:set>
                                    <p:animEffect transition="in" filter="fade">
                                      <p:cBhvr>
                                        <p:cTn id="20" dur="500"/>
                                        <p:tgtEl>
                                          <p:spTgt spid="7170">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7170">
                                            <p:txEl>
                                              <p:pRg st="2" end="2"/>
                                            </p:txEl>
                                          </p:spTgt>
                                        </p:tgtEl>
                                        <p:attrNameLst>
                                          <p:attrName>style.visibility</p:attrName>
                                        </p:attrNameLst>
                                      </p:cBhvr>
                                      <p:to>
                                        <p:strVal val="visible"/>
                                      </p:to>
                                    </p:set>
                                    <p:animEffect transition="in" filter="fade">
                                      <p:cBhvr>
                                        <p:cTn id="25" dur="500"/>
                                        <p:tgtEl>
                                          <p:spTgt spid="7170">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7170">
                                            <p:txEl>
                                              <p:pRg st="3" end="3"/>
                                            </p:txEl>
                                          </p:spTgt>
                                        </p:tgtEl>
                                        <p:attrNameLst>
                                          <p:attrName>style.visibility</p:attrName>
                                        </p:attrNameLst>
                                      </p:cBhvr>
                                      <p:to>
                                        <p:strVal val="visible"/>
                                      </p:to>
                                    </p:set>
                                    <p:animEffect transition="in" filter="fade">
                                      <p:cBhvr>
                                        <p:cTn id="30" dur="500"/>
                                        <p:tgtEl>
                                          <p:spTgt spid="7170">
                                            <p:txEl>
                                              <p:pRg st="3" end="3"/>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7170">
                                            <p:txEl>
                                              <p:pRg st="4" end="4"/>
                                            </p:txEl>
                                          </p:spTgt>
                                        </p:tgtEl>
                                        <p:attrNameLst>
                                          <p:attrName>style.visibility</p:attrName>
                                        </p:attrNameLst>
                                      </p:cBhvr>
                                      <p:to>
                                        <p:strVal val="visible"/>
                                      </p:to>
                                    </p:set>
                                    <p:animEffect transition="in" filter="fade">
                                      <p:cBhvr>
                                        <p:cTn id="33" dur="500"/>
                                        <p:tgtEl>
                                          <p:spTgt spid="717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uiExpand="1" build="p"/>
      <p:bldP spid="1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id="{9354253E-6501-419B-8749-9DD74E42CF6D}"/>
              </a:ext>
            </a:extLst>
          </p:cNvPr>
          <p:cNvGrpSpPr/>
          <p:nvPr/>
        </p:nvGrpSpPr>
        <p:grpSpPr>
          <a:xfrm>
            <a:off x="467544" y="1161144"/>
            <a:ext cx="3806023" cy="659493"/>
            <a:chOff x="467544" y="1161144"/>
            <a:chExt cx="3806023" cy="659493"/>
          </a:xfrm>
        </p:grpSpPr>
        <mc:AlternateContent xmlns:mc="http://schemas.openxmlformats.org/markup-compatibility/2006" xmlns:a14="http://schemas.microsoft.com/office/drawing/2010/main">
          <mc:Choice Requires="a14">
            <p:sp>
              <p:nvSpPr>
                <p:cNvPr id="8" name="MH_Text_1">
                  <a:extLst>
                    <a:ext uri="{FF2B5EF4-FFF2-40B4-BE49-F238E27FC236}">
                      <a16:creationId xmlns:a16="http://schemas.microsoft.com/office/drawing/2014/main" id="{4FBB06CA-C21C-4CA7-9265-E51E3D702772}"/>
                    </a:ext>
                  </a:extLst>
                </p:cNvPr>
                <p:cNvSpPr/>
                <p:nvPr>
                  <p:custDataLst>
                    <p:tags r:id="rId1"/>
                  </p:custDataLst>
                </p:nvPr>
              </p:nvSpPr>
              <p:spPr bwMode="auto">
                <a:xfrm>
                  <a:off x="467544" y="1161144"/>
                  <a:ext cx="3806023" cy="659493"/>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algn="ctr">
                    <a:defRPr/>
                  </a:pPr>
                  <a:r>
                    <a:rPr lang="zh-CN" altLang="en-US" sz="2000" spc="150" dirty="0">
                      <a:solidFill>
                        <a:srgbClr val="000000"/>
                      </a:solidFill>
                      <a:latin typeface="微软雅黑" panose="020B0503020204020204" pitchFamily="34" charset="-122"/>
                      <a:ea typeface="微软雅黑" panose="020B0503020204020204" pitchFamily="34" charset="-122"/>
                    </a:rPr>
                    <a:t>为什么要满足 </a:t>
                  </a:r>
                  <a14:m>
                    <m:oMath xmlns:m="http://schemas.openxmlformats.org/officeDocument/2006/math">
                      <m:f>
                        <m:fPr>
                          <m:ctrlPr>
                            <a:rPr lang="en-US" altLang="zh-CN" sz="2000" i="1" spc="150">
                              <a:solidFill>
                                <a:srgbClr val="000000"/>
                              </a:solidFill>
                              <a:latin typeface="Cambria Math" panose="02040503050406030204" pitchFamily="18" charset="0"/>
                              <a:ea typeface="微软雅黑" panose="020B0503020204020204" pitchFamily="34" charset="-122"/>
                            </a:rPr>
                          </m:ctrlPr>
                        </m:fPr>
                        <m:num>
                          <m:r>
                            <a:rPr lang="en-US" altLang="zh-CN" sz="2000" i="1" spc="150">
                              <a:solidFill>
                                <a:srgbClr val="000000"/>
                              </a:solidFill>
                              <a:latin typeface="Cambria Math" panose="02040503050406030204" pitchFamily="18" charset="0"/>
                              <a:ea typeface="微软雅黑" panose="020B0503020204020204" pitchFamily="34" charset="-122"/>
                            </a:rPr>
                            <m:t>𝑀𝑈</m:t>
                          </m:r>
                        </m:num>
                        <m:den>
                          <m:r>
                            <a:rPr lang="en-US" altLang="zh-CN" sz="2000" i="1" spc="150">
                              <a:solidFill>
                                <a:srgbClr val="000000"/>
                              </a:solidFill>
                              <a:latin typeface="Cambria Math" panose="02040503050406030204" pitchFamily="18" charset="0"/>
                              <a:ea typeface="微软雅黑" panose="020B0503020204020204" pitchFamily="34" charset="-122"/>
                            </a:rPr>
                            <m:t>𝑃</m:t>
                          </m:r>
                        </m:den>
                      </m:f>
                      <m:r>
                        <a:rPr lang="en-US" altLang="zh-CN" sz="2000" i="1" spc="150">
                          <a:solidFill>
                            <a:srgbClr val="000000"/>
                          </a:solidFill>
                          <a:latin typeface="Cambria Math" panose="02040503050406030204" pitchFamily="18" charset="0"/>
                          <a:ea typeface="微软雅黑" panose="020B0503020204020204" pitchFamily="34" charset="-122"/>
                        </a:rPr>
                        <m:t> </m:t>
                      </m:r>
                    </m:oMath>
                  </a14:m>
                  <a:r>
                    <a:rPr lang="en-US" altLang="zh-CN" sz="2000" spc="150" dirty="0">
                      <a:solidFill>
                        <a:srgbClr val="000000"/>
                      </a:solidFill>
                      <a:latin typeface="微软雅黑" panose="020B0503020204020204" pitchFamily="34" charset="-122"/>
                      <a:ea typeface="微软雅黑" panose="020B0503020204020204" pitchFamily="34" charset="-122"/>
                    </a:rPr>
                    <a:t>= λ</a:t>
                  </a:r>
                </a:p>
              </p:txBody>
            </p:sp>
          </mc:Choice>
          <mc:Fallback xmlns="">
            <p:sp>
              <p:nvSpPr>
                <p:cNvPr id="8" name="MH_Text_1">
                  <a:extLst>
                    <a:ext uri="{FF2B5EF4-FFF2-40B4-BE49-F238E27FC236}">
                      <a16:creationId xmlns:a16="http://schemas.microsoft.com/office/drawing/2014/main" id="{4FBB06CA-C21C-4CA7-9265-E51E3D702772}"/>
                    </a:ext>
                  </a:extLst>
                </p:cNvPr>
                <p:cNvSpPr>
                  <a:spLocks noRot="1" noChangeAspect="1" noMove="1" noResize="1" noEditPoints="1" noAdjustHandles="1" noChangeArrowheads="1" noChangeShapeType="1" noTextEdit="1"/>
                </p:cNvSpPr>
                <p:nvPr>
                  <p:custDataLst>
                    <p:tags r:id="rId4"/>
                  </p:custDataLst>
                </p:nvPr>
              </p:nvSpPr>
              <p:spPr bwMode="auto">
                <a:xfrm>
                  <a:off x="467544" y="1161144"/>
                  <a:ext cx="3806023" cy="659493"/>
                </a:xfrm>
                <a:prstGeom prst="rect">
                  <a:avLst/>
                </a:prstGeom>
                <a:blipFill>
                  <a:blip r:embed="rId5"/>
                  <a:stretch>
                    <a:fillRect/>
                  </a:stretch>
                </a:blipFill>
                <a:ln w="19050">
                  <a:solidFill>
                    <a:srgbClr val="F3C97F"/>
                  </a:solidFill>
                </a:ln>
              </p:spPr>
              <p:txBody>
                <a:bodyPr/>
                <a:lstStyle/>
                <a:p>
                  <a:r>
                    <a:rPr lang="zh-CN" altLang="en-US">
                      <a:noFill/>
                    </a:rPr>
                    <a:t> </a:t>
                  </a:r>
                </a:p>
              </p:txBody>
            </p:sp>
          </mc:Fallback>
        </mc:AlternateContent>
        <p:sp>
          <p:nvSpPr>
            <p:cNvPr id="9" name="MH_Other_2">
              <a:extLst>
                <a:ext uri="{FF2B5EF4-FFF2-40B4-BE49-F238E27FC236}">
                  <a16:creationId xmlns:a16="http://schemas.microsoft.com/office/drawing/2014/main" id="{55BCF9ED-9E57-4DEC-B609-91C8671BCCA3}"/>
                </a:ext>
              </a:extLst>
            </p:cNvPr>
            <p:cNvSpPr/>
            <p:nvPr>
              <p:custDataLst>
                <p:tags r:id="rId2"/>
              </p:custDataLst>
            </p:nvPr>
          </p:nvSpPr>
          <p:spPr bwMode="auto">
            <a:xfrm rot="10800000">
              <a:off x="4004344" y="1240922"/>
              <a:ext cx="189743" cy="162838"/>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mc:AlternateContent xmlns:mc="http://schemas.openxmlformats.org/markup-compatibility/2006" xmlns:a14="http://schemas.microsoft.com/office/drawing/2010/main">
        <mc:Choice Requires="a14">
          <p:sp>
            <p:nvSpPr>
              <p:cNvPr id="7170" name="Rectangle 3"/>
              <p:cNvSpPr>
                <a:spLocks noGrp="1" noChangeArrowheads="1"/>
              </p:cNvSpPr>
              <p:nvPr>
                <p:ph type="body" idx="4294967295"/>
              </p:nvPr>
            </p:nvSpPr>
            <p:spPr>
              <a:xfrm>
                <a:off x="883977" y="1849669"/>
                <a:ext cx="6970382" cy="5273181"/>
              </a:xfrm>
            </p:spPr>
            <p:txBody>
              <a:bodyPr/>
              <a:lstStyle/>
              <a:p>
                <a:pPr marL="538163" lvl="3" indent="-261938" defTabSz="457200" eaLnBrk="1" hangingPunct="1">
                  <a:lnSpc>
                    <a:spcPct val="150000"/>
                  </a:lnSpc>
                  <a:spcAft>
                    <a:spcPts val="1000"/>
                  </a:spcAft>
                  <a:buFont typeface="Wingdings" panose="05000000000000000000" pitchFamily="2" charset="2"/>
                  <a:buChar char="Ø"/>
                </a:pPr>
                <a14:m>
                  <m:oMath xmlns:m="http://schemas.openxmlformats.org/officeDocument/2006/math">
                    <m:f>
                      <m:fPr>
                        <m:ctrlPr>
                          <a:rPr lang="en-US" altLang="zh-CN" sz="1800" i="1" spc="150">
                            <a:solidFill>
                              <a:srgbClr val="000000"/>
                            </a:solidFill>
                            <a:latin typeface="Cambria Math" panose="02040503050406030204" pitchFamily="18" charset="0"/>
                            <a:ea typeface="微软雅黑" panose="020B0503020204020204" pitchFamily="34" charset="-122"/>
                          </a:rPr>
                        </m:ctrlPr>
                      </m:fPr>
                      <m:num>
                        <m:r>
                          <a:rPr lang="en-US" altLang="zh-CN" sz="1800" i="1" spc="150">
                            <a:solidFill>
                              <a:srgbClr val="000000"/>
                            </a:solidFill>
                            <a:latin typeface="Cambria Math" panose="02040503050406030204" pitchFamily="18" charset="0"/>
                            <a:ea typeface="微软雅黑" panose="020B0503020204020204" pitchFamily="34" charset="-122"/>
                          </a:rPr>
                          <m:t>𝑀𝑈</m:t>
                        </m:r>
                      </m:num>
                      <m:den>
                        <m:r>
                          <a:rPr lang="en-US" altLang="zh-CN" sz="1800" i="1" spc="150">
                            <a:solidFill>
                              <a:srgbClr val="000000"/>
                            </a:solidFill>
                            <a:latin typeface="Cambria Math" panose="02040503050406030204" pitchFamily="18" charset="0"/>
                            <a:ea typeface="微软雅黑" panose="020B0503020204020204" pitchFamily="34" charset="-122"/>
                          </a:rPr>
                          <m:t>𝑃</m:t>
                        </m:r>
                      </m:den>
                    </m:f>
                  </m:oMath>
                </a14:m>
                <a:r>
                  <a:rPr lang="zh-CN" altLang="en-US" sz="1800" spc="150" dirty="0">
                    <a:solidFill>
                      <a:srgbClr val="000000"/>
                    </a:solidFill>
                    <a:latin typeface="微软雅黑" panose="020B0503020204020204" pitchFamily="34" charset="-122"/>
                    <a:ea typeface="微软雅黑" panose="020B0503020204020204" pitchFamily="34" charset="-122"/>
                  </a:rPr>
                  <a:t> 仍然是边际效用。𝑀𝑈是每增加</a:t>
                </a:r>
                <a:r>
                  <a:rPr lang="en-US" altLang="zh-CN" sz="1800" spc="150" dirty="0">
                    <a:solidFill>
                      <a:srgbClr val="000000"/>
                    </a:solidFill>
                    <a:latin typeface="微软雅黑" panose="020B0503020204020204" pitchFamily="34" charset="-122"/>
                    <a:ea typeface="微软雅黑" panose="020B0503020204020204" pitchFamily="34" charset="-122"/>
                  </a:rPr>
                  <a:t>1</a:t>
                </a:r>
                <a:r>
                  <a:rPr lang="zh-CN" altLang="en-US" sz="1800" spc="150" dirty="0">
                    <a:solidFill>
                      <a:srgbClr val="000000"/>
                    </a:solidFill>
                    <a:latin typeface="微软雅黑" panose="020B0503020204020204" pitchFamily="34" charset="-122"/>
                    <a:ea typeface="微软雅黑" panose="020B0503020204020204" pitchFamily="34" charset="-122"/>
                  </a:rPr>
                  <a:t>个</a:t>
                </a:r>
                <a:r>
                  <a:rPr lang="en-US" altLang="zh-CN" sz="1800" spc="150" dirty="0">
                    <a:solidFill>
                      <a:srgbClr val="000000"/>
                    </a:solidFill>
                    <a:latin typeface="微软雅黑" panose="020B0503020204020204" pitchFamily="34" charset="-122"/>
                    <a:ea typeface="微软雅黑" panose="020B0503020204020204" pitchFamily="34" charset="-122"/>
                  </a:rPr>
                  <a:t>X</a:t>
                </a:r>
                <a:r>
                  <a:rPr lang="zh-CN" altLang="en-US" sz="1800" spc="150" dirty="0">
                    <a:solidFill>
                      <a:srgbClr val="000000"/>
                    </a:solidFill>
                    <a:latin typeface="微软雅黑" panose="020B0503020204020204" pitchFamily="34" charset="-122"/>
                    <a:ea typeface="微软雅黑" panose="020B0503020204020204" pitchFamily="34" charset="-122"/>
                  </a:rPr>
                  <a:t>（</a:t>
                </a:r>
                <a:r>
                  <a:rPr lang="en-US" altLang="zh-CN" sz="1800" spc="150" dirty="0">
                    <a:solidFill>
                      <a:srgbClr val="000000"/>
                    </a:solidFill>
                    <a:latin typeface="微软雅黑" panose="020B0503020204020204" pitchFamily="34" charset="-122"/>
                    <a:ea typeface="微软雅黑" panose="020B0503020204020204" pitchFamily="34" charset="-122"/>
                  </a:rPr>
                  <a:t>CD</a:t>
                </a:r>
                <a:r>
                  <a:rPr lang="zh-CN" altLang="en-US" sz="1800" spc="150" dirty="0">
                    <a:solidFill>
                      <a:srgbClr val="000000"/>
                    </a:solidFill>
                    <a:latin typeface="微软雅黑" panose="020B0503020204020204" pitchFamily="34" charset="-122"/>
                    <a:ea typeface="微软雅黑" panose="020B0503020204020204" pitchFamily="34" charset="-122"/>
                  </a:rPr>
                  <a:t>）带来的效用，</a:t>
                </a:r>
                <a:r>
                  <a:rPr lang="en-US" altLang="zh-CN" sz="1800" spc="150" dirty="0">
                    <a:solidFill>
                      <a:srgbClr val="000000"/>
                    </a:solidFill>
                    <a:ea typeface="微软雅黑" panose="020B0503020204020204" pitchFamily="34" charset="-122"/>
                  </a:rPr>
                  <a:t> </a:t>
                </a:r>
                <a14:m>
                  <m:oMath xmlns:m="http://schemas.openxmlformats.org/officeDocument/2006/math">
                    <m:f>
                      <m:fPr>
                        <m:ctrlPr>
                          <a:rPr lang="en-US" altLang="zh-CN" sz="1800" i="1" spc="150">
                            <a:solidFill>
                              <a:srgbClr val="000000"/>
                            </a:solidFill>
                            <a:latin typeface="Cambria Math" panose="02040503050406030204" pitchFamily="18" charset="0"/>
                            <a:ea typeface="微软雅黑" panose="020B0503020204020204" pitchFamily="34" charset="-122"/>
                          </a:rPr>
                        </m:ctrlPr>
                      </m:fPr>
                      <m:num>
                        <m:r>
                          <a:rPr lang="en-US" altLang="zh-CN" sz="1800" i="1" spc="150">
                            <a:solidFill>
                              <a:srgbClr val="000000"/>
                            </a:solidFill>
                            <a:latin typeface="Cambria Math" panose="02040503050406030204" pitchFamily="18" charset="0"/>
                            <a:ea typeface="微软雅黑" panose="020B0503020204020204" pitchFamily="34" charset="-122"/>
                          </a:rPr>
                          <m:t>𝑀𝑈</m:t>
                        </m:r>
                      </m:num>
                      <m:den>
                        <m:r>
                          <a:rPr lang="en-US" altLang="zh-CN" sz="1800" i="1" spc="150">
                            <a:solidFill>
                              <a:srgbClr val="000000"/>
                            </a:solidFill>
                            <a:latin typeface="Cambria Math" panose="02040503050406030204" pitchFamily="18" charset="0"/>
                            <a:ea typeface="微软雅黑" panose="020B0503020204020204" pitchFamily="34" charset="-122"/>
                          </a:rPr>
                          <m:t>𝑃</m:t>
                        </m:r>
                      </m:den>
                    </m:f>
                  </m:oMath>
                </a14:m>
                <a:r>
                  <a:rPr lang="zh-CN" altLang="en-US" sz="1800" spc="150" dirty="0">
                    <a:solidFill>
                      <a:srgbClr val="000000"/>
                    </a:solidFill>
                    <a:latin typeface="微软雅黑" panose="020B0503020204020204" pitchFamily="34" charset="-122"/>
                    <a:ea typeface="微软雅黑" panose="020B0503020204020204" pitchFamily="34" charset="-122"/>
                  </a:rPr>
                  <a:t> 则是每增加</a:t>
                </a:r>
                <a:r>
                  <a:rPr lang="en-US" altLang="zh-CN" sz="1800" spc="150" dirty="0">
                    <a:solidFill>
                      <a:srgbClr val="000000"/>
                    </a:solidFill>
                    <a:latin typeface="微软雅黑" panose="020B0503020204020204" pitchFamily="34" charset="-122"/>
                    <a:ea typeface="微软雅黑" panose="020B0503020204020204" pitchFamily="34" charset="-122"/>
                  </a:rPr>
                  <a:t>1</a:t>
                </a:r>
                <a:r>
                  <a:rPr lang="zh-CN" altLang="en-US" sz="1800" spc="150" dirty="0">
                    <a:solidFill>
                      <a:srgbClr val="000000"/>
                    </a:solidFill>
                    <a:latin typeface="微软雅黑" panose="020B0503020204020204" pitchFamily="34" charset="-122"/>
                    <a:ea typeface="微软雅黑" panose="020B0503020204020204" pitchFamily="34" charset="-122"/>
                  </a:rPr>
                  <a:t>元钱</a:t>
                </a:r>
                <a:r>
                  <a:rPr lang="en-US" altLang="zh-CN" sz="1800" spc="150" dirty="0">
                    <a:solidFill>
                      <a:srgbClr val="000000"/>
                    </a:solidFill>
                    <a:latin typeface="微软雅黑" panose="020B0503020204020204" pitchFamily="34" charset="-122"/>
                    <a:ea typeface="微软雅黑" panose="020B0503020204020204" pitchFamily="34" charset="-122"/>
                  </a:rPr>
                  <a:t>X</a:t>
                </a:r>
                <a:r>
                  <a:rPr lang="zh-CN" altLang="en-US" sz="1800" spc="150" dirty="0">
                    <a:solidFill>
                      <a:srgbClr val="000000"/>
                    </a:solidFill>
                    <a:latin typeface="微软雅黑" panose="020B0503020204020204" pitchFamily="34" charset="-122"/>
                    <a:ea typeface="微软雅黑" panose="020B0503020204020204" pitchFamily="34" charset="-122"/>
                  </a:rPr>
                  <a:t>（</a:t>
                </a:r>
                <a:r>
                  <a:rPr lang="en-US" altLang="zh-CN" sz="1800" spc="150" dirty="0">
                    <a:solidFill>
                      <a:srgbClr val="000000"/>
                    </a:solidFill>
                    <a:latin typeface="微软雅黑" panose="020B0503020204020204" pitchFamily="34" charset="-122"/>
                    <a:ea typeface="微软雅黑" panose="020B0503020204020204" pitchFamily="34" charset="-122"/>
                  </a:rPr>
                  <a:t>CD</a:t>
                </a:r>
                <a:r>
                  <a:rPr lang="zh-CN" altLang="en-US" sz="1800" spc="150" dirty="0">
                    <a:solidFill>
                      <a:srgbClr val="000000"/>
                    </a:solidFill>
                    <a:latin typeface="微软雅黑" panose="020B0503020204020204" pitchFamily="34" charset="-122"/>
                    <a:ea typeface="微软雅黑" panose="020B0503020204020204" pitchFamily="34" charset="-122"/>
                  </a:rPr>
                  <a:t>）带来的效用。</a:t>
                </a:r>
              </a:p>
              <a:p>
                <a:pPr marL="538163" lvl="3" indent="-261938" defTabSz="457200" eaLnBrk="1" hangingPunct="1">
                  <a:lnSpc>
                    <a:spcPct val="150000"/>
                  </a:lnSpc>
                  <a:spcAft>
                    <a:spcPts val="1000"/>
                  </a:spcAft>
                  <a:buFont typeface="Wingdings" panose="05000000000000000000" pitchFamily="2" charset="2"/>
                  <a:buChar char="Ø"/>
                </a:pPr>
                <a:r>
                  <a:rPr lang="zh-CN" altLang="en-US" sz="1800" spc="150" dirty="0">
                    <a:solidFill>
                      <a:srgbClr val="000000"/>
                    </a:solidFill>
                    <a:latin typeface="微软雅黑" panose="020B0503020204020204" pitchFamily="34" charset="-122"/>
                    <a:ea typeface="微软雅黑" panose="020B0503020204020204" pitchFamily="34" charset="-122"/>
                  </a:rPr>
                  <a:t>𝜆是货币的边际效用</a:t>
                </a:r>
                <a:endParaRPr lang="en-US" altLang="zh-CN" sz="1800" spc="150" dirty="0">
                  <a:solidFill>
                    <a:srgbClr val="000000"/>
                  </a:solidFill>
                  <a:latin typeface="微软雅黑" panose="020B0503020204020204" pitchFamily="34" charset="-122"/>
                  <a:ea typeface="微软雅黑" panose="020B0503020204020204" pitchFamily="34" charset="-122"/>
                </a:endParaRPr>
              </a:p>
              <a:p>
                <a:pPr marL="538163" lvl="3" indent="-261938" defTabSz="457200" eaLnBrk="1" hangingPunct="1">
                  <a:lnSpc>
                    <a:spcPct val="150000"/>
                  </a:lnSpc>
                  <a:spcAft>
                    <a:spcPts val="1000"/>
                  </a:spcAft>
                  <a:buFont typeface="Wingdings" panose="05000000000000000000" pitchFamily="2" charset="2"/>
                  <a:buChar char="Ø"/>
                </a:pPr>
                <a:r>
                  <a:rPr lang="zh-CN" altLang="en-US" sz="1800" spc="150" dirty="0">
                    <a:solidFill>
                      <a:srgbClr val="000000"/>
                    </a:solidFill>
                    <a:latin typeface="微软雅黑" panose="020B0503020204020204" pitchFamily="34" charset="-122"/>
                    <a:ea typeface="微软雅黑" panose="020B0503020204020204" pitchFamily="34" charset="-122"/>
                  </a:rPr>
                  <a:t>如果条件不满足，效用还可以增加。例如</a:t>
                </a:r>
              </a:p>
              <a:p>
                <a:pPr marL="701675" lvl="3" indent="-163513" defTabSz="457200" eaLnBrk="1" hangingPunct="1">
                  <a:lnSpc>
                    <a:spcPct val="150000"/>
                  </a:lnSpc>
                  <a:spcBef>
                    <a:spcPct val="40000"/>
                  </a:spcBef>
                  <a:spcAft>
                    <a:spcPts val="1000"/>
                  </a:spcAft>
                  <a:buFont typeface="Arial" panose="020B0604020202020204" pitchFamily="34" charset="0"/>
                  <a:buChar char="•"/>
                </a:pPr>
                <a:r>
                  <a:rPr lang="zh-CN" altLang="en-US" sz="1600" spc="150" dirty="0">
                    <a:solidFill>
                      <a:srgbClr val="000000"/>
                    </a:solidFill>
                    <a:latin typeface="微软雅黑" panose="020B0503020204020204" pitchFamily="34" charset="-122"/>
                    <a:ea typeface="微软雅黑" panose="020B0503020204020204" pitchFamily="34" charset="-122"/>
                  </a:rPr>
                  <a:t>当</a:t>
                </a:r>
                <a14:m>
                  <m:oMath xmlns:m="http://schemas.openxmlformats.org/officeDocument/2006/math">
                    <m:f>
                      <m:fPr>
                        <m:ctrlPr>
                          <a:rPr lang="en-US" altLang="zh-CN" sz="1600" i="1" spc="150">
                            <a:solidFill>
                              <a:srgbClr val="000000"/>
                            </a:solidFill>
                            <a:latin typeface="Cambria Math" panose="02040503050406030204" pitchFamily="18" charset="0"/>
                            <a:ea typeface="微软雅黑" panose="020B0503020204020204" pitchFamily="34" charset="-122"/>
                          </a:rPr>
                        </m:ctrlPr>
                      </m:fPr>
                      <m:num>
                        <m:r>
                          <a:rPr lang="en-US" altLang="zh-CN" sz="1600" i="1" spc="150">
                            <a:solidFill>
                              <a:srgbClr val="000000"/>
                            </a:solidFill>
                            <a:latin typeface="Cambria Math" panose="02040503050406030204" pitchFamily="18" charset="0"/>
                            <a:ea typeface="微软雅黑" panose="020B0503020204020204" pitchFamily="34" charset="-122"/>
                          </a:rPr>
                          <m:t>𝑀𝑈</m:t>
                        </m:r>
                      </m:num>
                      <m:den>
                        <m:r>
                          <a:rPr lang="en-US" altLang="zh-CN" sz="1600" i="1" spc="150">
                            <a:solidFill>
                              <a:srgbClr val="000000"/>
                            </a:solidFill>
                            <a:latin typeface="Cambria Math" panose="02040503050406030204" pitchFamily="18" charset="0"/>
                            <a:ea typeface="微软雅黑" panose="020B0503020204020204" pitchFamily="34" charset="-122"/>
                          </a:rPr>
                          <m:t>𝑃</m:t>
                        </m:r>
                      </m:den>
                    </m:f>
                  </m:oMath>
                </a14:m>
                <a:r>
                  <a:rPr lang="en-US" altLang="zh-CN" sz="1600" spc="150" dirty="0">
                    <a:solidFill>
                      <a:srgbClr val="000000"/>
                    </a:solidFill>
                    <a:latin typeface="微软雅黑" panose="020B0503020204020204" pitchFamily="34" charset="-122"/>
                    <a:ea typeface="微软雅黑" panose="020B0503020204020204" pitchFamily="34" charset="-122"/>
                  </a:rPr>
                  <a:t>&gt;λ </a:t>
                </a:r>
                <a:r>
                  <a:rPr lang="zh-CN" altLang="en-US" sz="1600" spc="150" dirty="0">
                    <a:solidFill>
                      <a:srgbClr val="000000"/>
                    </a:solidFill>
                    <a:latin typeface="微软雅黑" panose="020B0503020204020204" pitchFamily="34" charset="-122"/>
                    <a:ea typeface="微软雅黑" panose="020B0503020204020204" pitchFamily="34" charset="-122"/>
                  </a:rPr>
                  <a:t>时，表明</a:t>
                </a:r>
                <a:r>
                  <a:rPr lang="en-US" altLang="zh-CN" sz="1600" spc="150" dirty="0">
                    <a:solidFill>
                      <a:srgbClr val="000000"/>
                    </a:solidFill>
                    <a:latin typeface="微软雅黑" panose="020B0503020204020204" pitchFamily="34" charset="-122"/>
                    <a:ea typeface="微软雅黑" panose="020B0503020204020204" pitchFamily="34" charset="-122"/>
                  </a:rPr>
                  <a:t>1</a:t>
                </a:r>
                <a:r>
                  <a:rPr lang="zh-CN" altLang="en-US" sz="1600" spc="150" dirty="0">
                    <a:solidFill>
                      <a:srgbClr val="000000"/>
                    </a:solidFill>
                    <a:latin typeface="微软雅黑" panose="020B0503020204020204" pitchFamily="34" charset="-122"/>
                    <a:ea typeface="微软雅黑" panose="020B0503020204020204" pitchFamily="34" charset="-122"/>
                  </a:rPr>
                  <a:t>元</a:t>
                </a:r>
                <a:r>
                  <a:rPr lang="en-US" altLang="zh-CN" sz="1600" spc="150" dirty="0">
                    <a:solidFill>
                      <a:srgbClr val="000000"/>
                    </a:solidFill>
                    <a:latin typeface="微软雅黑" panose="020B0503020204020204" pitchFamily="34" charset="-122"/>
                    <a:ea typeface="微软雅黑" panose="020B0503020204020204" pitchFamily="34" charset="-122"/>
                  </a:rPr>
                  <a:t>CD</a:t>
                </a:r>
                <a:r>
                  <a:rPr lang="zh-CN" altLang="en-US" sz="1600" spc="150" dirty="0">
                    <a:solidFill>
                      <a:srgbClr val="000000"/>
                    </a:solidFill>
                    <a:latin typeface="微软雅黑" panose="020B0503020204020204" pitchFamily="34" charset="-122"/>
                    <a:ea typeface="微软雅黑" panose="020B0503020204020204" pitchFamily="34" charset="-122"/>
                  </a:rPr>
                  <a:t>的效用高于</a:t>
                </a:r>
                <a:r>
                  <a:rPr lang="en-US" altLang="zh-CN" sz="1600" spc="150" dirty="0">
                    <a:solidFill>
                      <a:srgbClr val="000000"/>
                    </a:solidFill>
                    <a:latin typeface="微软雅黑" panose="020B0503020204020204" pitchFamily="34" charset="-122"/>
                    <a:ea typeface="微软雅黑" panose="020B0503020204020204" pitchFamily="34" charset="-122"/>
                  </a:rPr>
                  <a:t>1</a:t>
                </a:r>
                <a:r>
                  <a:rPr lang="zh-CN" altLang="en-US" sz="1600" spc="150" dirty="0">
                    <a:solidFill>
                      <a:srgbClr val="000000"/>
                    </a:solidFill>
                    <a:latin typeface="微软雅黑" panose="020B0503020204020204" pitchFamily="34" charset="-122"/>
                    <a:ea typeface="微软雅黑" panose="020B0503020204020204" pitchFamily="34" charset="-122"/>
                  </a:rPr>
                  <a:t>元货币的效用，那么多购买</a:t>
                </a:r>
                <a:r>
                  <a:rPr lang="en-US" altLang="zh-CN" sz="1600" spc="150" dirty="0">
                    <a:solidFill>
                      <a:srgbClr val="000000"/>
                    </a:solidFill>
                    <a:latin typeface="微软雅黑" panose="020B0503020204020204" pitchFamily="34" charset="-122"/>
                    <a:ea typeface="微软雅黑" panose="020B0503020204020204" pitchFamily="34" charset="-122"/>
                  </a:rPr>
                  <a:t>CD</a:t>
                </a:r>
                <a:r>
                  <a:rPr lang="zh-CN" altLang="en-US" sz="1600" spc="150" dirty="0">
                    <a:solidFill>
                      <a:srgbClr val="000000"/>
                    </a:solidFill>
                    <a:latin typeface="微软雅黑" panose="020B0503020204020204" pitchFamily="34" charset="-122"/>
                    <a:ea typeface="微软雅黑" panose="020B0503020204020204" pitchFamily="34" charset="-122"/>
                  </a:rPr>
                  <a:t>欣赏音乐，总效用会增加。</a:t>
                </a:r>
              </a:p>
              <a:p>
                <a:pPr marL="538163" lvl="3" indent="-261938" defTabSz="457200" eaLnBrk="1" hangingPunct="1">
                  <a:lnSpc>
                    <a:spcPct val="150000"/>
                  </a:lnSpc>
                  <a:spcAft>
                    <a:spcPts val="1000"/>
                  </a:spcAft>
                  <a:buFont typeface="Wingdings" panose="05000000000000000000" pitchFamily="2" charset="2"/>
                  <a:buChar char="Ø"/>
                </a:pPr>
                <a:r>
                  <a:rPr lang="zh-CN" altLang="en-US" sz="1800" spc="150" dirty="0">
                    <a:solidFill>
                      <a:srgbClr val="000000"/>
                    </a:solidFill>
                    <a:latin typeface="微软雅黑" panose="020B0503020204020204" pitchFamily="34" charset="-122"/>
                    <a:ea typeface="微软雅黑" panose="020B0503020204020204" pitchFamily="34" charset="-122"/>
                  </a:rPr>
                  <a:t>如果条件得到满足，效用就不再可能增加。</a:t>
                </a:r>
              </a:p>
            </p:txBody>
          </p:sp>
        </mc:Choice>
        <mc:Fallback xmlns="">
          <p:sp>
            <p:nvSpPr>
              <p:cNvPr id="7170" name="Rectangle 3"/>
              <p:cNvSpPr>
                <a:spLocks noGrp="1" noRot="1" noChangeAspect="1" noMove="1" noResize="1" noEditPoints="1" noAdjustHandles="1" noChangeArrowheads="1" noChangeShapeType="1" noTextEdit="1"/>
              </p:cNvSpPr>
              <p:nvPr>
                <p:ph type="body" idx="4294967295"/>
              </p:nvPr>
            </p:nvSpPr>
            <p:spPr>
              <a:xfrm>
                <a:off x="883977" y="1849669"/>
                <a:ext cx="6970382" cy="5273181"/>
              </a:xfrm>
              <a:blipFill>
                <a:blip r:embed="rId6"/>
                <a:stretch>
                  <a:fillRect/>
                </a:stretch>
              </a:blipFill>
            </p:spPr>
            <p:txBody>
              <a:bodyPr/>
              <a:lstStyle/>
              <a:p>
                <a:r>
                  <a:rPr lang="zh-CN" altLang="en-US">
                    <a:noFill/>
                  </a:rPr>
                  <a:t> </a:t>
                </a:r>
              </a:p>
            </p:txBody>
          </p:sp>
        </mc:Fallback>
      </mc:AlternateContent>
      <p:sp>
        <p:nvSpPr>
          <p:cNvPr id="5" name="矩形 4">
            <a:extLst>
              <a:ext uri="{FF2B5EF4-FFF2-40B4-BE49-F238E27FC236}">
                <a16:creationId xmlns:a16="http://schemas.microsoft.com/office/drawing/2014/main" id="{37D587A3-C330-437A-9AE5-DE53007F0C43}"/>
              </a:ext>
            </a:extLst>
          </p:cNvPr>
          <p:cNvSpPr/>
          <p:nvPr/>
        </p:nvSpPr>
        <p:spPr>
          <a:xfrm>
            <a:off x="6593747" y="0"/>
            <a:ext cx="2550253" cy="369332"/>
          </a:xfrm>
          <a:prstGeom prst="rect">
            <a:avLst/>
          </a:prstGeom>
        </p:spPr>
        <p:txBody>
          <a:bodyPr wrap="squar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第一节 </a:t>
            </a:r>
            <a:r>
              <a:rPr lang="zh-CN" altLang="en-US" spc="150" dirty="0">
                <a:latin typeface="微软雅黑" panose="020B0503020204020204" pitchFamily="34" charset="-122"/>
                <a:ea typeface="微软雅黑" panose="020B0503020204020204" pitchFamily="34" charset="-122"/>
              </a:rPr>
              <a:t>效用理论概述</a:t>
            </a:r>
            <a:r>
              <a:rPr lang="zh-CN" altLang="en-US" spc="150" dirty="0">
                <a:solidFill>
                  <a:srgbClr val="000000"/>
                </a:solidFill>
                <a:latin typeface="微软雅黑" panose="020B0503020204020204" pitchFamily="34" charset="-122"/>
                <a:ea typeface="微软雅黑" panose="020B0503020204020204" pitchFamily="34" charset="-122"/>
              </a:rPr>
              <a:t> </a:t>
            </a:r>
          </a:p>
        </p:txBody>
      </p:sp>
      <p:sp>
        <p:nvSpPr>
          <p:cNvPr id="6" name="矩形 5">
            <a:extLst>
              <a:ext uri="{FF2B5EF4-FFF2-40B4-BE49-F238E27FC236}">
                <a16:creationId xmlns:a16="http://schemas.microsoft.com/office/drawing/2014/main" id="{B30A5085-B2CB-4D63-B06D-3CECC8018321}"/>
              </a:ext>
            </a:extLst>
          </p:cNvPr>
          <p:cNvSpPr/>
          <p:nvPr/>
        </p:nvSpPr>
        <p:spPr>
          <a:xfrm>
            <a:off x="467544" y="548680"/>
            <a:ext cx="2473754"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三、效用最大化</a:t>
            </a:r>
          </a:p>
        </p:txBody>
      </p:sp>
    </p:spTree>
    <p:extLst>
      <p:ext uri="{BB962C8B-B14F-4D97-AF65-F5344CB8AC3E}">
        <p14:creationId xmlns:p14="http://schemas.microsoft.com/office/powerpoint/2010/main" val="271526172"/>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170">
                                            <p:txEl>
                                              <p:pRg st="0" end="0"/>
                                            </p:txEl>
                                          </p:spTgt>
                                        </p:tgtEl>
                                        <p:attrNameLst>
                                          <p:attrName>style.visibility</p:attrName>
                                        </p:attrNameLst>
                                      </p:cBhvr>
                                      <p:to>
                                        <p:strVal val="visible"/>
                                      </p:to>
                                    </p:set>
                                    <p:animEffect transition="in" filter="fade">
                                      <p:cBhvr>
                                        <p:cTn id="12" dur="500"/>
                                        <p:tgtEl>
                                          <p:spTgt spid="717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170">
                                            <p:txEl>
                                              <p:pRg st="1" end="1"/>
                                            </p:txEl>
                                          </p:spTgt>
                                        </p:tgtEl>
                                        <p:attrNameLst>
                                          <p:attrName>style.visibility</p:attrName>
                                        </p:attrNameLst>
                                      </p:cBhvr>
                                      <p:to>
                                        <p:strVal val="visible"/>
                                      </p:to>
                                    </p:set>
                                    <p:animEffect transition="in" filter="fade">
                                      <p:cBhvr>
                                        <p:cTn id="17" dur="500"/>
                                        <p:tgtEl>
                                          <p:spTgt spid="7170">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170">
                                            <p:txEl>
                                              <p:pRg st="2" end="2"/>
                                            </p:txEl>
                                          </p:spTgt>
                                        </p:tgtEl>
                                        <p:attrNameLst>
                                          <p:attrName>style.visibility</p:attrName>
                                        </p:attrNameLst>
                                      </p:cBhvr>
                                      <p:to>
                                        <p:strVal val="visible"/>
                                      </p:to>
                                    </p:set>
                                    <p:animEffect transition="in" filter="fade">
                                      <p:cBhvr>
                                        <p:cTn id="22" dur="500"/>
                                        <p:tgtEl>
                                          <p:spTgt spid="7170">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170">
                                            <p:txEl>
                                              <p:pRg st="3" end="3"/>
                                            </p:txEl>
                                          </p:spTgt>
                                        </p:tgtEl>
                                        <p:attrNameLst>
                                          <p:attrName>style.visibility</p:attrName>
                                        </p:attrNameLst>
                                      </p:cBhvr>
                                      <p:to>
                                        <p:strVal val="visible"/>
                                      </p:to>
                                    </p:set>
                                    <p:animEffect transition="in" filter="fade">
                                      <p:cBhvr>
                                        <p:cTn id="27" dur="500"/>
                                        <p:tgtEl>
                                          <p:spTgt spid="7170">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7170">
                                            <p:txEl>
                                              <p:pRg st="4" end="4"/>
                                            </p:txEl>
                                          </p:spTgt>
                                        </p:tgtEl>
                                        <p:attrNameLst>
                                          <p:attrName>style.visibility</p:attrName>
                                        </p:attrNameLst>
                                      </p:cBhvr>
                                      <p:to>
                                        <p:strVal val="visible"/>
                                      </p:to>
                                    </p:set>
                                    <p:animEffect transition="in" filter="fade">
                                      <p:cBhvr>
                                        <p:cTn id="32" dur="500"/>
                                        <p:tgtEl>
                                          <p:spTgt spid="717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C9FE891-5860-4435-9363-FDE8BC2D71DB}"/>
              </a:ext>
            </a:extLst>
          </p:cNvPr>
          <p:cNvSpPr/>
          <p:nvPr/>
        </p:nvSpPr>
        <p:spPr>
          <a:xfrm>
            <a:off x="873987" y="1949067"/>
            <a:ext cx="1311779" cy="397353"/>
          </a:xfrm>
          <a:prstGeom prst="rect">
            <a:avLst/>
          </a:prstGeom>
        </p:spPr>
        <p:txBody>
          <a:bodyPr wrap="square">
            <a:spAutoFit/>
          </a:bodyPr>
          <a:lstStyle/>
          <a:p>
            <a:pPr marL="538163" lvl="3" indent="-261938" defTabSz="457200" eaLnBrk="1" hangingPunct="1">
              <a:lnSpc>
                <a:spcPts val="2600"/>
              </a:lnSpc>
              <a:spcAft>
                <a:spcPts val="900"/>
              </a:spcAft>
              <a:buFont typeface="Wingdings" panose="05000000000000000000" pitchFamily="2" charset="2"/>
              <a:buChar char="Ø"/>
            </a:pPr>
            <a:r>
              <a:rPr lang="zh-CN" altLang="en-US" spc="150" dirty="0">
                <a:solidFill>
                  <a:srgbClr val="000000"/>
                </a:solidFill>
                <a:latin typeface="微软雅黑" panose="020B0503020204020204" pitchFamily="34" charset="-122"/>
                <a:ea typeface="微软雅黑" panose="020B0503020204020204" pitchFamily="34" charset="-122"/>
              </a:rPr>
              <a:t>条件：</a:t>
            </a:r>
            <a:endParaRPr lang="en-US" altLang="zh-CN" spc="150" dirty="0">
              <a:solidFill>
                <a:srgbClr val="000000"/>
              </a:solidFill>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A3193D3D-D4D9-4526-905E-C863DAC5C74E}"/>
              </a:ext>
            </a:extLst>
          </p:cNvPr>
          <p:cNvSpPr/>
          <p:nvPr/>
        </p:nvSpPr>
        <p:spPr>
          <a:xfrm>
            <a:off x="1086133" y="3198145"/>
            <a:ext cx="7031336" cy="820546"/>
          </a:xfrm>
          <a:prstGeom prst="rect">
            <a:avLst/>
          </a:prstGeom>
        </p:spPr>
        <p:txBody>
          <a:bodyPr wrap="square">
            <a:spAutoFit/>
          </a:bodyPr>
          <a:lstStyle/>
          <a:p>
            <a:pPr marL="285750" lvl="1" indent="-285750" defTabSz="457200">
              <a:lnSpc>
                <a:spcPts val="3000"/>
              </a:lnSpc>
              <a:spcAft>
                <a:spcPts val="1800"/>
              </a:spcAft>
              <a:buFont typeface="Wingdings" panose="05000000000000000000" pitchFamily="2" charset="2"/>
              <a:buChar char="u"/>
            </a:pPr>
            <a:r>
              <a:rPr lang="zh-CN" altLang="en-US" sz="2000" spc="150" dirty="0">
                <a:solidFill>
                  <a:srgbClr val="000000"/>
                </a:solidFill>
                <a:latin typeface="微软雅黑" panose="020B0503020204020204" pitchFamily="34" charset="-122"/>
                <a:ea typeface="微软雅黑" panose="020B0503020204020204" pitchFamily="34" charset="-122"/>
              </a:rPr>
              <a:t>两种商品时消费者的选择行为可以表示为，在收入既定的条件下，合理地配置两种商品的消费数量。</a:t>
            </a:r>
          </a:p>
        </p:txBody>
      </p:sp>
      <p:sp>
        <p:nvSpPr>
          <p:cNvPr id="11" name="矩形 10">
            <a:extLst>
              <a:ext uri="{FF2B5EF4-FFF2-40B4-BE49-F238E27FC236}">
                <a16:creationId xmlns:a16="http://schemas.microsoft.com/office/drawing/2014/main" id="{684BF9FB-773C-4F1F-886C-F5E74C92EB83}"/>
              </a:ext>
            </a:extLst>
          </p:cNvPr>
          <p:cNvSpPr/>
          <p:nvPr/>
        </p:nvSpPr>
        <p:spPr>
          <a:xfrm>
            <a:off x="4942932" y="2452713"/>
            <a:ext cx="2225289" cy="369332"/>
          </a:xfrm>
          <a:prstGeom prst="rect">
            <a:avLst/>
          </a:prstGeom>
        </p:spPr>
        <p:txBody>
          <a:bodyPr wrap="none">
            <a:spAutoFit/>
          </a:bodyPr>
          <a:lstStyle/>
          <a:p>
            <a:pPr marL="276225" lvl="3" indent="0" defTabSz="457200" eaLnBrk="1" hangingPunct="1">
              <a:spcAft>
                <a:spcPts val="1800"/>
              </a:spcAft>
              <a:buNone/>
            </a:pPr>
            <a:r>
              <a:rPr lang="en-US" altLang="zh-CN" spc="150" dirty="0">
                <a:solidFill>
                  <a:srgbClr val="000000"/>
                </a:solidFill>
                <a:latin typeface="微软雅黑" panose="020B0503020204020204" pitchFamily="34" charset="-122"/>
                <a:ea typeface="微软雅黑" panose="020B0503020204020204" pitchFamily="34" charset="-122"/>
              </a:rPr>
              <a:t>P</a:t>
            </a:r>
            <a:r>
              <a:rPr lang="en-US" altLang="zh-CN" spc="150" baseline="-25000" dirty="0">
                <a:solidFill>
                  <a:srgbClr val="000000"/>
                </a:solidFill>
                <a:latin typeface="微软雅黑" panose="020B0503020204020204" pitchFamily="34" charset="-122"/>
                <a:ea typeface="微软雅黑" panose="020B0503020204020204" pitchFamily="34" charset="-122"/>
              </a:rPr>
              <a:t>1</a:t>
            </a:r>
            <a:r>
              <a:rPr lang="en-US" altLang="zh-CN" spc="150" dirty="0">
                <a:solidFill>
                  <a:srgbClr val="000000"/>
                </a:solidFill>
                <a:latin typeface="微软雅黑" panose="020B0503020204020204" pitchFamily="34" charset="-122"/>
                <a:ea typeface="微软雅黑" panose="020B0503020204020204" pitchFamily="34" charset="-122"/>
              </a:rPr>
              <a:t>Q</a:t>
            </a:r>
            <a:r>
              <a:rPr lang="en-US" altLang="zh-CN" spc="150" baseline="-25000" dirty="0">
                <a:solidFill>
                  <a:srgbClr val="000000"/>
                </a:solidFill>
                <a:latin typeface="微软雅黑" panose="020B0503020204020204" pitchFamily="34" charset="-122"/>
                <a:ea typeface="微软雅黑" panose="020B0503020204020204" pitchFamily="34" charset="-122"/>
              </a:rPr>
              <a:t>1</a:t>
            </a:r>
            <a:r>
              <a:rPr lang="en-US" altLang="zh-CN" spc="150" dirty="0">
                <a:solidFill>
                  <a:srgbClr val="000000"/>
                </a:solidFill>
                <a:latin typeface="微软雅黑" panose="020B0503020204020204" pitchFamily="34" charset="-122"/>
                <a:ea typeface="微软雅黑" panose="020B0503020204020204" pitchFamily="34" charset="-122"/>
              </a:rPr>
              <a:t>+P</a:t>
            </a:r>
            <a:r>
              <a:rPr lang="en-US" altLang="zh-CN" spc="150" baseline="-25000" dirty="0">
                <a:solidFill>
                  <a:srgbClr val="000000"/>
                </a:solidFill>
                <a:latin typeface="微软雅黑" panose="020B0503020204020204" pitchFamily="34" charset="-122"/>
                <a:ea typeface="微软雅黑" panose="020B0503020204020204" pitchFamily="34" charset="-122"/>
              </a:rPr>
              <a:t>2</a:t>
            </a:r>
            <a:r>
              <a:rPr lang="en-US" altLang="zh-CN" spc="150" dirty="0">
                <a:solidFill>
                  <a:srgbClr val="000000"/>
                </a:solidFill>
                <a:latin typeface="微软雅黑" panose="020B0503020204020204" pitchFamily="34" charset="-122"/>
                <a:ea typeface="微软雅黑" panose="020B0503020204020204" pitchFamily="34" charset="-122"/>
              </a:rPr>
              <a:t>Q</a:t>
            </a:r>
            <a:r>
              <a:rPr lang="en-US" altLang="zh-CN" spc="150" baseline="-25000" dirty="0">
                <a:solidFill>
                  <a:srgbClr val="000000"/>
                </a:solidFill>
                <a:latin typeface="微软雅黑" panose="020B0503020204020204" pitchFamily="34" charset="-122"/>
                <a:ea typeface="微软雅黑" panose="020B0503020204020204" pitchFamily="34" charset="-122"/>
              </a:rPr>
              <a:t>2</a:t>
            </a:r>
            <a:r>
              <a:rPr lang="en-US" altLang="zh-CN" spc="150" dirty="0">
                <a:solidFill>
                  <a:srgbClr val="000000"/>
                </a:solidFill>
                <a:latin typeface="微软雅黑" panose="020B0503020204020204" pitchFamily="34" charset="-122"/>
                <a:ea typeface="微软雅黑" panose="020B0503020204020204" pitchFamily="34" charset="-122"/>
              </a:rPr>
              <a:t>=m</a:t>
            </a:r>
          </a:p>
        </p:txBody>
      </p:sp>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E9D13127-037A-4FEC-8419-BD9D5A871228}"/>
                  </a:ext>
                </a:extLst>
              </p:cNvPr>
              <p:cNvSpPr/>
              <p:nvPr/>
            </p:nvSpPr>
            <p:spPr>
              <a:xfrm>
                <a:off x="2067148" y="2387853"/>
                <a:ext cx="1748299" cy="518475"/>
              </a:xfrm>
              <a:prstGeom prst="rect">
                <a:avLst/>
              </a:prstGeom>
            </p:spPr>
            <p:txBody>
              <a:bodyPr wrap="none">
                <a:spAutoFit/>
              </a:bodyPr>
              <a:lstStyle/>
              <a:p>
                <a14:m>
                  <m:oMath xmlns:m="http://schemas.openxmlformats.org/officeDocument/2006/math">
                    <m:f>
                      <m:fPr>
                        <m:ctrlPr>
                          <a:rPr lang="en-US" altLang="zh-CN" i="1" spc="150">
                            <a:solidFill>
                              <a:srgbClr val="000000"/>
                            </a:solidFill>
                            <a:latin typeface="Cambria Math" panose="02040503050406030204" pitchFamily="18" charset="0"/>
                            <a:ea typeface="微软雅黑" panose="020B0503020204020204" pitchFamily="34" charset="-122"/>
                          </a:rPr>
                        </m:ctrlPr>
                      </m:fPr>
                      <m:num>
                        <m:sSub>
                          <m:sSubPr>
                            <m:ctrlPr>
                              <a:rPr lang="en-US" altLang="zh-CN" i="1" spc="150">
                                <a:solidFill>
                                  <a:srgbClr val="000000"/>
                                </a:solidFill>
                                <a:latin typeface="Cambria Math" panose="02040503050406030204" pitchFamily="18" charset="0"/>
                                <a:ea typeface="微软雅黑" panose="020B0503020204020204" pitchFamily="34" charset="-122"/>
                              </a:rPr>
                            </m:ctrlPr>
                          </m:sSubPr>
                          <m:e>
                            <m:r>
                              <a:rPr lang="en-US" altLang="zh-CN" i="1" spc="150">
                                <a:solidFill>
                                  <a:srgbClr val="000000"/>
                                </a:solidFill>
                                <a:latin typeface="Cambria Math" panose="02040503050406030204" pitchFamily="18" charset="0"/>
                                <a:ea typeface="微软雅黑" panose="020B0503020204020204" pitchFamily="34" charset="-122"/>
                              </a:rPr>
                              <m:t>𝑀𝑈</m:t>
                            </m:r>
                          </m:e>
                          <m:sub>
                            <m:r>
                              <a:rPr lang="en-US" altLang="zh-CN" i="1" spc="150">
                                <a:solidFill>
                                  <a:srgbClr val="000000"/>
                                </a:solidFill>
                                <a:latin typeface="Cambria Math" panose="02040503050406030204" pitchFamily="18" charset="0"/>
                                <a:ea typeface="微软雅黑" panose="020B0503020204020204" pitchFamily="34" charset="-122"/>
                              </a:rPr>
                              <m:t>1</m:t>
                            </m:r>
                          </m:sub>
                        </m:sSub>
                      </m:num>
                      <m:den>
                        <m:sSub>
                          <m:sSubPr>
                            <m:ctrlPr>
                              <a:rPr lang="en-US" altLang="zh-CN" i="1" spc="150">
                                <a:solidFill>
                                  <a:srgbClr val="000000"/>
                                </a:solidFill>
                                <a:latin typeface="Cambria Math" panose="02040503050406030204" pitchFamily="18" charset="0"/>
                                <a:ea typeface="微软雅黑" panose="020B0503020204020204" pitchFamily="34" charset="-122"/>
                              </a:rPr>
                            </m:ctrlPr>
                          </m:sSubPr>
                          <m:e>
                            <m:r>
                              <a:rPr lang="en-US" altLang="zh-CN" i="1" spc="150">
                                <a:solidFill>
                                  <a:srgbClr val="000000"/>
                                </a:solidFill>
                                <a:latin typeface="Cambria Math" panose="02040503050406030204" pitchFamily="18" charset="0"/>
                                <a:ea typeface="微软雅黑" panose="020B0503020204020204" pitchFamily="34" charset="-122"/>
                              </a:rPr>
                              <m:t>𝑃</m:t>
                            </m:r>
                          </m:e>
                          <m:sub>
                            <m:r>
                              <a:rPr lang="en-US" altLang="zh-CN" i="1" spc="150">
                                <a:solidFill>
                                  <a:srgbClr val="000000"/>
                                </a:solidFill>
                                <a:latin typeface="Cambria Math" panose="02040503050406030204" pitchFamily="18" charset="0"/>
                                <a:ea typeface="微软雅黑" panose="020B0503020204020204" pitchFamily="34" charset="-122"/>
                              </a:rPr>
                              <m:t>1</m:t>
                            </m:r>
                          </m:sub>
                        </m:sSub>
                      </m:den>
                    </m:f>
                  </m:oMath>
                </a14:m>
                <a:r>
                  <a:rPr lang="en-US" altLang="zh-CN" spc="150" dirty="0">
                    <a:solidFill>
                      <a:srgbClr val="000000"/>
                    </a:solidFill>
                    <a:latin typeface="微软雅黑" panose="020B0503020204020204" pitchFamily="34" charset="-122"/>
                    <a:ea typeface="微软雅黑" panose="020B0503020204020204" pitchFamily="34" charset="-122"/>
                  </a:rPr>
                  <a:t> =</a:t>
                </a:r>
                <a:r>
                  <a:rPr lang="en-US" altLang="zh-CN" spc="150" dirty="0">
                    <a:solidFill>
                      <a:srgbClr val="000000"/>
                    </a:solidFill>
                    <a:ea typeface="微软雅黑" panose="020B0503020204020204" pitchFamily="34" charset="-122"/>
                  </a:rPr>
                  <a:t> </a:t>
                </a:r>
                <a14:m>
                  <m:oMath xmlns:m="http://schemas.openxmlformats.org/officeDocument/2006/math">
                    <m:f>
                      <m:fPr>
                        <m:ctrlPr>
                          <a:rPr lang="en-US" altLang="zh-CN" i="1" spc="150">
                            <a:solidFill>
                              <a:srgbClr val="000000"/>
                            </a:solidFill>
                            <a:latin typeface="Cambria Math" panose="02040503050406030204" pitchFamily="18" charset="0"/>
                            <a:ea typeface="微软雅黑" panose="020B0503020204020204" pitchFamily="34" charset="-122"/>
                          </a:rPr>
                        </m:ctrlPr>
                      </m:fPr>
                      <m:num>
                        <m:sSub>
                          <m:sSubPr>
                            <m:ctrlPr>
                              <a:rPr lang="en-US" altLang="zh-CN" i="1" spc="150">
                                <a:solidFill>
                                  <a:srgbClr val="000000"/>
                                </a:solidFill>
                                <a:latin typeface="Cambria Math" panose="02040503050406030204" pitchFamily="18" charset="0"/>
                                <a:ea typeface="微软雅黑" panose="020B0503020204020204" pitchFamily="34" charset="-122"/>
                              </a:rPr>
                            </m:ctrlPr>
                          </m:sSubPr>
                          <m:e>
                            <m:r>
                              <a:rPr lang="en-US" altLang="zh-CN" i="1" spc="150">
                                <a:solidFill>
                                  <a:srgbClr val="000000"/>
                                </a:solidFill>
                                <a:latin typeface="Cambria Math" panose="02040503050406030204" pitchFamily="18" charset="0"/>
                                <a:ea typeface="微软雅黑" panose="020B0503020204020204" pitchFamily="34" charset="-122"/>
                              </a:rPr>
                              <m:t>𝑀𝑈</m:t>
                            </m:r>
                          </m:e>
                          <m:sub>
                            <m:r>
                              <a:rPr lang="en-US" altLang="zh-CN" i="1" spc="150">
                                <a:solidFill>
                                  <a:srgbClr val="000000"/>
                                </a:solidFill>
                                <a:latin typeface="Cambria Math" panose="02040503050406030204" pitchFamily="18" charset="0"/>
                                <a:ea typeface="微软雅黑" panose="020B0503020204020204" pitchFamily="34" charset="-122"/>
                              </a:rPr>
                              <m:t>2</m:t>
                            </m:r>
                          </m:sub>
                        </m:sSub>
                      </m:num>
                      <m:den>
                        <m:sSub>
                          <m:sSubPr>
                            <m:ctrlPr>
                              <a:rPr lang="en-US" altLang="zh-CN" i="1" spc="150">
                                <a:solidFill>
                                  <a:srgbClr val="000000"/>
                                </a:solidFill>
                                <a:latin typeface="Cambria Math" panose="02040503050406030204" pitchFamily="18" charset="0"/>
                                <a:ea typeface="微软雅黑" panose="020B0503020204020204" pitchFamily="34" charset="-122"/>
                              </a:rPr>
                            </m:ctrlPr>
                          </m:sSubPr>
                          <m:e>
                            <m:r>
                              <a:rPr lang="en-US" altLang="zh-CN" i="1" spc="150">
                                <a:solidFill>
                                  <a:srgbClr val="000000"/>
                                </a:solidFill>
                                <a:latin typeface="Cambria Math" panose="02040503050406030204" pitchFamily="18" charset="0"/>
                                <a:ea typeface="微软雅黑" panose="020B0503020204020204" pitchFamily="34" charset="-122"/>
                              </a:rPr>
                              <m:t>𝑃</m:t>
                            </m:r>
                          </m:e>
                          <m:sub>
                            <m:r>
                              <a:rPr lang="en-US" altLang="zh-CN" i="1" spc="150">
                                <a:solidFill>
                                  <a:srgbClr val="000000"/>
                                </a:solidFill>
                                <a:latin typeface="Cambria Math" panose="02040503050406030204" pitchFamily="18" charset="0"/>
                                <a:ea typeface="微软雅黑" panose="020B0503020204020204" pitchFamily="34" charset="-122"/>
                              </a:rPr>
                              <m:t>2</m:t>
                            </m:r>
                          </m:sub>
                        </m:sSub>
                      </m:den>
                    </m:f>
                  </m:oMath>
                </a14:m>
                <a:r>
                  <a:rPr lang="en-US" altLang="zh-CN" spc="150" dirty="0">
                    <a:solidFill>
                      <a:srgbClr val="000000"/>
                    </a:solidFill>
                    <a:latin typeface="微软雅黑" panose="020B0503020204020204" pitchFamily="34" charset="-122"/>
                    <a:ea typeface="微软雅黑" panose="020B0503020204020204" pitchFamily="34" charset="-122"/>
                  </a:rPr>
                  <a:t> =</a:t>
                </a:r>
                <a:r>
                  <a:rPr lang="el-GR" altLang="zh-CN" spc="150" dirty="0">
                    <a:solidFill>
                      <a:srgbClr val="000000"/>
                    </a:solidFill>
                    <a:latin typeface="微软雅黑" panose="020B0503020204020204" pitchFamily="34" charset="-122"/>
                    <a:ea typeface="微软雅黑" panose="020B0503020204020204" pitchFamily="34" charset="-122"/>
                  </a:rPr>
                  <a:t>λ</a:t>
                </a:r>
                <a:endParaRPr lang="zh-CN" altLang="en-US" dirty="0"/>
              </a:p>
            </p:txBody>
          </p:sp>
        </mc:Choice>
        <mc:Fallback xmlns="">
          <p:sp>
            <p:nvSpPr>
              <p:cNvPr id="13" name="矩形 12">
                <a:extLst>
                  <a:ext uri="{FF2B5EF4-FFF2-40B4-BE49-F238E27FC236}">
                    <a16:creationId xmlns:a16="http://schemas.microsoft.com/office/drawing/2014/main" id="{E9D13127-037A-4FEC-8419-BD9D5A871228}"/>
                  </a:ext>
                </a:extLst>
              </p:cNvPr>
              <p:cNvSpPr>
                <a:spLocks noRot="1" noChangeAspect="1" noMove="1" noResize="1" noEditPoints="1" noAdjustHandles="1" noChangeArrowheads="1" noChangeShapeType="1" noTextEdit="1"/>
              </p:cNvSpPr>
              <p:nvPr/>
            </p:nvSpPr>
            <p:spPr>
              <a:xfrm>
                <a:off x="2067148" y="2387853"/>
                <a:ext cx="1748299" cy="518475"/>
              </a:xfrm>
              <a:prstGeom prst="rect">
                <a:avLst/>
              </a:prstGeom>
              <a:blipFill>
                <a:blip r:embed="rId4"/>
                <a:stretch>
                  <a:fillRect r="-2091"/>
                </a:stretch>
              </a:blipFill>
            </p:spPr>
            <p:txBody>
              <a:bodyPr/>
              <a:lstStyle/>
              <a:p>
                <a:r>
                  <a:rPr lang="zh-CN" altLang="en-US">
                    <a:noFill/>
                  </a:rPr>
                  <a:t> </a:t>
                </a:r>
              </a:p>
            </p:txBody>
          </p:sp>
        </mc:Fallback>
      </mc:AlternateContent>
      <p:sp>
        <p:nvSpPr>
          <p:cNvPr id="14" name="矩形 13">
            <a:extLst>
              <a:ext uri="{FF2B5EF4-FFF2-40B4-BE49-F238E27FC236}">
                <a16:creationId xmlns:a16="http://schemas.microsoft.com/office/drawing/2014/main" id="{C6CCF63E-BC1B-4B20-AF4C-7D84BE10E1B4}"/>
              </a:ext>
            </a:extLst>
          </p:cNvPr>
          <p:cNvSpPr/>
          <p:nvPr/>
        </p:nvSpPr>
        <p:spPr>
          <a:xfrm>
            <a:off x="1086133" y="4492788"/>
            <a:ext cx="7017871" cy="1596078"/>
          </a:xfrm>
          <a:prstGeom prst="rect">
            <a:avLst/>
          </a:prstGeom>
        </p:spPr>
        <p:txBody>
          <a:bodyPr wrap="square">
            <a:spAutoFit/>
          </a:bodyPr>
          <a:lstStyle/>
          <a:p>
            <a:pPr marL="285750" lvl="1" indent="-285750" defTabSz="457200">
              <a:lnSpc>
                <a:spcPts val="3000"/>
              </a:lnSpc>
              <a:spcAft>
                <a:spcPts val="1800"/>
              </a:spcAft>
              <a:buFont typeface="Wingdings" panose="05000000000000000000" pitchFamily="2" charset="2"/>
              <a:buChar char="u"/>
            </a:pPr>
            <a:r>
              <a:rPr lang="zh-CN" altLang="en-US" sz="2000" spc="150" dirty="0">
                <a:solidFill>
                  <a:srgbClr val="000000"/>
                </a:solidFill>
                <a:latin typeface="微软雅黑" panose="020B0503020204020204" pitchFamily="34" charset="-122"/>
                <a:ea typeface="微软雅黑" panose="020B0503020204020204" pitchFamily="34" charset="-122"/>
              </a:rPr>
              <a:t>当这两种商品的边际效用不相等时，消费者可以通过调整两种商品的消费数量，使得自身效用增加，因此消费者实现效用最大化的均衡条件是在两种商品的边际效用相等时达到。</a:t>
            </a:r>
          </a:p>
        </p:txBody>
      </p:sp>
      <p:sp>
        <p:nvSpPr>
          <p:cNvPr id="15" name="矩形 14">
            <a:extLst>
              <a:ext uri="{FF2B5EF4-FFF2-40B4-BE49-F238E27FC236}">
                <a16:creationId xmlns:a16="http://schemas.microsoft.com/office/drawing/2014/main" id="{AE895A77-86DA-427F-AA99-A98734D96211}"/>
              </a:ext>
            </a:extLst>
          </p:cNvPr>
          <p:cNvSpPr/>
          <p:nvPr/>
        </p:nvSpPr>
        <p:spPr>
          <a:xfrm>
            <a:off x="6593747" y="0"/>
            <a:ext cx="2550253" cy="369332"/>
          </a:xfrm>
          <a:prstGeom prst="rect">
            <a:avLst/>
          </a:prstGeom>
        </p:spPr>
        <p:txBody>
          <a:bodyPr wrap="squar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第一节 </a:t>
            </a:r>
            <a:r>
              <a:rPr lang="zh-CN" altLang="en-US" spc="150" dirty="0">
                <a:latin typeface="微软雅黑" panose="020B0503020204020204" pitchFamily="34" charset="-122"/>
                <a:ea typeface="微软雅黑" panose="020B0503020204020204" pitchFamily="34" charset="-122"/>
              </a:rPr>
              <a:t>效用理论概述</a:t>
            </a:r>
            <a:r>
              <a:rPr lang="zh-CN" altLang="en-US" spc="150" dirty="0">
                <a:solidFill>
                  <a:srgbClr val="000000"/>
                </a:solidFill>
                <a:latin typeface="微软雅黑" panose="020B0503020204020204" pitchFamily="34" charset="-122"/>
                <a:ea typeface="微软雅黑" panose="020B0503020204020204" pitchFamily="34" charset="-122"/>
              </a:rPr>
              <a:t> </a:t>
            </a:r>
          </a:p>
        </p:txBody>
      </p:sp>
      <p:sp>
        <p:nvSpPr>
          <p:cNvPr id="16" name="矩形 15">
            <a:extLst>
              <a:ext uri="{FF2B5EF4-FFF2-40B4-BE49-F238E27FC236}">
                <a16:creationId xmlns:a16="http://schemas.microsoft.com/office/drawing/2014/main" id="{11BD1135-1C90-4559-BEBC-EC65DE449A14}"/>
              </a:ext>
            </a:extLst>
          </p:cNvPr>
          <p:cNvSpPr/>
          <p:nvPr/>
        </p:nvSpPr>
        <p:spPr>
          <a:xfrm>
            <a:off x="467544" y="548680"/>
            <a:ext cx="2473754"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三、效用最大化</a:t>
            </a:r>
          </a:p>
        </p:txBody>
      </p:sp>
      <p:grpSp>
        <p:nvGrpSpPr>
          <p:cNvPr id="10" name="组合 9">
            <a:extLst>
              <a:ext uri="{FF2B5EF4-FFF2-40B4-BE49-F238E27FC236}">
                <a16:creationId xmlns:a16="http://schemas.microsoft.com/office/drawing/2014/main" id="{9D182E9F-4AF0-4C78-A933-6EB1F365E99D}"/>
              </a:ext>
            </a:extLst>
          </p:cNvPr>
          <p:cNvGrpSpPr/>
          <p:nvPr/>
        </p:nvGrpSpPr>
        <p:grpSpPr>
          <a:xfrm>
            <a:off x="467544" y="1161144"/>
            <a:ext cx="3806023" cy="659493"/>
            <a:chOff x="467544" y="1161144"/>
            <a:chExt cx="3806023" cy="659493"/>
          </a:xfrm>
        </p:grpSpPr>
        <p:sp>
          <p:nvSpPr>
            <p:cNvPr id="12" name="MH_Text_1">
              <a:extLst>
                <a:ext uri="{FF2B5EF4-FFF2-40B4-BE49-F238E27FC236}">
                  <a16:creationId xmlns:a16="http://schemas.microsoft.com/office/drawing/2014/main" id="{6FBA9E81-B956-475A-8BD6-E2F63D237818}"/>
                </a:ext>
              </a:extLst>
            </p:cNvPr>
            <p:cNvSpPr/>
            <p:nvPr>
              <p:custDataLst>
                <p:tags r:id="rId1"/>
              </p:custDataLst>
            </p:nvPr>
          </p:nvSpPr>
          <p:spPr bwMode="auto">
            <a:xfrm>
              <a:off x="467544" y="1161144"/>
              <a:ext cx="3806023" cy="659493"/>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algn="ctr">
                <a:defRPr/>
              </a:pPr>
              <a:r>
                <a:rPr lang="zh-CN" altLang="en-US" sz="2000" spc="150" dirty="0">
                  <a:solidFill>
                    <a:srgbClr val="000000"/>
                  </a:solidFill>
                  <a:latin typeface="微软雅黑" panose="020B0503020204020204" pitchFamily="34" charset="-122"/>
                  <a:ea typeface="微软雅黑" panose="020B0503020204020204" pitchFamily="34" charset="-122"/>
                </a:rPr>
                <a:t>两种商品情况下的效用最大化</a:t>
              </a:r>
            </a:p>
          </p:txBody>
        </p:sp>
        <p:sp>
          <p:nvSpPr>
            <p:cNvPr id="18" name="MH_Other_2">
              <a:extLst>
                <a:ext uri="{FF2B5EF4-FFF2-40B4-BE49-F238E27FC236}">
                  <a16:creationId xmlns:a16="http://schemas.microsoft.com/office/drawing/2014/main" id="{1EA2AC2F-212F-4646-8505-1BE19BE29898}"/>
                </a:ext>
              </a:extLst>
            </p:cNvPr>
            <p:cNvSpPr/>
            <p:nvPr>
              <p:custDataLst>
                <p:tags r:id="rId2"/>
              </p:custDataLst>
            </p:nvPr>
          </p:nvSpPr>
          <p:spPr bwMode="auto">
            <a:xfrm rot="10800000">
              <a:off x="4004344" y="1240922"/>
              <a:ext cx="189743" cy="162838"/>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
        <p:nvSpPr>
          <p:cNvPr id="4" name="标注: 线形 3">
            <a:extLst>
              <a:ext uri="{FF2B5EF4-FFF2-40B4-BE49-F238E27FC236}">
                <a16:creationId xmlns:a16="http://schemas.microsoft.com/office/drawing/2014/main" id="{03D17401-938D-48A9-9C55-9510B5EA24D6}"/>
              </a:ext>
            </a:extLst>
          </p:cNvPr>
          <p:cNvSpPr/>
          <p:nvPr/>
        </p:nvSpPr>
        <p:spPr bwMode="auto">
          <a:xfrm>
            <a:off x="4516582" y="609600"/>
            <a:ext cx="4566458" cy="1339467"/>
          </a:xfrm>
          <a:prstGeom prst="borderCallout1">
            <a:avLst>
              <a:gd name="adj1" fmla="val 18750"/>
              <a:gd name="adj2" fmla="val -8333"/>
              <a:gd name="adj3" fmla="val 131118"/>
              <a:gd name="adj4" fmla="val -326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r>
              <a:rPr lang="zh-CN" altLang="en-US" dirty="0"/>
              <a:t>首先，两种商品的组合给消费者带来效用，消费者获得的效用是两种商品消费量的函数。</a:t>
            </a:r>
            <a:endParaRPr lang="en-US" altLang="zh-CN" dirty="0"/>
          </a:p>
          <a:p>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其次，收入既定的条件下，消费者可以将收入配置于不同的商品之上。</a:t>
            </a:r>
          </a:p>
        </p:txBody>
      </p:sp>
      <p:sp>
        <p:nvSpPr>
          <p:cNvPr id="5" name="线形标注 1 4"/>
          <p:cNvSpPr/>
          <p:nvPr/>
        </p:nvSpPr>
        <p:spPr bwMode="auto">
          <a:xfrm>
            <a:off x="0" y="5086861"/>
            <a:ext cx="1397726" cy="1771139"/>
          </a:xfrm>
          <a:prstGeom prst="borderCallout1">
            <a:avLst>
              <a:gd name="adj1" fmla="val -2303"/>
              <a:gd name="adj2" fmla="val 47381"/>
              <a:gd name="adj3" fmla="val -41346"/>
              <a:gd name="adj4" fmla="val 48307"/>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一般情况下：钻石用途小但价格昂贵，水是生命之源却非常便宜。</a:t>
            </a:r>
          </a:p>
        </p:txBody>
      </p:sp>
    </p:spTree>
    <p:extLst>
      <p:ext uri="{BB962C8B-B14F-4D97-AF65-F5344CB8AC3E}">
        <p14:creationId xmlns:p14="http://schemas.microsoft.com/office/powerpoint/2010/main" val="3519443901"/>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Vertic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fade">
                                      <p:cBhvr>
                                        <p:cTn id="27" dur="500"/>
                                        <p:tgtEl>
                                          <p:spTgt spid="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1" grpId="0"/>
      <p:bldP spid="13" grpId="0"/>
      <p:bldP spid="1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170" name="Rectangle 3"/>
              <p:cNvSpPr>
                <a:spLocks noGrp="1" noChangeArrowheads="1"/>
              </p:cNvSpPr>
              <p:nvPr>
                <p:ph type="body" idx="4294967295"/>
              </p:nvPr>
            </p:nvSpPr>
            <p:spPr>
              <a:xfrm>
                <a:off x="892628" y="2894732"/>
                <a:ext cx="7235746" cy="5196980"/>
              </a:xfrm>
            </p:spPr>
            <p:txBody>
              <a:bodyPr/>
              <a:lstStyle/>
              <a:p>
                <a:pPr marL="538163" lvl="3" indent="-261938" defTabSz="457200" eaLnBrk="1" hangingPunct="1">
                  <a:lnSpc>
                    <a:spcPct val="200000"/>
                  </a:lnSpc>
                  <a:spcBef>
                    <a:spcPts val="0"/>
                  </a:spcBef>
                  <a:spcAft>
                    <a:spcPts val="0"/>
                  </a:spcAft>
                  <a:buFont typeface="Wingdings" panose="05000000000000000000" pitchFamily="2" charset="2"/>
                  <a:buChar char="Ø"/>
                </a:pPr>
                <a:endParaRPr lang="en-US" altLang="zh-CN" dirty="0">
                  <a:latin typeface="微软雅黑" panose="020B0503020204020204" pitchFamily="34" charset="-122"/>
                  <a:ea typeface="微软雅黑" panose="020B0503020204020204" pitchFamily="34" charset="-122"/>
                </a:endParaRPr>
              </a:p>
              <a:p>
                <a:pPr marL="538163" lvl="3" indent="-261938" defTabSz="457200" eaLnBrk="1" hangingPunct="1">
                  <a:lnSpc>
                    <a:spcPct val="200000"/>
                  </a:lnSpc>
                  <a:spcBef>
                    <a:spcPts val="0"/>
                  </a:spcBef>
                  <a:spcAft>
                    <a:spcPts val="0"/>
                  </a:spcAft>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rPr>
                  <a:t>如果条件不满足，效用还可以增加。例如，当</a:t>
                </a:r>
                <a14:m>
                  <m:oMath xmlns:m="http://schemas.openxmlformats.org/officeDocument/2006/math">
                    <m:f>
                      <m:fPr>
                        <m:ctrlPr>
                          <a:rPr lang="en-US" altLang="zh-CN" sz="1800" i="1">
                            <a:latin typeface="Cambria Math" panose="02040503050406030204" pitchFamily="18" charset="0"/>
                          </a:rPr>
                        </m:ctrlPr>
                      </m:fPr>
                      <m:num>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𝑀𝑈</m:t>
                            </m:r>
                          </m:e>
                          <m:sub>
                            <m:r>
                              <a:rPr lang="en-US" altLang="zh-CN" sz="1800" i="1">
                                <a:latin typeface="Cambria Math" panose="02040503050406030204" pitchFamily="18" charset="0"/>
                              </a:rPr>
                              <m:t>1</m:t>
                            </m:r>
                          </m:sub>
                        </m:sSub>
                      </m:num>
                      <m:den>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𝑃</m:t>
                            </m:r>
                          </m:e>
                          <m:sub>
                            <m:r>
                              <a:rPr lang="en-US" altLang="zh-CN" sz="1800" i="1">
                                <a:latin typeface="Cambria Math" panose="02040503050406030204" pitchFamily="18" charset="0"/>
                              </a:rPr>
                              <m:t>1</m:t>
                            </m:r>
                          </m:sub>
                        </m:sSub>
                      </m:den>
                    </m:f>
                    <m:r>
                      <a:rPr lang="en-US" altLang="zh-CN" sz="1800" i="1">
                        <a:latin typeface="Cambria Math" panose="02040503050406030204" pitchFamily="18" charset="0"/>
                      </a:rPr>
                      <m:t>&gt;</m:t>
                    </m:r>
                    <m:f>
                      <m:fPr>
                        <m:ctrlPr>
                          <a:rPr lang="en-US" altLang="zh-CN" sz="1800" i="1">
                            <a:latin typeface="Cambria Math" panose="02040503050406030204" pitchFamily="18" charset="0"/>
                          </a:rPr>
                        </m:ctrlPr>
                      </m:fPr>
                      <m:num>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𝑀𝑈</m:t>
                            </m:r>
                          </m:e>
                          <m:sub>
                            <m:r>
                              <a:rPr lang="en-US" altLang="zh-CN" sz="1800" i="1">
                                <a:latin typeface="Cambria Math" panose="02040503050406030204" pitchFamily="18" charset="0"/>
                              </a:rPr>
                              <m:t>2</m:t>
                            </m:r>
                          </m:sub>
                        </m:sSub>
                      </m:num>
                      <m:den>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𝑃</m:t>
                            </m:r>
                          </m:e>
                          <m:sub>
                            <m:r>
                              <a:rPr lang="en-US" altLang="zh-CN" sz="1800" i="1">
                                <a:latin typeface="Cambria Math" panose="02040503050406030204" pitchFamily="18" charset="0"/>
                              </a:rPr>
                              <m:t>2</m:t>
                            </m:r>
                          </m:sub>
                        </m:sSub>
                      </m:den>
                    </m:f>
                  </m:oMath>
                </a14:m>
                <a:r>
                  <a:rPr lang="zh-CN" altLang="en-US" sz="1800" dirty="0">
                    <a:latin typeface="微软雅黑" panose="020B0503020204020204" pitchFamily="34" charset="-122"/>
                    <a:ea typeface="微软雅黑" panose="020B0503020204020204" pitchFamily="34" charset="-122"/>
                  </a:rPr>
                  <a:t>时，既然</a:t>
                </a:r>
                <a:r>
                  <a:rPr lang="en-US" altLang="zh-CN" sz="1800" dirty="0">
                    <a:latin typeface="微软雅黑" panose="020B0503020204020204" pitchFamily="34" charset="-122"/>
                    <a:ea typeface="微软雅黑" panose="020B0503020204020204" pitchFamily="34" charset="-122"/>
                  </a:rPr>
                  <a:t>CD</a:t>
                </a:r>
                <a:r>
                  <a:rPr lang="zh-CN" altLang="en-US" sz="1800" dirty="0">
                    <a:latin typeface="微软雅黑" panose="020B0503020204020204" pitchFamily="34" charset="-122"/>
                    <a:ea typeface="微软雅黑" panose="020B0503020204020204" pitchFamily="34" charset="-122"/>
                  </a:rPr>
                  <a:t>的性价比更高，那么多购买</a:t>
                </a:r>
                <a:r>
                  <a:rPr lang="en-US" altLang="zh-CN" sz="1800" dirty="0">
                    <a:latin typeface="微软雅黑" panose="020B0503020204020204" pitchFamily="34" charset="-122"/>
                    <a:ea typeface="微软雅黑" panose="020B0503020204020204" pitchFamily="34" charset="-122"/>
                  </a:rPr>
                  <a:t>CD</a:t>
                </a:r>
                <a:r>
                  <a:rPr lang="zh-CN" altLang="en-US" sz="1800" dirty="0">
                    <a:latin typeface="微软雅黑" panose="020B0503020204020204" pitchFamily="34" charset="-122"/>
                    <a:ea typeface="微软雅黑" panose="020B0503020204020204" pitchFamily="34" charset="-122"/>
                  </a:rPr>
                  <a:t>欣赏音乐，少享用美食，总效用会增加。</a:t>
                </a:r>
                <a:endParaRPr lang="en-US" altLang="zh-CN" sz="1800" dirty="0">
                  <a:latin typeface="微软雅黑" panose="020B0503020204020204" pitchFamily="34" charset="-122"/>
                  <a:ea typeface="微软雅黑" panose="020B0503020204020204" pitchFamily="34" charset="-122"/>
                </a:endParaRPr>
              </a:p>
              <a:p>
                <a:pPr marL="538163" lvl="3" indent="-261938" defTabSz="457200" eaLnBrk="1" hangingPunct="1">
                  <a:lnSpc>
                    <a:spcPct val="200000"/>
                  </a:lnSpc>
                  <a:spcBef>
                    <a:spcPts val="0"/>
                  </a:spcBef>
                  <a:buFont typeface="Wingdings" panose="05000000000000000000" pitchFamily="2" charset="2"/>
                  <a:buChar char="Ø"/>
                </a:pPr>
                <a14:m>
                  <m:oMath xmlns:m="http://schemas.openxmlformats.org/officeDocument/2006/math">
                    <m:r>
                      <a:rPr lang="zh-CN" altLang="en-US" sz="1800">
                        <a:latin typeface="Cambria Math" panose="02040503050406030204" pitchFamily="18" charset="0"/>
                        <a:ea typeface="微软雅黑" panose="020B0503020204020204" pitchFamily="34" charset="-122"/>
                      </a:rPr>
                      <m:t>如果条件得到满足，效用就不再可能增加。</m:t>
                    </m:r>
                  </m:oMath>
                </a14:m>
                <a:endParaRPr lang="en-US" altLang="zh-CN" sz="1800" dirty="0">
                  <a:latin typeface="微软雅黑" panose="020B0503020204020204" pitchFamily="34" charset="-122"/>
                  <a:ea typeface="微软雅黑" panose="020B0503020204020204" pitchFamily="34" charset="-122"/>
                </a:endParaRPr>
              </a:p>
            </p:txBody>
          </p:sp>
        </mc:Choice>
        <mc:Fallback xmlns="">
          <p:sp>
            <p:nvSpPr>
              <p:cNvPr id="7170" name="Rectangle 3"/>
              <p:cNvSpPr>
                <a:spLocks noGrp="1" noRot="1" noChangeAspect="1" noMove="1" noResize="1" noEditPoints="1" noAdjustHandles="1" noChangeArrowheads="1" noChangeShapeType="1" noTextEdit="1"/>
              </p:cNvSpPr>
              <p:nvPr>
                <p:ph type="body" idx="4294967295"/>
              </p:nvPr>
            </p:nvSpPr>
            <p:spPr>
              <a:xfrm>
                <a:off x="892628" y="2894732"/>
                <a:ext cx="7235746" cy="5196980"/>
              </a:xfrm>
              <a:blipFill>
                <a:blip r:embed="rId4"/>
                <a:stretch>
                  <a:fillRect r="-505"/>
                </a:stretch>
              </a:blipFill>
            </p:spPr>
            <p:txBody>
              <a:bodyPr/>
              <a:lstStyle/>
              <a:p>
                <a:r>
                  <a:rPr lang="zh-CN" altLang="en-US">
                    <a:noFill/>
                  </a:rPr>
                  <a:t> </a:t>
                </a:r>
              </a:p>
            </p:txBody>
          </p:sp>
        </mc:Fallback>
      </mc:AlternateContent>
      <p:sp>
        <p:nvSpPr>
          <p:cNvPr id="6" name="矩形 5">
            <a:extLst>
              <a:ext uri="{FF2B5EF4-FFF2-40B4-BE49-F238E27FC236}">
                <a16:creationId xmlns:a16="http://schemas.microsoft.com/office/drawing/2014/main" id="{2390B81A-D1E3-4496-9B6E-DE620A550637}"/>
              </a:ext>
            </a:extLst>
          </p:cNvPr>
          <p:cNvSpPr/>
          <p:nvPr/>
        </p:nvSpPr>
        <p:spPr>
          <a:xfrm>
            <a:off x="6593747" y="0"/>
            <a:ext cx="2550253" cy="369332"/>
          </a:xfrm>
          <a:prstGeom prst="rect">
            <a:avLst/>
          </a:prstGeom>
        </p:spPr>
        <p:txBody>
          <a:bodyPr wrap="squar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第一节 </a:t>
            </a:r>
            <a:r>
              <a:rPr lang="zh-CN" altLang="en-US" spc="150" dirty="0">
                <a:latin typeface="微软雅黑" panose="020B0503020204020204" pitchFamily="34" charset="-122"/>
                <a:ea typeface="微软雅黑" panose="020B0503020204020204" pitchFamily="34" charset="-122"/>
              </a:rPr>
              <a:t>效用理论概述</a:t>
            </a:r>
            <a:r>
              <a:rPr lang="zh-CN" altLang="en-US" spc="150" dirty="0">
                <a:solidFill>
                  <a:srgbClr val="000000"/>
                </a:solidFill>
                <a:latin typeface="微软雅黑" panose="020B0503020204020204" pitchFamily="34" charset="-122"/>
                <a:ea typeface="微软雅黑" panose="020B0503020204020204" pitchFamily="34" charset="-122"/>
              </a:rPr>
              <a:t> </a:t>
            </a:r>
          </a:p>
        </p:txBody>
      </p:sp>
      <p:sp>
        <p:nvSpPr>
          <p:cNvPr id="7" name="矩形 6">
            <a:extLst>
              <a:ext uri="{FF2B5EF4-FFF2-40B4-BE49-F238E27FC236}">
                <a16:creationId xmlns:a16="http://schemas.microsoft.com/office/drawing/2014/main" id="{8F4A151A-22F5-4CFB-A96A-4B8DDE8AACF4}"/>
              </a:ext>
            </a:extLst>
          </p:cNvPr>
          <p:cNvSpPr/>
          <p:nvPr/>
        </p:nvSpPr>
        <p:spPr>
          <a:xfrm>
            <a:off x="467544" y="548680"/>
            <a:ext cx="2473754"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三、效用最大化</a:t>
            </a:r>
          </a:p>
        </p:txBody>
      </p:sp>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C30E4B71-210A-4F4B-962B-3B1C3119150A}"/>
                  </a:ext>
                </a:extLst>
              </p:cNvPr>
              <p:cNvSpPr/>
              <p:nvPr/>
            </p:nvSpPr>
            <p:spPr>
              <a:xfrm>
                <a:off x="1161333" y="1981197"/>
                <a:ext cx="7031336" cy="820096"/>
              </a:xfrm>
              <a:prstGeom prst="rect">
                <a:avLst/>
              </a:prstGeom>
            </p:spPr>
            <p:txBody>
              <a:bodyPr wrap="square">
                <a:spAutoFit/>
              </a:bodyPr>
              <a:lstStyle/>
              <a:p>
                <a:pPr marL="285750" lvl="1" indent="-285750" defTabSz="457200">
                  <a:lnSpc>
                    <a:spcPts val="3000"/>
                  </a:lnSpc>
                  <a:spcAft>
                    <a:spcPts val="1800"/>
                  </a:spcAft>
                  <a:buFont typeface="Wingdings" panose="05000000000000000000" pitchFamily="2" charset="2"/>
                  <a:buChar char="Ø"/>
                </a:pPr>
                <a14:m>
                  <m:oMath xmlns:m="http://schemas.openxmlformats.org/officeDocument/2006/math">
                    <m:f>
                      <m:fPr>
                        <m:ctrlPr>
                          <a:rPr lang="en-US" altLang="zh-CN" i="1">
                            <a:latin typeface="Cambria Math" panose="02040503050406030204" pitchFamily="18" charset="0"/>
                            <a:ea typeface="微软雅黑" panose="020B0503020204020204" pitchFamily="34" charset="-122"/>
                          </a:rPr>
                        </m:ctrlPr>
                      </m:fPr>
                      <m:num>
                        <m:sSub>
                          <m:sSubPr>
                            <m:ctrlPr>
                              <a:rPr lang="en-US" altLang="zh-CN" i="1">
                                <a:latin typeface="Cambria Math" panose="02040503050406030204" pitchFamily="18" charset="0"/>
                                <a:ea typeface="微软雅黑" panose="020B0503020204020204" pitchFamily="34" charset="-122"/>
                              </a:rPr>
                            </m:ctrlPr>
                          </m:sSubPr>
                          <m:e>
                            <m:r>
                              <a:rPr lang="en-US" altLang="zh-CN">
                                <a:latin typeface="Cambria Math" panose="02040503050406030204" pitchFamily="18" charset="0"/>
                                <a:ea typeface="微软雅黑" panose="020B0503020204020204" pitchFamily="34" charset="-122"/>
                              </a:rPr>
                              <m:t>𝑀𝑈</m:t>
                            </m:r>
                          </m:e>
                          <m:sub>
                            <m:r>
                              <a:rPr lang="en-US" altLang="zh-CN">
                                <a:latin typeface="Cambria Math" panose="02040503050406030204" pitchFamily="18" charset="0"/>
                                <a:ea typeface="微软雅黑" panose="020B0503020204020204" pitchFamily="34" charset="-122"/>
                              </a:rPr>
                              <m:t>1</m:t>
                            </m:r>
                          </m:sub>
                        </m:sSub>
                      </m:num>
                      <m:den>
                        <m:sSub>
                          <m:sSubPr>
                            <m:ctrlPr>
                              <a:rPr lang="en-US" altLang="zh-CN" i="1">
                                <a:latin typeface="Cambria Math" panose="02040503050406030204" pitchFamily="18" charset="0"/>
                                <a:ea typeface="微软雅黑" panose="020B0503020204020204" pitchFamily="34" charset="-122"/>
                              </a:rPr>
                            </m:ctrlPr>
                          </m:sSubPr>
                          <m:e>
                            <m:r>
                              <a:rPr lang="en-US" altLang="zh-CN">
                                <a:latin typeface="Cambria Math" panose="02040503050406030204" pitchFamily="18" charset="0"/>
                                <a:ea typeface="微软雅黑" panose="020B0503020204020204" pitchFamily="34" charset="-122"/>
                              </a:rPr>
                              <m:t>𝑃</m:t>
                            </m:r>
                          </m:e>
                          <m:sub>
                            <m:r>
                              <a:rPr lang="en-US" altLang="zh-CN">
                                <a:latin typeface="Cambria Math" panose="02040503050406030204" pitchFamily="18" charset="0"/>
                                <a:ea typeface="微软雅黑" panose="020B0503020204020204" pitchFamily="34" charset="-122"/>
                              </a:rPr>
                              <m:t>1</m:t>
                            </m:r>
                          </m:sub>
                        </m:sSub>
                      </m:den>
                    </m:f>
                  </m:oMath>
                </a14:m>
                <a:r>
                  <a:rPr lang="zh-CN" altLang="en-US" dirty="0">
                    <a:latin typeface="微软雅黑" panose="020B0503020204020204" pitchFamily="34" charset="-122"/>
                    <a:ea typeface="微软雅黑" panose="020B0503020204020204" pitchFamily="34" charset="-122"/>
                  </a:rPr>
                  <a:t>仍然是边际效用。</a:t>
                </a:r>
                <a:r>
                  <a:rPr lang="en-US" altLang="zh-CN" dirty="0">
                    <a:ea typeface="微软雅黑" panose="020B0503020204020204" pitchFamily="34" charset="-122"/>
                  </a:rPr>
                  <a:t> </a:t>
                </a:r>
                <a14:m>
                  <m:oMath xmlns:m="http://schemas.openxmlformats.org/officeDocument/2006/math">
                    <m:sSub>
                      <m:sSubPr>
                        <m:ctrlPr>
                          <a:rPr lang="en-US" altLang="zh-CN" i="1">
                            <a:latin typeface="Cambria Math" panose="02040503050406030204" pitchFamily="18" charset="0"/>
                            <a:ea typeface="微软雅黑" panose="020B0503020204020204" pitchFamily="34" charset="-122"/>
                          </a:rPr>
                        </m:ctrlPr>
                      </m:sSubPr>
                      <m:e>
                        <m:r>
                          <a:rPr lang="zh-CN" altLang="en-US">
                            <a:latin typeface="Cambria Math" panose="02040503050406030204" pitchFamily="18" charset="0"/>
                            <a:ea typeface="微软雅黑" panose="020B0503020204020204" pitchFamily="34" charset="-122"/>
                          </a:rPr>
                          <m:t>𝑀𝑈</m:t>
                        </m:r>
                      </m:e>
                      <m:sub>
                        <m:r>
                          <a:rPr lang="en-US" altLang="zh-CN">
                            <a:latin typeface="Cambria Math" panose="02040503050406030204" pitchFamily="18" charset="0"/>
                            <a:ea typeface="微软雅黑" panose="020B0503020204020204" pitchFamily="34" charset="-122"/>
                          </a:rPr>
                          <m:t>1</m:t>
                        </m:r>
                        <m:r>
                          <a:rPr lang="zh-CN" altLang="en-US">
                            <a:latin typeface="Cambria Math" panose="02040503050406030204" pitchFamily="18" charset="0"/>
                            <a:ea typeface="微软雅黑" panose="020B0503020204020204" pitchFamily="34" charset="-122"/>
                          </a:rPr>
                          <m:t>是每增加</m:t>
                        </m:r>
                        <m:r>
                          <a:rPr lang="en-US" altLang="zh-CN">
                            <a:latin typeface="Cambria Math" panose="02040503050406030204" pitchFamily="18" charset="0"/>
                            <a:ea typeface="微软雅黑" panose="020B0503020204020204" pitchFamily="34" charset="-122"/>
                          </a:rPr>
                          <m:t>1</m:t>
                        </m:r>
                        <m:r>
                          <a:rPr lang="zh-CN" altLang="en-US">
                            <a:latin typeface="Cambria Math" panose="02040503050406030204" pitchFamily="18" charset="0"/>
                            <a:ea typeface="微软雅黑" panose="020B0503020204020204" pitchFamily="34" charset="-122"/>
                          </a:rPr>
                          <m:t>个</m:t>
                        </m:r>
                        <m:r>
                          <a:rPr lang="en-US" altLang="zh-CN">
                            <a:latin typeface="Cambria Math" panose="02040503050406030204" pitchFamily="18" charset="0"/>
                            <a:ea typeface="微软雅黑" panose="020B0503020204020204" pitchFamily="34" charset="-122"/>
                          </a:rPr>
                          <m:t>𝑋</m:t>
                        </m:r>
                        <m:r>
                          <a:rPr lang="en-US" altLang="zh-CN">
                            <a:latin typeface="Cambria Math" panose="02040503050406030204" pitchFamily="18" charset="0"/>
                            <a:ea typeface="微软雅黑" panose="020B0503020204020204" pitchFamily="34" charset="-122"/>
                          </a:rPr>
                          <m:t>1</m:t>
                        </m:r>
                      </m:sub>
                    </m:sSub>
                    <m:d>
                      <m:dPr>
                        <m:begChr m:val="（"/>
                        <m:endChr m:val="）"/>
                        <m:ctrlPr>
                          <a:rPr lang="zh-CN" altLang="en-US" i="1">
                            <a:latin typeface="Cambria Math" panose="02040503050406030204" pitchFamily="18" charset="0"/>
                            <a:ea typeface="微软雅黑" panose="020B0503020204020204" pitchFamily="34" charset="-122"/>
                          </a:rPr>
                        </m:ctrlPr>
                      </m:dPr>
                      <m:e>
                        <m:r>
                          <a:rPr lang="en-US" altLang="zh-CN">
                            <a:latin typeface="Cambria Math" panose="02040503050406030204" pitchFamily="18" charset="0"/>
                            <a:ea typeface="微软雅黑" panose="020B0503020204020204" pitchFamily="34" charset="-122"/>
                          </a:rPr>
                          <m:t>𝐶𝐷</m:t>
                        </m:r>
                      </m:e>
                    </m:d>
                  </m:oMath>
                </a14:m>
                <a:r>
                  <a:rPr lang="zh-CN" altLang="en-US" dirty="0">
                    <a:latin typeface="微软雅黑" panose="020B0503020204020204" pitchFamily="34" charset="-122"/>
                    <a:ea typeface="微软雅黑" panose="020B0503020204020204" pitchFamily="34" charset="-122"/>
                  </a:rPr>
                  <a:t>带来的效用，</a:t>
                </a:r>
                <a:r>
                  <a:rPr lang="en-US" altLang="zh-CN" dirty="0">
                    <a:ea typeface="微软雅黑" panose="020B0503020204020204" pitchFamily="34" charset="-122"/>
                  </a:rPr>
                  <a:t> </a:t>
                </a:r>
                <a14:m>
                  <m:oMath xmlns:m="http://schemas.openxmlformats.org/officeDocument/2006/math">
                    <m:f>
                      <m:fPr>
                        <m:ctrlPr>
                          <a:rPr lang="en-US" altLang="zh-CN" i="1">
                            <a:latin typeface="Cambria Math" panose="02040503050406030204" pitchFamily="18" charset="0"/>
                            <a:ea typeface="微软雅黑" panose="020B0503020204020204" pitchFamily="34" charset="-122"/>
                          </a:rPr>
                        </m:ctrlPr>
                      </m:fPr>
                      <m:num>
                        <m:sSub>
                          <m:sSubPr>
                            <m:ctrlPr>
                              <a:rPr lang="en-US" altLang="zh-CN" i="1">
                                <a:latin typeface="Cambria Math" panose="02040503050406030204" pitchFamily="18" charset="0"/>
                                <a:ea typeface="微软雅黑" panose="020B0503020204020204" pitchFamily="34" charset="-122"/>
                              </a:rPr>
                            </m:ctrlPr>
                          </m:sSubPr>
                          <m:e>
                            <m:r>
                              <a:rPr lang="en-US" altLang="zh-CN">
                                <a:latin typeface="Cambria Math" panose="02040503050406030204" pitchFamily="18" charset="0"/>
                                <a:ea typeface="微软雅黑" panose="020B0503020204020204" pitchFamily="34" charset="-122"/>
                              </a:rPr>
                              <m:t>𝑀𝑈</m:t>
                            </m:r>
                          </m:e>
                          <m:sub>
                            <m:r>
                              <a:rPr lang="en-US" altLang="zh-CN">
                                <a:latin typeface="Cambria Math" panose="02040503050406030204" pitchFamily="18" charset="0"/>
                                <a:ea typeface="微软雅黑" panose="020B0503020204020204" pitchFamily="34" charset="-122"/>
                              </a:rPr>
                              <m:t>1</m:t>
                            </m:r>
                          </m:sub>
                        </m:sSub>
                      </m:num>
                      <m:den>
                        <m:sSub>
                          <m:sSubPr>
                            <m:ctrlPr>
                              <a:rPr lang="en-US" altLang="zh-CN" i="1">
                                <a:latin typeface="Cambria Math" panose="02040503050406030204" pitchFamily="18" charset="0"/>
                                <a:ea typeface="微软雅黑" panose="020B0503020204020204" pitchFamily="34" charset="-122"/>
                              </a:rPr>
                            </m:ctrlPr>
                          </m:sSubPr>
                          <m:e>
                            <m:r>
                              <a:rPr lang="en-US" altLang="zh-CN">
                                <a:latin typeface="Cambria Math" panose="02040503050406030204" pitchFamily="18" charset="0"/>
                                <a:ea typeface="微软雅黑" panose="020B0503020204020204" pitchFamily="34" charset="-122"/>
                              </a:rPr>
                              <m:t>𝑃</m:t>
                            </m:r>
                          </m:e>
                          <m:sub>
                            <m:r>
                              <a:rPr lang="en-US" altLang="zh-CN">
                                <a:latin typeface="Cambria Math" panose="02040503050406030204" pitchFamily="18" charset="0"/>
                                <a:ea typeface="微软雅黑" panose="020B0503020204020204" pitchFamily="34" charset="-122"/>
                              </a:rPr>
                              <m:t>1</m:t>
                            </m:r>
                          </m:sub>
                        </m:sSub>
                      </m:den>
                    </m:f>
                  </m:oMath>
                </a14:m>
                <a:r>
                  <a:rPr lang="zh-CN" altLang="en-US" dirty="0">
                    <a:latin typeface="微软雅黑" panose="020B0503020204020204" pitchFamily="34" charset="-122"/>
                    <a:ea typeface="微软雅黑" panose="020B0503020204020204" pitchFamily="34" charset="-122"/>
                  </a:rPr>
                  <a:t>则是每增加</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元钱</a:t>
                </a:r>
                <a14:m>
                  <m:oMath xmlns:m="http://schemas.openxmlformats.org/officeDocument/2006/math">
                    <m:r>
                      <a:rPr lang="en-US" altLang="zh-CN">
                        <a:latin typeface="Cambria Math" panose="02040503050406030204" pitchFamily="18" charset="0"/>
                        <a:ea typeface="微软雅黑" panose="020B0503020204020204" pitchFamily="34" charset="-122"/>
                      </a:rPr>
                      <m:t>𝑋</m:t>
                    </m:r>
                    <m:r>
                      <a:rPr lang="en-US" altLang="zh-CN">
                        <a:latin typeface="Cambria Math" panose="02040503050406030204" pitchFamily="18" charset="0"/>
                        <a:ea typeface="微软雅黑" panose="020B0503020204020204" pitchFamily="34" charset="-122"/>
                      </a:rPr>
                      <m:t>1</m:t>
                    </m:r>
                    <m:d>
                      <m:dPr>
                        <m:begChr m:val="（"/>
                        <m:endChr m:val="）"/>
                        <m:ctrlPr>
                          <a:rPr lang="zh-CN" altLang="en-US" i="1">
                            <a:latin typeface="Cambria Math" panose="02040503050406030204" pitchFamily="18" charset="0"/>
                            <a:ea typeface="微软雅黑" panose="020B0503020204020204" pitchFamily="34" charset="-122"/>
                          </a:rPr>
                        </m:ctrlPr>
                      </m:dPr>
                      <m:e>
                        <m:r>
                          <a:rPr lang="en-US" altLang="zh-CN">
                            <a:latin typeface="Cambria Math" panose="02040503050406030204" pitchFamily="18" charset="0"/>
                            <a:ea typeface="微软雅黑" panose="020B0503020204020204" pitchFamily="34" charset="-122"/>
                          </a:rPr>
                          <m:t>𝐶𝐷</m:t>
                        </m:r>
                      </m:e>
                    </m:d>
                  </m:oMath>
                </a14:m>
                <a:r>
                  <a:rPr lang="zh-CN" altLang="en-US" dirty="0">
                    <a:latin typeface="微软雅黑" panose="020B0503020204020204" pitchFamily="34" charset="-122"/>
                    <a:ea typeface="微软雅黑" panose="020B0503020204020204" pitchFamily="34" charset="-122"/>
                  </a:rPr>
                  <a:t>带来的效用。</a:t>
                </a:r>
              </a:p>
            </p:txBody>
          </p:sp>
        </mc:Choice>
        <mc:Fallback xmlns="">
          <p:sp>
            <p:nvSpPr>
              <p:cNvPr id="9" name="矩形 8">
                <a:extLst>
                  <a:ext uri="{FF2B5EF4-FFF2-40B4-BE49-F238E27FC236}">
                    <a16:creationId xmlns:a16="http://schemas.microsoft.com/office/drawing/2014/main" id="{C30E4B71-210A-4F4B-962B-3B1C3119150A}"/>
                  </a:ext>
                </a:extLst>
              </p:cNvPr>
              <p:cNvSpPr>
                <a:spLocks noRot="1" noChangeAspect="1" noMove="1" noResize="1" noEditPoints="1" noAdjustHandles="1" noChangeArrowheads="1" noChangeShapeType="1" noTextEdit="1"/>
              </p:cNvSpPr>
              <p:nvPr/>
            </p:nvSpPr>
            <p:spPr>
              <a:xfrm>
                <a:off x="1161333" y="1981197"/>
                <a:ext cx="7031336" cy="820096"/>
              </a:xfrm>
              <a:prstGeom prst="rect">
                <a:avLst/>
              </a:prstGeom>
              <a:blipFill>
                <a:blip r:embed="rId5"/>
                <a:stretch>
                  <a:fillRect l="-607" t="-741" b="-103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8A921CFC-7696-4ADB-9AE2-43AB9A4CBC73}"/>
                  </a:ext>
                </a:extLst>
              </p:cNvPr>
              <p:cNvSpPr/>
              <p:nvPr/>
            </p:nvSpPr>
            <p:spPr>
              <a:xfrm>
                <a:off x="144772" y="3121799"/>
                <a:ext cx="7031336" cy="707886"/>
              </a:xfrm>
              <a:prstGeom prst="rect">
                <a:avLst/>
              </a:prstGeom>
            </p:spPr>
            <p:txBody>
              <a:bodyPr wrap="square">
                <a:spAutoFit/>
              </a:bodyPr>
              <a:lstStyle/>
              <a:p>
                <a:pPr marL="0" lvl="1" defTabSz="457200">
                  <a:lnSpc>
                    <a:spcPts val="3000"/>
                  </a:lnSpc>
                  <a:spcAft>
                    <a:spcPts val="1800"/>
                  </a:spcAft>
                </a:pPr>
                <a14:m>
                  <m:oMathPara xmlns:m="http://schemas.openxmlformats.org/officeDocument/2006/math">
                    <m:oMathParaPr>
                      <m:jc m:val="centerGroup"/>
                    </m:oMathParaPr>
                    <m:oMath xmlns:m="http://schemas.openxmlformats.org/officeDocument/2006/math">
                      <m:r>
                        <a:rPr lang="zh-CN" altLang="en-US">
                          <a:latin typeface="Cambria Math" panose="02040503050406030204" pitchFamily="18" charset="0"/>
                          <a:ea typeface="微软雅黑" panose="020B0503020204020204" pitchFamily="34" charset="-122"/>
                        </a:rPr>
                        <m:t>因此</m:t>
                      </m:r>
                      <m:f>
                        <m:fPr>
                          <m:ctrlPr>
                            <a:rPr lang="en-US" altLang="zh-CN" i="1">
                              <a:latin typeface="Cambria Math" panose="02040503050406030204" pitchFamily="18" charset="0"/>
                              <a:ea typeface="微软雅黑" panose="020B0503020204020204" pitchFamily="34" charset="-122"/>
                            </a:rPr>
                          </m:ctrlPr>
                        </m:fPr>
                        <m:num>
                          <m:sSub>
                            <m:sSubPr>
                              <m:ctrlPr>
                                <a:rPr lang="en-US" altLang="zh-CN" i="1">
                                  <a:latin typeface="Cambria Math" panose="02040503050406030204" pitchFamily="18" charset="0"/>
                                  <a:ea typeface="微软雅黑" panose="020B0503020204020204" pitchFamily="34" charset="-122"/>
                                </a:rPr>
                              </m:ctrlPr>
                            </m:sSubPr>
                            <m:e>
                              <m:r>
                                <a:rPr lang="en-US" altLang="zh-CN">
                                  <a:latin typeface="Cambria Math" panose="02040503050406030204" pitchFamily="18" charset="0"/>
                                  <a:ea typeface="微软雅黑" panose="020B0503020204020204" pitchFamily="34" charset="-122"/>
                                </a:rPr>
                                <m:t>𝑀𝑈</m:t>
                              </m:r>
                            </m:e>
                            <m:sub>
                              <m:r>
                                <a:rPr lang="en-US" altLang="zh-CN">
                                  <a:latin typeface="Cambria Math" panose="02040503050406030204" pitchFamily="18" charset="0"/>
                                  <a:ea typeface="微软雅黑" panose="020B0503020204020204" pitchFamily="34" charset="-122"/>
                                </a:rPr>
                                <m:t>1</m:t>
                              </m:r>
                            </m:sub>
                          </m:sSub>
                          <m:r>
                            <a:rPr lang="en-US" altLang="zh-CN">
                              <a:latin typeface="Cambria Math" panose="02040503050406030204" pitchFamily="18" charset="0"/>
                              <a:ea typeface="微软雅黑" panose="020B0503020204020204" pitchFamily="34" charset="-122"/>
                            </a:rPr>
                            <m:t> </m:t>
                          </m:r>
                        </m:num>
                        <m:den>
                          <m:sSub>
                            <m:sSubPr>
                              <m:ctrlPr>
                                <a:rPr lang="en-US" altLang="zh-CN" i="1">
                                  <a:latin typeface="Cambria Math" panose="02040503050406030204" pitchFamily="18" charset="0"/>
                                  <a:ea typeface="微软雅黑" panose="020B0503020204020204" pitchFamily="34" charset="-122"/>
                                </a:rPr>
                              </m:ctrlPr>
                            </m:sSubPr>
                            <m:e>
                              <m:r>
                                <a:rPr lang="en-US" altLang="zh-CN">
                                  <a:latin typeface="Cambria Math" panose="02040503050406030204" pitchFamily="18" charset="0"/>
                                  <a:ea typeface="微软雅黑" panose="020B0503020204020204" pitchFamily="34" charset="-122"/>
                                </a:rPr>
                                <m:t>𝑃</m:t>
                              </m:r>
                            </m:e>
                            <m:sub>
                              <m:r>
                                <a:rPr lang="en-US" altLang="zh-CN">
                                  <a:latin typeface="Cambria Math" panose="02040503050406030204" pitchFamily="18" charset="0"/>
                                  <a:ea typeface="微软雅黑" panose="020B0503020204020204" pitchFamily="34" charset="-122"/>
                                </a:rPr>
                                <m:t>1</m:t>
                              </m:r>
                            </m:sub>
                          </m:sSub>
                        </m:den>
                      </m:f>
                      <m:r>
                        <a:rPr lang="zh-CN" altLang="en-US">
                          <a:latin typeface="Cambria Math" panose="02040503050406030204" pitchFamily="18" charset="0"/>
                          <a:ea typeface="微软雅黑" panose="020B0503020204020204" pitchFamily="34" charset="-122"/>
                        </a:rPr>
                        <m:t>其实类似于我们俗称的性价比。</m:t>
                      </m:r>
                    </m:oMath>
                  </m:oMathPara>
                </a14:m>
                <a:endParaRPr dirty="0"/>
              </a:p>
            </p:txBody>
          </p:sp>
        </mc:Choice>
        <mc:Fallback xmlns="">
          <p:sp>
            <p:nvSpPr>
              <p:cNvPr id="10" name="矩形 9">
                <a:extLst>
                  <a:ext uri="{FF2B5EF4-FFF2-40B4-BE49-F238E27FC236}">
                    <a16:creationId xmlns:a16="http://schemas.microsoft.com/office/drawing/2014/main" id="{8A921CFC-7696-4ADB-9AE2-43AB9A4CBC73}"/>
                  </a:ext>
                </a:extLst>
              </p:cNvPr>
              <p:cNvSpPr>
                <a:spLocks noRot="1" noChangeAspect="1" noMove="1" noResize="1" noEditPoints="1" noAdjustHandles="1" noChangeArrowheads="1" noChangeShapeType="1" noTextEdit="1"/>
              </p:cNvSpPr>
              <p:nvPr/>
            </p:nvSpPr>
            <p:spPr>
              <a:xfrm>
                <a:off x="144772" y="3121799"/>
                <a:ext cx="7031336" cy="707886"/>
              </a:xfrm>
              <a:prstGeom prst="rect">
                <a:avLst/>
              </a:prstGeom>
              <a:blipFill>
                <a:blip r:embed="rId6"/>
                <a:stretch>
                  <a:fillRect t="-8621"/>
                </a:stretch>
              </a:blipFill>
            </p:spPr>
            <p:txBody>
              <a:bodyPr/>
              <a:lstStyle/>
              <a:p>
                <a:r>
                  <a:rPr lang="zh-CN" altLang="en-US">
                    <a:noFill/>
                  </a:rPr>
                  <a:t> </a:t>
                </a:r>
              </a:p>
            </p:txBody>
          </p:sp>
        </mc:Fallback>
      </mc:AlternateContent>
      <p:grpSp>
        <p:nvGrpSpPr>
          <p:cNvPr id="11" name="组合 10">
            <a:extLst>
              <a:ext uri="{FF2B5EF4-FFF2-40B4-BE49-F238E27FC236}">
                <a16:creationId xmlns:a16="http://schemas.microsoft.com/office/drawing/2014/main" id="{A3F9245E-CE0F-4192-89D5-7B7E06713F2D}"/>
              </a:ext>
            </a:extLst>
          </p:cNvPr>
          <p:cNvGrpSpPr/>
          <p:nvPr/>
        </p:nvGrpSpPr>
        <p:grpSpPr>
          <a:xfrm>
            <a:off x="467544" y="1161144"/>
            <a:ext cx="3806023" cy="659493"/>
            <a:chOff x="467544" y="1161144"/>
            <a:chExt cx="3806023" cy="659493"/>
          </a:xfrm>
        </p:grpSpPr>
        <mc:AlternateContent xmlns:mc="http://schemas.openxmlformats.org/markup-compatibility/2006" xmlns:a14="http://schemas.microsoft.com/office/drawing/2010/main">
          <mc:Choice Requires="a14">
            <p:sp>
              <p:nvSpPr>
                <p:cNvPr id="12" name="MH_Text_1">
                  <a:extLst>
                    <a:ext uri="{FF2B5EF4-FFF2-40B4-BE49-F238E27FC236}">
                      <a16:creationId xmlns:a16="http://schemas.microsoft.com/office/drawing/2014/main" id="{E251C48F-82ED-4003-92F0-58674F8F07CC}"/>
                    </a:ext>
                  </a:extLst>
                </p:cNvPr>
                <p:cNvSpPr/>
                <p:nvPr>
                  <p:custDataLst>
                    <p:tags r:id="rId1"/>
                  </p:custDataLst>
                </p:nvPr>
              </p:nvSpPr>
              <p:spPr bwMode="auto">
                <a:xfrm>
                  <a:off x="467544" y="1161144"/>
                  <a:ext cx="3806023" cy="659493"/>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algn="ctr">
                    <a:defRPr/>
                  </a:pPr>
                  <a:r>
                    <a:rPr lang="zh-CN" altLang="en-US" sz="2000" spc="150" dirty="0">
                      <a:solidFill>
                        <a:srgbClr val="000000"/>
                      </a:solidFill>
                      <a:latin typeface="微软雅黑" panose="020B0503020204020204" pitchFamily="34" charset="-122"/>
                      <a:ea typeface="微软雅黑" panose="020B0503020204020204" pitchFamily="34" charset="-122"/>
                    </a:rPr>
                    <a:t>为什么要满足</a:t>
                  </a:r>
                  <a14:m>
                    <m:oMath xmlns:m="http://schemas.openxmlformats.org/officeDocument/2006/math">
                      <m:f>
                        <m:fPr>
                          <m:ctrlPr>
                            <a:rPr lang="en-US" altLang="zh-CN" sz="2000" i="1" spc="150">
                              <a:solidFill>
                                <a:srgbClr val="000000"/>
                              </a:solidFill>
                              <a:latin typeface="Cambria Math" panose="02040503050406030204" pitchFamily="18" charset="0"/>
                              <a:ea typeface="微软雅黑" panose="020B0503020204020204" pitchFamily="34" charset="-122"/>
                            </a:rPr>
                          </m:ctrlPr>
                        </m:fPr>
                        <m:num>
                          <m:sSub>
                            <m:sSubPr>
                              <m:ctrlPr>
                                <a:rPr lang="en-US" altLang="zh-CN" sz="2000" i="1" spc="150">
                                  <a:solidFill>
                                    <a:srgbClr val="000000"/>
                                  </a:solidFill>
                                  <a:latin typeface="Cambria Math" panose="02040503050406030204" pitchFamily="18" charset="0"/>
                                  <a:ea typeface="微软雅黑" panose="020B0503020204020204" pitchFamily="34" charset="-122"/>
                                </a:rPr>
                              </m:ctrlPr>
                            </m:sSubPr>
                            <m:e>
                              <m:r>
                                <a:rPr lang="en-US" altLang="zh-CN" sz="2000" i="1" spc="150">
                                  <a:solidFill>
                                    <a:srgbClr val="000000"/>
                                  </a:solidFill>
                                  <a:latin typeface="Cambria Math" panose="02040503050406030204" pitchFamily="18" charset="0"/>
                                  <a:ea typeface="微软雅黑" panose="020B0503020204020204" pitchFamily="34" charset="-122"/>
                                </a:rPr>
                                <m:t>𝑀𝑈</m:t>
                              </m:r>
                            </m:e>
                            <m:sub>
                              <m:r>
                                <a:rPr lang="en-US" altLang="zh-CN" sz="2000" i="1" spc="150">
                                  <a:solidFill>
                                    <a:srgbClr val="000000"/>
                                  </a:solidFill>
                                  <a:latin typeface="Cambria Math" panose="02040503050406030204" pitchFamily="18" charset="0"/>
                                  <a:ea typeface="微软雅黑" panose="020B0503020204020204" pitchFamily="34" charset="-122"/>
                                </a:rPr>
                                <m:t>1</m:t>
                              </m:r>
                            </m:sub>
                          </m:sSub>
                        </m:num>
                        <m:den>
                          <m:sSub>
                            <m:sSubPr>
                              <m:ctrlPr>
                                <a:rPr lang="en-US" altLang="zh-CN" sz="2000" i="1" spc="150">
                                  <a:solidFill>
                                    <a:srgbClr val="000000"/>
                                  </a:solidFill>
                                  <a:latin typeface="Cambria Math" panose="02040503050406030204" pitchFamily="18" charset="0"/>
                                  <a:ea typeface="微软雅黑" panose="020B0503020204020204" pitchFamily="34" charset="-122"/>
                                </a:rPr>
                              </m:ctrlPr>
                            </m:sSubPr>
                            <m:e>
                              <m:r>
                                <a:rPr lang="en-US" altLang="zh-CN" sz="2000" i="1" spc="150">
                                  <a:solidFill>
                                    <a:srgbClr val="000000"/>
                                  </a:solidFill>
                                  <a:latin typeface="Cambria Math" panose="02040503050406030204" pitchFamily="18" charset="0"/>
                                  <a:ea typeface="微软雅黑" panose="020B0503020204020204" pitchFamily="34" charset="-122"/>
                                </a:rPr>
                                <m:t>𝑃</m:t>
                              </m:r>
                            </m:e>
                            <m:sub>
                              <m:r>
                                <a:rPr lang="en-US" altLang="zh-CN" sz="2000" i="1" spc="150">
                                  <a:solidFill>
                                    <a:srgbClr val="000000"/>
                                  </a:solidFill>
                                  <a:latin typeface="Cambria Math" panose="02040503050406030204" pitchFamily="18" charset="0"/>
                                  <a:ea typeface="微软雅黑" panose="020B0503020204020204" pitchFamily="34" charset="-122"/>
                                </a:rPr>
                                <m:t>1</m:t>
                              </m:r>
                            </m:sub>
                          </m:sSub>
                        </m:den>
                      </m:f>
                    </m:oMath>
                  </a14:m>
                  <a:r>
                    <a:rPr lang="en-US" altLang="zh-CN" sz="2000" spc="150" dirty="0">
                      <a:solidFill>
                        <a:srgbClr val="000000"/>
                      </a:solidFill>
                      <a:latin typeface="微软雅黑" panose="020B0503020204020204" pitchFamily="34" charset="-122"/>
                      <a:ea typeface="微软雅黑" panose="020B0503020204020204" pitchFamily="34" charset="-122"/>
                    </a:rPr>
                    <a:t> =</a:t>
                  </a:r>
                  <a:r>
                    <a:rPr lang="en-US" altLang="zh-CN" sz="2000" spc="150" dirty="0">
                      <a:solidFill>
                        <a:srgbClr val="000000"/>
                      </a:solidFill>
                      <a:ea typeface="微软雅黑" panose="020B0503020204020204" pitchFamily="34" charset="-122"/>
                    </a:rPr>
                    <a:t> </a:t>
                  </a:r>
                  <a14:m>
                    <m:oMath xmlns:m="http://schemas.openxmlformats.org/officeDocument/2006/math">
                      <m:f>
                        <m:fPr>
                          <m:ctrlPr>
                            <a:rPr lang="en-US" altLang="zh-CN" sz="2000" i="1" spc="150">
                              <a:solidFill>
                                <a:srgbClr val="000000"/>
                              </a:solidFill>
                              <a:latin typeface="Cambria Math" panose="02040503050406030204" pitchFamily="18" charset="0"/>
                              <a:ea typeface="微软雅黑" panose="020B0503020204020204" pitchFamily="34" charset="-122"/>
                            </a:rPr>
                          </m:ctrlPr>
                        </m:fPr>
                        <m:num>
                          <m:sSub>
                            <m:sSubPr>
                              <m:ctrlPr>
                                <a:rPr lang="en-US" altLang="zh-CN" sz="2000" i="1" spc="150">
                                  <a:solidFill>
                                    <a:srgbClr val="000000"/>
                                  </a:solidFill>
                                  <a:latin typeface="Cambria Math" panose="02040503050406030204" pitchFamily="18" charset="0"/>
                                  <a:ea typeface="微软雅黑" panose="020B0503020204020204" pitchFamily="34" charset="-122"/>
                                </a:rPr>
                              </m:ctrlPr>
                            </m:sSubPr>
                            <m:e>
                              <m:r>
                                <a:rPr lang="en-US" altLang="zh-CN" sz="2000" i="1" spc="150">
                                  <a:solidFill>
                                    <a:srgbClr val="000000"/>
                                  </a:solidFill>
                                  <a:latin typeface="Cambria Math" panose="02040503050406030204" pitchFamily="18" charset="0"/>
                                  <a:ea typeface="微软雅黑" panose="020B0503020204020204" pitchFamily="34" charset="-122"/>
                                </a:rPr>
                                <m:t>𝑀𝑈</m:t>
                              </m:r>
                            </m:e>
                            <m:sub>
                              <m:r>
                                <a:rPr lang="en-US" altLang="zh-CN" sz="2000" i="1" spc="150">
                                  <a:solidFill>
                                    <a:srgbClr val="000000"/>
                                  </a:solidFill>
                                  <a:latin typeface="Cambria Math" panose="02040503050406030204" pitchFamily="18" charset="0"/>
                                  <a:ea typeface="微软雅黑" panose="020B0503020204020204" pitchFamily="34" charset="-122"/>
                                </a:rPr>
                                <m:t>2</m:t>
                              </m:r>
                            </m:sub>
                          </m:sSub>
                        </m:num>
                        <m:den>
                          <m:sSub>
                            <m:sSubPr>
                              <m:ctrlPr>
                                <a:rPr lang="en-US" altLang="zh-CN" sz="2000" i="1" spc="150">
                                  <a:solidFill>
                                    <a:srgbClr val="000000"/>
                                  </a:solidFill>
                                  <a:latin typeface="Cambria Math" panose="02040503050406030204" pitchFamily="18" charset="0"/>
                                  <a:ea typeface="微软雅黑" panose="020B0503020204020204" pitchFamily="34" charset="-122"/>
                                </a:rPr>
                              </m:ctrlPr>
                            </m:sSubPr>
                            <m:e>
                              <m:r>
                                <a:rPr lang="en-US" altLang="zh-CN" sz="2000" i="1" spc="150">
                                  <a:solidFill>
                                    <a:srgbClr val="000000"/>
                                  </a:solidFill>
                                  <a:latin typeface="Cambria Math" panose="02040503050406030204" pitchFamily="18" charset="0"/>
                                  <a:ea typeface="微软雅黑" panose="020B0503020204020204" pitchFamily="34" charset="-122"/>
                                </a:rPr>
                                <m:t>𝑃</m:t>
                              </m:r>
                            </m:e>
                            <m:sub>
                              <m:r>
                                <a:rPr lang="en-US" altLang="zh-CN" sz="2000" i="1" spc="150">
                                  <a:solidFill>
                                    <a:srgbClr val="000000"/>
                                  </a:solidFill>
                                  <a:latin typeface="Cambria Math" panose="02040503050406030204" pitchFamily="18" charset="0"/>
                                  <a:ea typeface="微软雅黑" panose="020B0503020204020204" pitchFamily="34" charset="-122"/>
                                </a:rPr>
                                <m:t>2</m:t>
                              </m:r>
                            </m:sub>
                          </m:sSub>
                        </m:den>
                      </m:f>
                    </m:oMath>
                  </a14:m>
                  <a:r>
                    <a:rPr lang="en-US" altLang="zh-CN" sz="2000" spc="150" dirty="0">
                      <a:solidFill>
                        <a:srgbClr val="000000"/>
                      </a:solidFill>
                      <a:latin typeface="微软雅黑" panose="020B0503020204020204" pitchFamily="34" charset="-122"/>
                      <a:ea typeface="微软雅黑" panose="020B0503020204020204" pitchFamily="34" charset="-122"/>
                    </a:rPr>
                    <a:t> =</a:t>
                  </a:r>
                  <a:r>
                    <a:rPr lang="el-GR" altLang="zh-CN" sz="2000" spc="150" dirty="0">
                      <a:solidFill>
                        <a:srgbClr val="000000"/>
                      </a:solidFill>
                      <a:latin typeface="微软雅黑" panose="020B0503020204020204" pitchFamily="34" charset="-122"/>
                      <a:ea typeface="微软雅黑" panose="020B0503020204020204" pitchFamily="34" charset="-122"/>
                    </a:rPr>
                    <a:t>λ</a:t>
                  </a:r>
                  <a:endParaRPr lang="en-US" altLang="zh-CN" sz="2000" spc="150" dirty="0">
                    <a:solidFill>
                      <a:srgbClr val="000000"/>
                    </a:solidFill>
                    <a:latin typeface="微软雅黑" panose="020B0503020204020204" pitchFamily="34" charset="-122"/>
                    <a:ea typeface="微软雅黑" panose="020B0503020204020204" pitchFamily="34" charset="-122"/>
                  </a:endParaRPr>
                </a:p>
              </p:txBody>
            </p:sp>
          </mc:Choice>
          <mc:Fallback xmlns="">
            <p:sp>
              <p:nvSpPr>
                <p:cNvPr id="12" name="MH_Text_1">
                  <a:extLst>
                    <a:ext uri="{FF2B5EF4-FFF2-40B4-BE49-F238E27FC236}">
                      <a16:creationId xmlns:a16="http://schemas.microsoft.com/office/drawing/2014/main" id="{E251C48F-82ED-4003-92F0-58674F8F07CC}"/>
                    </a:ext>
                  </a:extLst>
                </p:cNvPr>
                <p:cNvSpPr>
                  <a:spLocks noRot="1" noChangeAspect="1" noMove="1" noResize="1" noEditPoints="1" noAdjustHandles="1" noChangeArrowheads="1" noChangeShapeType="1" noTextEdit="1"/>
                </p:cNvSpPr>
                <p:nvPr>
                  <p:custDataLst>
                    <p:tags r:id="rId7"/>
                  </p:custDataLst>
                </p:nvPr>
              </p:nvSpPr>
              <p:spPr bwMode="auto">
                <a:xfrm>
                  <a:off x="467544" y="1161144"/>
                  <a:ext cx="3806023" cy="659493"/>
                </a:xfrm>
                <a:prstGeom prst="rect">
                  <a:avLst/>
                </a:prstGeom>
                <a:blipFill>
                  <a:blip r:embed="rId8"/>
                  <a:stretch>
                    <a:fillRect/>
                  </a:stretch>
                </a:blipFill>
                <a:ln w="19050">
                  <a:solidFill>
                    <a:srgbClr val="F3C97F"/>
                  </a:solidFill>
                </a:ln>
              </p:spPr>
              <p:txBody>
                <a:bodyPr/>
                <a:lstStyle/>
                <a:p>
                  <a:r>
                    <a:rPr lang="zh-CN" altLang="en-US">
                      <a:noFill/>
                    </a:rPr>
                    <a:t> </a:t>
                  </a:r>
                </a:p>
              </p:txBody>
            </p:sp>
          </mc:Fallback>
        </mc:AlternateContent>
        <p:sp>
          <p:nvSpPr>
            <p:cNvPr id="13" name="MH_Other_2">
              <a:extLst>
                <a:ext uri="{FF2B5EF4-FFF2-40B4-BE49-F238E27FC236}">
                  <a16:creationId xmlns:a16="http://schemas.microsoft.com/office/drawing/2014/main" id="{61B09568-B794-4155-B099-DFD920922C10}"/>
                </a:ext>
              </a:extLst>
            </p:cNvPr>
            <p:cNvSpPr/>
            <p:nvPr>
              <p:custDataLst>
                <p:tags r:id="rId2"/>
              </p:custDataLst>
            </p:nvPr>
          </p:nvSpPr>
          <p:spPr bwMode="auto">
            <a:xfrm rot="10800000">
              <a:off x="4004344" y="1240922"/>
              <a:ext cx="189743" cy="162838"/>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Tree>
    <p:extLst>
      <p:ext uri="{BB962C8B-B14F-4D97-AF65-F5344CB8AC3E}">
        <p14:creationId xmlns:p14="http://schemas.microsoft.com/office/powerpoint/2010/main" val="2015931859"/>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arn(inVertic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
                                            <p:txEl>
                                              <p:pRg st="0" end="0"/>
                                            </p:txEl>
                                          </p:spTgt>
                                        </p:tgtEl>
                                        <p:attrNameLst>
                                          <p:attrName>style.visibility</p:attrName>
                                        </p:attrNameLst>
                                      </p:cBhvr>
                                      <p:to>
                                        <p:strVal val="visible"/>
                                      </p:to>
                                    </p:set>
                                    <p:animEffect transition="in" filter="wipe(left)">
                                      <p:cBhvr>
                                        <p:cTn id="17" dur="500"/>
                                        <p:tgtEl>
                                          <p:spTgt spid="10">
                                            <p:txEl>
                                              <p:pRg st="0" end="0"/>
                                            </p:txEl>
                                          </p:spTgt>
                                        </p:tgtEl>
                                      </p:cBhvr>
                                    </p:animEffect>
                                  </p:childTnLst>
                                </p:cTn>
                              </p:par>
                            </p:childTnLst>
                          </p:cTn>
                        </p:par>
                        <p:par>
                          <p:cTn id="18" fill="hold">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7170">
                                            <p:txEl>
                                              <p:pRg st="1" end="1"/>
                                            </p:txEl>
                                          </p:spTgt>
                                        </p:tgtEl>
                                        <p:attrNameLst>
                                          <p:attrName>style.visibility</p:attrName>
                                        </p:attrNameLst>
                                      </p:cBhvr>
                                      <p:to>
                                        <p:strVal val="visible"/>
                                      </p:to>
                                    </p:set>
                                    <p:animEffect transition="in" filter="wipe(left)">
                                      <p:cBhvr>
                                        <p:cTn id="21" dur="500"/>
                                        <p:tgtEl>
                                          <p:spTgt spid="7170">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7170">
                                            <p:txEl>
                                              <p:pRg st="2" end="2"/>
                                            </p:txEl>
                                          </p:spTgt>
                                        </p:tgtEl>
                                        <p:attrNameLst>
                                          <p:attrName>style.visibility</p:attrName>
                                        </p:attrNameLst>
                                      </p:cBhvr>
                                      <p:to>
                                        <p:strVal val="visible"/>
                                      </p:to>
                                    </p:set>
                                    <p:animEffect transition="in" filter="wipe(down)">
                                      <p:cBhvr>
                                        <p:cTn id="26" dur="500"/>
                                        <p:tgtEl>
                                          <p:spTgt spid="717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uiExpand="1" build="p"/>
      <p:bldP spid="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5" name="表格 4">
                <a:extLst>
                  <a:ext uri="{FF2B5EF4-FFF2-40B4-BE49-F238E27FC236}">
                    <a16:creationId xmlns:a16="http://schemas.microsoft.com/office/drawing/2014/main" id="{613EB433-38FE-42CF-B2EA-6226D0B7A7D1}"/>
                  </a:ext>
                </a:extLst>
              </p:cNvPr>
              <p:cNvGraphicFramePr>
                <a:graphicFrameLocks noGrp="1"/>
              </p:cNvGraphicFramePr>
              <p:nvPr>
                <p:extLst>
                  <p:ext uri="{D42A27DB-BD31-4B8C-83A1-F6EECF244321}">
                    <p14:modId xmlns:p14="http://schemas.microsoft.com/office/powerpoint/2010/main" val="2788403579"/>
                  </p:ext>
                </p:extLst>
              </p:nvPr>
            </p:nvGraphicFramePr>
            <p:xfrm>
              <a:off x="706604" y="1320538"/>
              <a:ext cx="7674860" cy="4178525"/>
            </p:xfrm>
            <a:graphic>
              <a:graphicData uri="http://schemas.openxmlformats.org/drawingml/2006/table">
                <a:tbl>
                  <a:tblPr firstRow="1" bandRow="1">
                    <a:tableStyleId>{5C22544A-7EE6-4342-B048-85BDC9FD1C3A}</a:tableStyleId>
                  </a:tblPr>
                  <a:tblGrid>
                    <a:gridCol w="1305681">
                      <a:extLst>
                        <a:ext uri="{9D8B030D-6E8A-4147-A177-3AD203B41FA5}">
                          <a16:colId xmlns:a16="http://schemas.microsoft.com/office/drawing/2014/main" val="2592657960"/>
                        </a:ext>
                      </a:extLst>
                    </a:gridCol>
                    <a:gridCol w="522273">
                      <a:extLst>
                        <a:ext uri="{9D8B030D-6E8A-4147-A177-3AD203B41FA5}">
                          <a16:colId xmlns:a16="http://schemas.microsoft.com/office/drawing/2014/main" val="744186297"/>
                        </a:ext>
                      </a:extLst>
                    </a:gridCol>
                    <a:gridCol w="1375742">
                      <a:extLst>
                        <a:ext uri="{9D8B030D-6E8A-4147-A177-3AD203B41FA5}">
                          <a16:colId xmlns:a16="http://schemas.microsoft.com/office/drawing/2014/main" val="2984439111"/>
                        </a:ext>
                      </a:extLst>
                    </a:gridCol>
                    <a:gridCol w="2235582">
                      <a:extLst>
                        <a:ext uri="{9D8B030D-6E8A-4147-A177-3AD203B41FA5}">
                          <a16:colId xmlns:a16="http://schemas.microsoft.com/office/drawing/2014/main" val="1213462777"/>
                        </a:ext>
                      </a:extLst>
                    </a:gridCol>
                    <a:gridCol w="2235582">
                      <a:extLst>
                        <a:ext uri="{9D8B030D-6E8A-4147-A177-3AD203B41FA5}">
                          <a16:colId xmlns:a16="http://schemas.microsoft.com/office/drawing/2014/main" val="507207651"/>
                        </a:ext>
                      </a:extLst>
                    </a:gridCol>
                  </a:tblGrid>
                  <a:tr h="1029869">
                    <a:tc rowSpan="2">
                      <a:txBody>
                        <a:bodyPr/>
                        <a:lstStyle/>
                        <a:p>
                          <a:pPr marL="0" lvl="1" indent="0" algn="ctr" defTabSz="457200" rtl="0" eaLnBrk="1" fontAlgn="base" latinLnBrk="0" hangingPunct="1">
                            <a:lnSpc>
                              <a:spcPct val="100000"/>
                            </a:lnSpc>
                            <a:spcBef>
                              <a:spcPct val="0"/>
                            </a:spcBef>
                            <a:spcAft>
                              <a:spcPts val="0"/>
                            </a:spcAft>
                            <a:buFontTx/>
                            <a:buNone/>
                          </a:pPr>
                          <a14:m>
                            <m:oMathPara xmlns:m="http://schemas.openxmlformats.org/officeDocument/2006/math">
                              <m:oMathParaPr>
                                <m:jc m:val="centerGroup"/>
                              </m:oMathParaPr>
                              <m:oMath xmlns:m="http://schemas.openxmlformats.org/officeDocument/2006/math">
                                <m:f>
                                  <m:fPr>
                                    <m:ctrlPr>
                                      <a:rPr lang="en-US" altLang="zh-CN" sz="1600" b="0" i="1" kern="1200" spc="150" baseline="-25000" smtClean="0">
                                        <a:solidFill>
                                          <a:schemeClr val="tx1"/>
                                        </a:solidFill>
                                        <a:latin typeface="Cambria Math" panose="02040503050406030204" pitchFamily="18" charset="0"/>
                                        <a:ea typeface="微软雅黑" panose="020B0503020204020204" pitchFamily="34" charset="-122"/>
                                        <a:cs typeface="+mn-cs"/>
                                      </a:rPr>
                                    </m:ctrlPr>
                                  </m:fPr>
                                  <m:num>
                                    <m:r>
                                      <m:rPr>
                                        <m:nor/>
                                      </m:rPr>
                                      <a:rPr lang="en-US" altLang="zh-CN" sz="1600" b="0" kern="1200" spc="150" dirty="0" smtClean="0">
                                        <a:solidFill>
                                          <a:schemeClr val="tx1"/>
                                        </a:solidFill>
                                        <a:latin typeface="微软雅黑" panose="020B0503020204020204" pitchFamily="34" charset="-122"/>
                                        <a:ea typeface="微软雅黑" panose="020B0503020204020204" pitchFamily="34" charset="-122"/>
                                        <a:cs typeface="+mn-cs"/>
                                      </a:rPr>
                                      <m:t>MU</m:t>
                                    </m:r>
                                    <m:r>
                                      <m:rPr>
                                        <m:nor/>
                                      </m:rPr>
                                      <a:rPr lang="en-US" altLang="zh-CN" sz="1600" b="0" kern="1200" spc="150" baseline="-25000" dirty="0" smtClean="0">
                                        <a:solidFill>
                                          <a:schemeClr val="tx1"/>
                                        </a:solidFill>
                                        <a:latin typeface="微软雅黑" panose="020B0503020204020204" pitchFamily="34" charset="-122"/>
                                        <a:ea typeface="微软雅黑" panose="020B0503020204020204" pitchFamily="34" charset="-122"/>
                                        <a:cs typeface="+mn-cs"/>
                                      </a:rPr>
                                      <m:t>CD</m:t>
                                    </m:r>
                                    <m:r>
                                      <m:rPr>
                                        <m:nor/>
                                      </m:rPr>
                                      <a:rPr lang="en-US" altLang="zh-CN" sz="1600" b="0" kern="1200" spc="150" baseline="-25000" dirty="0" smtClean="0">
                                        <a:solidFill>
                                          <a:schemeClr val="tx1"/>
                                        </a:solidFill>
                                        <a:latin typeface="微软雅黑" panose="020B0503020204020204" pitchFamily="34" charset="-122"/>
                                        <a:ea typeface="微软雅黑" panose="020B0503020204020204" pitchFamily="34" charset="-122"/>
                                        <a:cs typeface="+mn-cs"/>
                                      </a:rPr>
                                      <m:t> </m:t>
                                    </m:r>
                                  </m:num>
                                  <m:den>
                                    <m:r>
                                      <m:rPr>
                                        <m:nor/>
                                      </m:rPr>
                                      <a:rPr lang="en-US" altLang="zh-CN" sz="1600" b="0" kern="1200" spc="150" dirty="0" smtClean="0">
                                        <a:solidFill>
                                          <a:schemeClr val="tx1"/>
                                        </a:solidFill>
                                        <a:latin typeface="微软雅黑" panose="020B0503020204020204" pitchFamily="34" charset="-122"/>
                                        <a:ea typeface="微软雅黑" panose="020B0503020204020204" pitchFamily="34" charset="-122"/>
                                        <a:cs typeface="+mn-cs"/>
                                      </a:rPr>
                                      <m:t>P</m:t>
                                    </m:r>
                                    <m:r>
                                      <m:rPr>
                                        <m:nor/>
                                      </m:rPr>
                                      <a:rPr lang="en-US" altLang="zh-CN" sz="1600" b="0" kern="1200" spc="150" baseline="-25000" dirty="0" smtClean="0">
                                        <a:solidFill>
                                          <a:schemeClr val="tx1"/>
                                        </a:solidFill>
                                        <a:latin typeface="微软雅黑" panose="020B0503020204020204" pitchFamily="34" charset="-122"/>
                                        <a:ea typeface="微软雅黑" panose="020B0503020204020204" pitchFamily="34" charset="-122"/>
                                        <a:cs typeface="+mn-cs"/>
                                      </a:rPr>
                                      <m:t>CD</m:t>
                                    </m:r>
                                    <m:r>
                                      <m:rPr>
                                        <m:nor/>
                                      </m:rPr>
                                      <a:rPr lang="en-US" altLang="zh-CN" sz="1600" b="0" kern="1200" spc="150" baseline="-25000" dirty="0" smtClean="0">
                                        <a:solidFill>
                                          <a:schemeClr val="tx1"/>
                                        </a:solidFill>
                                        <a:latin typeface="微软雅黑" panose="020B0503020204020204" pitchFamily="34" charset="-122"/>
                                        <a:ea typeface="微软雅黑" panose="020B0503020204020204" pitchFamily="34" charset="-122"/>
                                        <a:cs typeface="+mn-cs"/>
                                      </a:rPr>
                                      <m:t> </m:t>
                                    </m:r>
                                  </m:den>
                                </m:f>
                              </m:oMath>
                            </m:oMathPara>
                          </a14:m>
                          <a:endParaRPr lang="en-US" altLang="zh-CN" sz="1600" b="0" kern="1200" spc="150" baseline="-25000" dirty="0">
                            <a:solidFill>
                              <a:schemeClr val="tx1"/>
                            </a:solidFill>
                            <a:latin typeface="微软雅黑" panose="020B0503020204020204" pitchFamily="34" charset="-122"/>
                            <a:ea typeface="微软雅黑" panose="020B0503020204020204" pitchFamily="34" charset="-122"/>
                            <a:cs typeface="+mn-cs"/>
                          </a:endParaRPr>
                        </a:p>
                      </a:txBody>
                      <a:tcPr marL="91441" marR="91441" marT="45722" marB="45722" anchor="ctr">
                        <a:lnL w="12700" cap="flat" cmpd="sng" algn="ctr">
                          <a:solidFill>
                            <a:srgbClr val="C3C9D7"/>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marL="0" lvl="1" indent="0" algn="ctr" defTabSz="457200" rtl="0" eaLnBrk="1" fontAlgn="base" latinLnBrk="0" hangingPunct="1">
                            <a:lnSpc>
                              <a:spcPct val="100000"/>
                            </a:lnSpc>
                            <a:spcBef>
                              <a:spcPct val="0"/>
                            </a:spcBef>
                            <a:spcAft>
                              <a:spcPts val="0"/>
                            </a:spcAft>
                            <a:buFontTx/>
                            <a:buNone/>
                          </a:pPr>
                          <a:endParaRPr lang="en-US" altLang="zh-CN" sz="1600" b="0" kern="1200" spc="150" dirty="0">
                            <a:solidFill>
                              <a:schemeClr val="tx1"/>
                            </a:solidFill>
                            <a:latin typeface="微软雅黑" panose="020B0503020204020204" pitchFamily="34" charset="-122"/>
                            <a:ea typeface="微软雅黑" panose="020B0503020204020204" pitchFamily="34" charset="-122"/>
                            <a:cs typeface="+mn-cs"/>
                          </a:endParaRPr>
                        </a:p>
                      </a:txBody>
                      <a:tcPr marL="91441" marR="91441" marT="45722" marB="4572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marL="0" lvl="1" indent="0" algn="ctr" defTabSz="457200" rtl="0" eaLnBrk="1" fontAlgn="base" latinLnBrk="0" hangingPunct="1">
                            <a:lnSpc>
                              <a:spcPct val="100000"/>
                            </a:lnSpc>
                            <a:spcBef>
                              <a:spcPct val="0"/>
                            </a:spcBef>
                            <a:spcAft>
                              <a:spcPts val="0"/>
                            </a:spcAft>
                            <a:buFontTx/>
                            <a:buNone/>
                          </a:pPr>
                          <a14:m>
                            <m:oMathPara xmlns:m="http://schemas.openxmlformats.org/officeDocument/2006/math">
                              <m:oMathParaPr>
                                <m:jc m:val="centerGroup"/>
                              </m:oMathParaPr>
                              <m:oMath xmlns:m="http://schemas.openxmlformats.org/officeDocument/2006/math">
                                <m:f>
                                  <m:fPr>
                                    <m:ctrlPr>
                                      <a:rPr lang="en-US" altLang="zh-CN" sz="1600" b="0" i="1" kern="1200" spc="150" baseline="-25000" smtClean="0">
                                        <a:solidFill>
                                          <a:schemeClr val="tx1"/>
                                        </a:solidFill>
                                        <a:latin typeface="Cambria Math" panose="02040503050406030204" pitchFamily="18" charset="0"/>
                                        <a:ea typeface="微软雅黑" panose="020B0503020204020204" pitchFamily="34" charset="-122"/>
                                        <a:cs typeface="+mn-cs"/>
                                      </a:rPr>
                                    </m:ctrlPr>
                                  </m:fPr>
                                  <m:num>
                                    <m:r>
                                      <m:rPr>
                                        <m:nor/>
                                      </m:rPr>
                                      <a:rPr lang="en-US" altLang="zh-CN" sz="1600" b="0" kern="1200" spc="150" dirty="0" smtClean="0">
                                        <a:solidFill>
                                          <a:schemeClr val="tx1"/>
                                        </a:solidFill>
                                        <a:latin typeface="微软雅黑" panose="020B0503020204020204" pitchFamily="34" charset="-122"/>
                                        <a:ea typeface="微软雅黑" panose="020B0503020204020204" pitchFamily="34" charset="-122"/>
                                        <a:cs typeface="+mn-cs"/>
                                      </a:rPr>
                                      <m:t>MU</m:t>
                                    </m:r>
                                    <m:r>
                                      <m:rPr>
                                        <m:nor/>
                                      </m:rPr>
                                      <a:rPr lang="en-US" altLang="zh-CN" sz="1600" b="0" kern="1200" spc="150" baseline="-25000" dirty="0" smtClean="0">
                                        <a:solidFill>
                                          <a:schemeClr val="tx1"/>
                                        </a:solidFill>
                                        <a:latin typeface="微软雅黑" panose="020B0503020204020204" pitchFamily="34" charset="-122"/>
                                        <a:ea typeface="微软雅黑" panose="020B0503020204020204" pitchFamily="34" charset="-122"/>
                                        <a:cs typeface="+mn-cs"/>
                                      </a:rPr>
                                      <m:t>FOOD</m:t>
                                    </m:r>
                                    <m:r>
                                      <m:rPr>
                                        <m:nor/>
                                      </m:rPr>
                                      <a:rPr lang="en-US" altLang="zh-CN" sz="1600" b="0" kern="1200" spc="150" baseline="-25000" dirty="0" smtClean="0">
                                        <a:solidFill>
                                          <a:schemeClr val="tx1"/>
                                        </a:solidFill>
                                        <a:latin typeface="微软雅黑" panose="020B0503020204020204" pitchFamily="34" charset="-122"/>
                                        <a:ea typeface="微软雅黑" panose="020B0503020204020204" pitchFamily="34" charset="-122"/>
                                        <a:cs typeface="+mn-cs"/>
                                      </a:rPr>
                                      <m:t> </m:t>
                                    </m:r>
                                  </m:num>
                                  <m:den>
                                    <m:r>
                                      <m:rPr>
                                        <m:nor/>
                                      </m:rPr>
                                      <a:rPr lang="en-US" altLang="zh-CN" sz="1600" b="0" kern="1200" spc="150" dirty="0" smtClean="0">
                                        <a:solidFill>
                                          <a:schemeClr val="tx1"/>
                                        </a:solidFill>
                                        <a:latin typeface="微软雅黑" panose="020B0503020204020204" pitchFamily="34" charset="-122"/>
                                        <a:ea typeface="微软雅黑" panose="020B0503020204020204" pitchFamily="34" charset="-122"/>
                                        <a:cs typeface="+mn-cs"/>
                                      </a:rPr>
                                      <m:t>P</m:t>
                                    </m:r>
                                    <m:r>
                                      <m:rPr>
                                        <m:nor/>
                                      </m:rPr>
                                      <a:rPr lang="en-US" altLang="zh-CN" sz="1600" b="0" kern="1200" spc="150" baseline="-25000" dirty="0" smtClean="0">
                                        <a:solidFill>
                                          <a:schemeClr val="tx1"/>
                                        </a:solidFill>
                                        <a:latin typeface="微软雅黑" panose="020B0503020204020204" pitchFamily="34" charset="-122"/>
                                        <a:ea typeface="微软雅黑" panose="020B0503020204020204" pitchFamily="34" charset="-122"/>
                                        <a:cs typeface="+mn-cs"/>
                                      </a:rPr>
                                      <m:t>FOOD</m:t>
                                    </m:r>
                                    <m:r>
                                      <m:rPr>
                                        <m:nor/>
                                      </m:rPr>
                                      <a:rPr lang="en-US" altLang="zh-CN" sz="1600" b="0" kern="1200" spc="150" baseline="-25000" dirty="0" smtClean="0">
                                        <a:solidFill>
                                          <a:schemeClr val="tx1"/>
                                        </a:solidFill>
                                        <a:latin typeface="微软雅黑" panose="020B0503020204020204" pitchFamily="34" charset="-122"/>
                                        <a:ea typeface="微软雅黑" panose="020B0503020204020204" pitchFamily="34" charset="-122"/>
                                        <a:cs typeface="+mn-cs"/>
                                      </a:rPr>
                                      <m:t> </m:t>
                                    </m:r>
                                  </m:den>
                                </m:f>
                              </m:oMath>
                            </m:oMathPara>
                          </a14:m>
                          <a:endParaRPr lang="en-US" altLang="zh-CN" sz="1600" b="0" kern="1200" spc="150" baseline="-25000" dirty="0">
                            <a:solidFill>
                              <a:schemeClr val="tx1"/>
                            </a:solidFill>
                            <a:latin typeface="微软雅黑" panose="020B0503020204020204" pitchFamily="34" charset="-122"/>
                            <a:ea typeface="微软雅黑" panose="020B0503020204020204" pitchFamily="34" charset="-122"/>
                            <a:cs typeface="+mn-cs"/>
                          </a:endParaRPr>
                        </a:p>
                      </a:txBody>
                      <a:tcPr marL="91441" marR="91441" marT="45722" marB="4572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1" indent="0" algn="ctr" defTabSz="457200" rtl="0" eaLnBrk="1" fontAlgn="base" latinLnBrk="0" hangingPunct="1">
                            <a:lnSpc>
                              <a:spcPct val="100000"/>
                            </a:lnSpc>
                            <a:spcBef>
                              <a:spcPct val="0"/>
                            </a:spcBef>
                            <a:spcAft>
                              <a:spcPts val="0"/>
                            </a:spcAft>
                            <a:buClrTx/>
                            <a:buSzTx/>
                            <a:buFontTx/>
                            <a:buNone/>
                            <a:tabLst/>
                          </a:pPr>
                          <a:r>
                            <a:rPr lang="zh-CN" altLang="en-US" sz="1600" b="0" kern="1200" spc="150" dirty="0">
                              <a:solidFill>
                                <a:schemeClr val="tx1"/>
                              </a:solidFill>
                              <a:latin typeface="微软雅黑" panose="020B0503020204020204" pitchFamily="34" charset="-122"/>
                              <a:ea typeface="微软雅黑" panose="020B0503020204020204" pitchFamily="34" charset="-122"/>
                              <a:cs typeface="+mn-cs"/>
                            </a:rPr>
                            <a:t>效用还可以增加吗？</a:t>
                          </a:r>
                          <a:endParaRPr lang="en-US" altLang="zh-CN" sz="1600" b="0" kern="1200" spc="150" dirty="0">
                            <a:solidFill>
                              <a:schemeClr val="tx1"/>
                            </a:solidFill>
                            <a:latin typeface="微软雅黑" panose="020B0503020204020204" pitchFamily="34" charset="-122"/>
                            <a:ea typeface="微软雅黑" panose="020B0503020204020204" pitchFamily="34" charset="-122"/>
                            <a:cs typeface="+mn-cs"/>
                          </a:endParaRPr>
                        </a:p>
                      </a:txBody>
                      <a:tcPr marT="45717" marB="45717" anchor="ctr" horzOverflow="overflow">
                        <a:lnL w="12700" cap="flat" cmpd="sng" algn="ctr">
                          <a:noFill/>
                          <a:prstDash val="solid"/>
                          <a:round/>
                          <a:headEnd type="none" w="med" len="med"/>
                          <a:tailEnd type="none" w="med" len="med"/>
                        </a:lnL>
                        <a:lnR w="12700" cap="flat" cmpd="sng" algn="ctr">
                          <a:solidFill>
                            <a:srgbClr val="C3C9D7"/>
                          </a:solid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CN" altLang="en-US"/>
                        </a:p>
                      </a:txBody>
                      <a:tcP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extLst>
                      <a:ext uri="{0D108BD9-81ED-4DB2-BD59-A6C34878D82A}">
                        <a16:rowId xmlns:a16="http://schemas.microsoft.com/office/drawing/2014/main" val="2840735466"/>
                      </a:ext>
                    </a:extLst>
                  </a:tr>
                  <a:tr h="775234">
                    <a:tc vMerge="1">
                      <a:txBody>
                        <a:bodyPr/>
                        <a:lstStyle/>
                        <a:p>
                          <a:pPr marL="0" marR="0" lvl="1" indent="0" algn="ctr" defTabSz="457200" rtl="0" eaLnBrk="1" fontAlgn="base" latinLnBrk="0" hangingPunct="1">
                            <a:lnSpc>
                              <a:spcPct val="100000"/>
                            </a:lnSpc>
                            <a:spcBef>
                              <a:spcPct val="0"/>
                            </a:spcBef>
                            <a:spcAft>
                              <a:spcPts val="0"/>
                            </a:spcAft>
                            <a:buClrTx/>
                            <a:buSzTx/>
                            <a:buFontTx/>
                            <a:buNone/>
                            <a:tabLst/>
                          </a:pPr>
                          <a:endParaRPr lang="en-US" altLang="zh-CN" sz="1400" b="0" kern="1200" spc="150" baseline="-25000" dirty="0">
                            <a:solidFill>
                              <a:schemeClr val="tx1"/>
                            </a:solidFill>
                            <a:latin typeface="微软雅黑" panose="020B0503020204020204" pitchFamily="34" charset="-122"/>
                            <a:ea typeface="微软雅黑" panose="020B0503020204020204" pitchFamily="34" charset="-122"/>
                            <a:cs typeface="+mn-cs"/>
                          </a:endParaRPr>
                        </a:p>
                      </a:txBody>
                      <a:tcPr marT="45717" marB="45717" anchor="ctr" horzOverflow="overflow">
                        <a:lnL w="12700" cap="flat" cmpd="sng" algn="ctr">
                          <a:solidFill>
                            <a:srgbClr val="C3C9D7"/>
                          </a:solidFill>
                          <a:prstDash val="solid"/>
                          <a:round/>
                          <a:headEnd type="none" w="med" len="med"/>
                          <a:tailEnd type="none" w="med" len="med"/>
                        </a:lnL>
                        <a:lnR w="19050" cap="flat" cmpd="sng" algn="ctr">
                          <a:no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1" indent="0" algn="ctr" defTabSz="457200" rtl="0" eaLnBrk="1" fontAlgn="base" latinLnBrk="0" hangingPunct="1">
                            <a:lnSpc>
                              <a:spcPct val="100000"/>
                            </a:lnSpc>
                            <a:spcBef>
                              <a:spcPct val="0"/>
                            </a:spcBef>
                            <a:spcAft>
                              <a:spcPts val="0"/>
                            </a:spcAft>
                            <a:buClrTx/>
                            <a:buSzTx/>
                            <a:buFontTx/>
                            <a:buNone/>
                            <a:tabLst/>
                          </a:pPr>
                          <a:endParaRPr lang="zh-CN" altLang="zh-CN" sz="1600" b="1" kern="1200" spc="150" dirty="0">
                            <a:solidFill>
                              <a:schemeClr val="tx1"/>
                            </a:solidFill>
                            <a:latin typeface="微软雅黑" panose="020B0503020204020204" pitchFamily="34" charset="-122"/>
                            <a:ea typeface="微软雅黑" panose="020B0503020204020204" pitchFamily="34" charset="-122"/>
                            <a:cs typeface="+mn-cs"/>
                          </a:endParaRPr>
                        </a:p>
                      </a:txBody>
                      <a:tcPr marT="45717" marB="45717"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1" indent="0" algn="ctr" defTabSz="457200" rtl="0" eaLnBrk="1" fontAlgn="base" latinLnBrk="0" hangingPunct="1">
                            <a:lnSpc>
                              <a:spcPct val="100000"/>
                            </a:lnSpc>
                            <a:spcBef>
                              <a:spcPct val="0"/>
                            </a:spcBef>
                            <a:spcAft>
                              <a:spcPts val="0"/>
                            </a:spcAft>
                            <a:buClrTx/>
                            <a:buSzTx/>
                            <a:buFontTx/>
                            <a:buNone/>
                            <a:tabLst/>
                          </a:pPr>
                          <a:endParaRPr lang="en-US" altLang="zh-CN" sz="1400" b="0" kern="1200" spc="150" baseline="-25000" dirty="0">
                            <a:solidFill>
                              <a:schemeClr val="tx1"/>
                            </a:solidFill>
                            <a:latin typeface="微软雅黑" panose="020B0503020204020204" pitchFamily="34" charset="-122"/>
                            <a:ea typeface="微软雅黑" panose="020B0503020204020204" pitchFamily="34" charset="-122"/>
                            <a:cs typeface="+mn-cs"/>
                          </a:endParaRPr>
                        </a:p>
                      </a:txBody>
                      <a:tcPr marT="45717" marB="45717"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ctr" defTabSz="457200" rtl="0" eaLnBrk="1" fontAlgn="base" latinLnBrk="0" hangingPunct="1">
                            <a:lnSpc>
                              <a:spcPct val="100000"/>
                            </a:lnSpc>
                            <a:spcBef>
                              <a:spcPct val="0"/>
                            </a:spcBef>
                            <a:spcAft>
                              <a:spcPts val="0"/>
                            </a:spcAft>
                            <a:buClrTx/>
                            <a:buSzTx/>
                            <a:buFontTx/>
                            <a:buNone/>
                            <a:tabLst/>
                          </a:pPr>
                          <a:r>
                            <a:rPr lang="zh-CN" altLang="en-US" sz="1400" b="0" kern="1200" spc="150" dirty="0">
                              <a:solidFill>
                                <a:schemeClr val="tx1"/>
                              </a:solidFill>
                              <a:latin typeface="微软雅黑" panose="020B0503020204020204" pitchFamily="34" charset="-122"/>
                              <a:ea typeface="微软雅黑" panose="020B0503020204020204" pitchFamily="34" charset="-122"/>
                              <a:cs typeface="+mn-cs"/>
                            </a:rPr>
                            <a:t>花在</a:t>
                          </a:r>
                          <a:r>
                            <a:rPr lang="en-US" altLang="zh-CN" sz="1400" b="0" kern="1200" spc="150" dirty="0">
                              <a:solidFill>
                                <a:schemeClr val="tx1"/>
                              </a:solidFill>
                              <a:latin typeface="微软雅黑" panose="020B0503020204020204" pitchFamily="34" charset="-122"/>
                              <a:ea typeface="微软雅黑" panose="020B0503020204020204" pitchFamily="34" charset="-122"/>
                              <a:cs typeface="+mn-cs"/>
                            </a:rPr>
                            <a:t>CD</a:t>
                          </a:r>
                          <a:r>
                            <a:rPr lang="zh-CN" altLang="en-US" sz="1400" b="0" kern="1200" spc="150" dirty="0">
                              <a:solidFill>
                                <a:schemeClr val="tx1"/>
                              </a:solidFill>
                              <a:latin typeface="微软雅黑" panose="020B0503020204020204" pitchFamily="34" charset="-122"/>
                              <a:ea typeface="微软雅黑" panose="020B0503020204020204" pitchFamily="34" charset="-122"/>
                              <a:cs typeface="+mn-cs"/>
                            </a:rPr>
                            <a:t>上的现金</a:t>
                          </a:r>
                          <a:endParaRPr lang="en-US" altLang="zh-CN" sz="1400" b="0" kern="1200" spc="150" dirty="0">
                            <a:solidFill>
                              <a:schemeClr val="tx1"/>
                            </a:solidFill>
                            <a:latin typeface="微软雅黑" panose="020B0503020204020204" pitchFamily="34" charset="-122"/>
                            <a:ea typeface="微软雅黑" panose="020B0503020204020204" pitchFamily="34" charset="-122"/>
                            <a:cs typeface="+mn-cs"/>
                          </a:endParaRPr>
                        </a:p>
                      </a:txBody>
                      <a:tcPr marT="45717" marB="45717"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ctr" defTabSz="457200" rtl="0" eaLnBrk="1" fontAlgn="base" latinLnBrk="0" hangingPunct="1">
                            <a:lnSpc>
                              <a:spcPct val="100000"/>
                            </a:lnSpc>
                            <a:spcBef>
                              <a:spcPct val="0"/>
                            </a:spcBef>
                            <a:spcAft>
                              <a:spcPts val="0"/>
                            </a:spcAft>
                            <a:buClrTx/>
                            <a:buSzTx/>
                            <a:buFontTx/>
                            <a:buNone/>
                            <a:tabLst/>
                          </a:pPr>
                          <a:r>
                            <a:rPr lang="zh-CN" altLang="en-US" sz="1400" b="0" kern="1200" spc="150" dirty="0">
                              <a:solidFill>
                                <a:schemeClr val="tx1"/>
                              </a:solidFill>
                              <a:latin typeface="微软雅黑" panose="020B0503020204020204" pitchFamily="34" charset="-122"/>
                              <a:ea typeface="微软雅黑" panose="020B0503020204020204" pitchFamily="34" charset="-122"/>
                              <a:cs typeface="+mn-cs"/>
                            </a:rPr>
                            <a:t>花在美食上的现金</a:t>
                          </a:r>
                          <a:endParaRPr lang="en-US" altLang="zh-CN" sz="1400" b="0" kern="1200" spc="150" dirty="0">
                            <a:solidFill>
                              <a:schemeClr val="tx1"/>
                            </a:solidFill>
                            <a:latin typeface="微软雅黑" panose="020B0503020204020204" pitchFamily="34" charset="-122"/>
                            <a:ea typeface="微软雅黑" panose="020B0503020204020204" pitchFamily="34" charset="-122"/>
                            <a:cs typeface="+mn-cs"/>
                          </a:endParaRPr>
                        </a:p>
                      </a:txBody>
                      <a:tcPr marT="45717" marB="45717" anchor="ctr" horzOverflow="overflow">
                        <a:lnL w="19050" cap="flat" cmpd="sng" algn="ctr">
                          <a:noFill/>
                          <a:prstDash val="solid"/>
                          <a:round/>
                          <a:headEnd type="none" w="med" len="med"/>
                          <a:tailEnd type="none" w="med" len="med"/>
                        </a:lnL>
                        <a:lnR w="12700" cap="flat" cmpd="sng" algn="ctr">
                          <a:solidFill>
                            <a:srgbClr val="C3C9D7"/>
                          </a:solid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93715606"/>
                      </a:ext>
                    </a:extLst>
                  </a:tr>
                  <a:tr h="775234">
                    <a:tc>
                      <a:txBody>
                        <a:bodyPr/>
                        <a:lstStyle/>
                        <a:p>
                          <a:pPr marL="0" lvl="1" indent="0" algn="ctr" defTabSz="457200" rtl="0" eaLnBrk="1" fontAlgn="base" latinLnBrk="0" hangingPunct="1">
                            <a:lnSpc>
                              <a:spcPct val="100000"/>
                            </a:lnSpc>
                            <a:spcBef>
                              <a:spcPct val="0"/>
                            </a:spcBef>
                            <a:spcAft>
                              <a:spcPts val="0"/>
                            </a:spcAft>
                            <a:buFontTx/>
                            <a:buNone/>
                          </a:pPr>
                          <a:r>
                            <a:rPr lang="en-US" altLang="zh-CN" sz="1400" b="0" kern="1200" spc="150" dirty="0">
                              <a:solidFill>
                                <a:schemeClr val="tx1"/>
                              </a:solidFill>
                              <a:latin typeface="微软雅黑" panose="020B0503020204020204" pitchFamily="34" charset="-122"/>
                              <a:ea typeface="微软雅黑" panose="020B0503020204020204" pitchFamily="34" charset="-122"/>
                              <a:cs typeface="+mn-cs"/>
                            </a:rPr>
                            <a:t>360/60=6</a:t>
                          </a:r>
                        </a:p>
                      </a:txBody>
                      <a:tcPr anchor="ctr">
                        <a:lnL w="12700" cap="flat" cmpd="sng" algn="ctr">
                          <a:solidFill>
                            <a:srgbClr val="C3C9D7"/>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ctr" defTabSz="457200" rtl="0" eaLnBrk="1" fontAlgn="base" latinLnBrk="0" hangingPunct="1">
                            <a:lnSpc>
                              <a:spcPct val="100000"/>
                            </a:lnSpc>
                            <a:spcBef>
                              <a:spcPct val="0"/>
                            </a:spcBef>
                            <a:spcAft>
                              <a:spcPts val="0"/>
                            </a:spcAft>
                            <a:buClrTx/>
                            <a:buSzTx/>
                            <a:buFontTx/>
                            <a:buNone/>
                            <a:tabLst/>
                          </a:pPr>
                          <a:r>
                            <a:rPr lang="en-US" altLang="zh-CN" sz="1600" b="1" kern="1200" spc="150" dirty="0">
                              <a:solidFill>
                                <a:schemeClr val="tx1"/>
                              </a:solidFill>
                              <a:latin typeface="微软雅黑" panose="020B0503020204020204" pitchFamily="34" charset="-122"/>
                              <a:ea typeface="微软雅黑" panose="020B0503020204020204" pitchFamily="34" charset="-122"/>
                              <a:cs typeface="+mn-cs"/>
                            </a:rPr>
                            <a:t>&lt;</a:t>
                          </a:r>
                          <a:endParaRPr lang="zh-CN" altLang="zh-CN" sz="1600" b="1" kern="1200" spc="150" dirty="0">
                            <a:solidFill>
                              <a:schemeClr val="tx1"/>
                            </a:solidFill>
                            <a:latin typeface="微软雅黑" panose="020B0503020204020204" pitchFamily="34" charset="-122"/>
                            <a:ea typeface="微软雅黑" panose="020B0503020204020204" pitchFamily="34" charset="-122"/>
                            <a:cs typeface="+mn-cs"/>
                          </a:endParaRPr>
                        </a:p>
                      </a:txBody>
                      <a:tcPr marT="45717" marB="45717"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ctr" defTabSz="457200" rtl="0" eaLnBrk="1" fontAlgn="base" latinLnBrk="0" hangingPunct="1">
                            <a:lnSpc>
                              <a:spcPct val="100000"/>
                            </a:lnSpc>
                            <a:spcBef>
                              <a:spcPct val="0"/>
                            </a:spcBef>
                            <a:spcAft>
                              <a:spcPts val="0"/>
                            </a:spcAft>
                            <a:buClrTx/>
                            <a:buSzTx/>
                            <a:buFontTx/>
                            <a:buNone/>
                            <a:tabLst/>
                            <a:defRPr/>
                          </a:pPr>
                          <a:r>
                            <a:rPr kumimoji="1" lang="en-US" altLang="zh-CN"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200/20=10</a:t>
                          </a:r>
                        </a:p>
                      </a:txBody>
                      <a:tcPr anchor="ctr">
                        <a:lnL w="1270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ctr" defTabSz="457200" rtl="0" eaLnBrk="1" fontAlgn="base" latinLnBrk="0" hangingPunct="1">
                            <a:lnSpc>
                              <a:spcPct val="100000"/>
                            </a:lnSpc>
                            <a:spcBef>
                              <a:spcPct val="0"/>
                            </a:spcBef>
                            <a:spcAft>
                              <a:spcPts val="0"/>
                            </a:spcAft>
                            <a:buClrTx/>
                            <a:buSzTx/>
                            <a:buFontTx/>
                            <a:buNone/>
                            <a:tabLst/>
                          </a:pPr>
                          <a:r>
                            <a:rPr lang="zh-CN" altLang="en-US" sz="1400" b="0" kern="1200" spc="150" dirty="0">
                              <a:solidFill>
                                <a:schemeClr val="tx1"/>
                              </a:solidFill>
                              <a:latin typeface="微软雅黑" panose="020B0503020204020204" pitchFamily="34" charset="-122"/>
                              <a:ea typeface="微软雅黑" panose="020B0503020204020204" pitchFamily="34" charset="-122"/>
                              <a:cs typeface="+mn-cs"/>
                            </a:rPr>
                            <a:t>减少</a:t>
                          </a:r>
                          <a:r>
                            <a:rPr lang="en-US" altLang="zh-CN" sz="1400" b="0" kern="1200" spc="150" dirty="0">
                              <a:solidFill>
                                <a:schemeClr val="tx1"/>
                              </a:solidFill>
                              <a:latin typeface="微软雅黑" panose="020B0503020204020204" pitchFamily="34" charset="-122"/>
                              <a:ea typeface="微软雅黑" panose="020B0503020204020204" pitchFamily="34" charset="-122"/>
                              <a:cs typeface="+mn-cs"/>
                            </a:rPr>
                            <a:t>1</a:t>
                          </a:r>
                          <a:r>
                            <a:rPr lang="zh-CN" altLang="en-US" sz="1400" b="0" kern="1200" spc="150" dirty="0">
                              <a:solidFill>
                                <a:schemeClr val="tx1"/>
                              </a:solidFill>
                              <a:latin typeface="微软雅黑" panose="020B0503020204020204" pitchFamily="34" charset="-122"/>
                              <a:ea typeface="微软雅黑" panose="020B0503020204020204" pitchFamily="34" charset="-122"/>
                              <a:cs typeface="+mn-cs"/>
                            </a:rPr>
                            <a:t>元开支会减少</a:t>
                          </a:r>
                          <a:r>
                            <a:rPr lang="en-US" altLang="zh-CN" sz="1400" b="0" kern="1200" spc="150" dirty="0">
                              <a:solidFill>
                                <a:schemeClr val="tx1"/>
                              </a:solidFill>
                              <a:latin typeface="微软雅黑" panose="020B0503020204020204" pitchFamily="34" charset="-122"/>
                              <a:ea typeface="微软雅黑" panose="020B0503020204020204" pitchFamily="34" charset="-122"/>
                              <a:cs typeface="+mn-cs"/>
                            </a:rPr>
                            <a:t>6</a:t>
                          </a:r>
                          <a:r>
                            <a:rPr lang="zh-CN" altLang="en-US" sz="1400" b="0" kern="1200" spc="150" dirty="0">
                              <a:solidFill>
                                <a:schemeClr val="tx1"/>
                              </a:solidFill>
                              <a:latin typeface="微软雅黑" panose="020B0503020204020204" pitchFamily="34" charset="-122"/>
                              <a:ea typeface="微软雅黑" panose="020B0503020204020204" pitchFamily="34" charset="-122"/>
                              <a:cs typeface="+mn-cs"/>
                            </a:rPr>
                            <a:t>个效用</a:t>
                          </a:r>
                          <a:endParaRPr lang="zh-CN" altLang="zh-CN" sz="1400" b="0" kern="1200" spc="150" dirty="0">
                            <a:solidFill>
                              <a:schemeClr val="tx1"/>
                            </a:solidFill>
                            <a:latin typeface="微软雅黑" panose="020B0503020204020204" pitchFamily="34" charset="-122"/>
                            <a:ea typeface="微软雅黑" panose="020B0503020204020204" pitchFamily="34" charset="-122"/>
                            <a:cs typeface="+mn-cs"/>
                          </a:endParaRPr>
                        </a:p>
                      </a:txBody>
                      <a:tcPr marT="45717" marB="45717"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ctr" defTabSz="457200" rtl="0" eaLnBrk="1" fontAlgn="base" latinLnBrk="0" hangingPunct="1">
                            <a:lnSpc>
                              <a:spcPct val="100000"/>
                            </a:lnSpc>
                            <a:spcBef>
                              <a:spcPct val="0"/>
                            </a:spcBef>
                            <a:spcAft>
                              <a:spcPts val="0"/>
                            </a:spcAft>
                            <a:buClrTx/>
                            <a:buSzTx/>
                            <a:buFontTx/>
                            <a:buNone/>
                            <a:tabLst/>
                          </a:pPr>
                          <a:r>
                            <a:rPr lang="zh-CN" altLang="en-US" sz="1400" b="0" kern="1200" spc="150" dirty="0">
                              <a:solidFill>
                                <a:schemeClr val="tx1"/>
                              </a:solidFill>
                              <a:latin typeface="微软雅黑" panose="020B0503020204020204" pitchFamily="34" charset="-122"/>
                              <a:ea typeface="微软雅黑" panose="020B0503020204020204" pitchFamily="34" charset="-122"/>
                              <a:cs typeface="+mn-cs"/>
                            </a:rPr>
                            <a:t>增加</a:t>
                          </a:r>
                          <a:r>
                            <a:rPr lang="en-US" altLang="zh-CN" sz="1400" b="0" kern="1200" spc="150" dirty="0">
                              <a:solidFill>
                                <a:schemeClr val="tx1"/>
                              </a:solidFill>
                              <a:latin typeface="微软雅黑" panose="020B0503020204020204" pitchFamily="34" charset="-122"/>
                              <a:ea typeface="微软雅黑" panose="020B0503020204020204" pitchFamily="34" charset="-122"/>
                              <a:cs typeface="+mn-cs"/>
                            </a:rPr>
                            <a:t>1</a:t>
                          </a:r>
                          <a:r>
                            <a:rPr lang="zh-CN" altLang="en-US" sz="1400" b="0" kern="1200" spc="150" dirty="0">
                              <a:solidFill>
                                <a:schemeClr val="tx1"/>
                              </a:solidFill>
                              <a:latin typeface="微软雅黑" panose="020B0503020204020204" pitchFamily="34" charset="-122"/>
                              <a:ea typeface="微软雅黑" panose="020B0503020204020204" pitchFamily="34" charset="-122"/>
                              <a:cs typeface="+mn-cs"/>
                            </a:rPr>
                            <a:t>元开支会增加</a:t>
                          </a:r>
                          <a:r>
                            <a:rPr lang="en-US" altLang="zh-CN" sz="1400" b="0" kern="1200" spc="150" dirty="0">
                              <a:solidFill>
                                <a:schemeClr val="tx1"/>
                              </a:solidFill>
                              <a:latin typeface="微软雅黑" panose="020B0503020204020204" pitchFamily="34" charset="-122"/>
                              <a:ea typeface="微软雅黑" panose="020B0503020204020204" pitchFamily="34" charset="-122"/>
                              <a:cs typeface="+mn-cs"/>
                            </a:rPr>
                            <a:t>10</a:t>
                          </a:r>
                          <a:r>
                            <a:rPr lang="zh-CN" altLang="en-US" sz="1400" b="0" kern="1200" spc="150" dirty="0">
                              <a:solidFill>
                                <a:schemeClr val="tx1"/>
                              </a:solidFill>
                              <a:latin typeface="微软雅黑" panose="020B0503020204020204" pitchFamily="34" charset="-122"/>
                              <a:ea typeface="微软雅黑" panose="020B0503020204020204" pitchFamily="34" charset="-122"/>
                              <a:cs typeface="+mn-cs"/>
                            </a:rPr>
                            <a:t>个效用</a:t>
                          </a:r>
                          <a:endParaRPr lang="zh-CN" altLang="zh-CN" sz="1400" b="0" kern="1200" spc="150" dirty="0">
                            <a:solidFill>
                              <a:schemeClr val="tx1"/>
                            </a:solidFill>
                            <a:latin typeface="微软雅黑" panose="020B0503020204020204" pitchFamily="34" charset="-122"/>
                            <a:ea typeface="微软雅黑" panose="020B0503020204020204" pitchFamily="34" charset="-122"/>
                            <a:cs typeface="+mn-cs"/>
                          </a:endParaRPr>
                        </a:p>
                      </a:txBody>
                      <a:tcPr marT="45717" marB="45717" anchor="ctr" horzOverflow="overflow">
                        <a:lnL w="19050" cap="flat" cmpd="sng" algn="ctr">
                          <a:noFill/>
                          <a:prstDash val="solid"/>
                          <a:round/>
                          <a:headEnd type="none" w="med" len="med"/>
                          <a:tailEnd type="none" w="med" len="med"/>
                        </a:lnL>
                        <a:lnR w="12700" cap="flat" cmpd="sng" algn="ctr">
                          <a:solidFill>
                            <a:srgbClr val="C3C9D7"/>
                          </a:solid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0288918"/>
                      </a:ext>
                    </a:extLst>
                  </a:tr>
                  <a:tr h="775234">
                    <a:tc>
                      <a:txBody>
                        <a:bodyPr/>
                        <a:lstStyle/>
                        <a:p>
                          <a:pPr marL="0" marR="0" lvl="1" indent="0" algn="ctr" defTabSz="457200" rtl="0" eaLnBrk="1" fontAlgn="base" latinLnBrk="0" hangingPunct="1">
                            <a:lnSpc>
                              <a:spcPct val="100000"/>
                            </a:lnSpc>
                            <a:spcBef>
                              <a:spcPct val="0"/>
                            </a:spcBef>
                            <a:spcAft>
                              <a:spcPts val="0"/>
                            </a:spcAft>
                            <a:buClrTx/>
                            <a:buSzTx/>
                            <a:buFontTx/>
                            <a:buNone/>
                            <a:tabLst/>
                          </a:pPr>
                          <a:r>
                            <a:rPr lang="en-US" altLang="zh-CN" sz="1400" b="0" kern="1200" spc="150" dirty="0">
                              <a:solidFill>
                                <a:schemeClr val="tx1"/>
                              </a:solidFill>
                              <a:latin typeface="微软雅黑" panose="020B0503020204020204" pitchFamily="34" charset="-122"/>
                              <a:ea typeface="微软雅黑" panose="020B0503020204020204" pitchFamily="34" charset="-122"/>
                              <a:cs typeface="+mn-cs"/>
                            </a:rPr>
                            <a:t>720/60=12</a:t>
                          </a:r>
                        </a:p>
                      </a:txBody>
                      <a:tcPr marT="45717" marB="45717" anchor="ctr" horzOverflow="overflow">
                        <a:lnL w="12700" cap="flat" cmpd="sng" algn="ctr">
                          <a:solidFill>
                            <a:srgbClr val="C3C9D7"/>
                          </a:solidFill>
                          <a:prstDash val="solid"/>
                          <a:round/>
                          <a:headEnd type="none" w="med" len="med"/>
                          <a:tailEnd type="none" w="med" len="med"/>
                        </a:lnL>
                        <a:lnR w="19050" cap="flat" cmpd="sng" algn="ctr">
                          <a:no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ctr" defTabSz="457200" rtl="0" eaLnBrk="1" fontAlgn="base" latinLnBrk="0" hangingPunct="1">
                            <a:lnSpc>
                              <a:spcPct val="100000"/>
                            </a:lnSpc>
                            <a:spcBef>
                              <a:spcPct val="0"/>
                            </a:spcBef>
                            <a:spcAft>
                              <a:spcPts val="0"/>
                            </a:spcAft>
                            <a:buClrTx/>
                            <a:buSzTx/>
                            <a:buFontTx/>
                            <a:buNone/>
                            <a:tabLst/>
                            <a:defRPr/>
                          </a:pPr>
                          <a:endParaRPr lang="en-US" altLang="zh-CN" sz="1600" b="1" kern="1200" spc="150" dirty="0">
                            <a:solidFill>
                              <a:schemeClr val="tx1"/>
                            </a:solidFill>
                            <a:latin typeface="微软雅黑" panose="020B0503020204020204" pitchFamily="34" charset="-122"/>
                            <a:ea typeface="微软雅黑" panose="020B0503020204020204" pitchFamily="34" charset="-122"/>
                            <a:cs typeface="+mn-cs"/>
                          </a:endParaRPr>
                        </a:p>
                        <a:p>
                          <a:pPr marL="0" marR="0" lvl="1" indent="0" algn="ctr" defTabSz="457200" rtl="0" eaLnBrk="1" fontAlgn="base" latinLnBrk="0" hangingPunct="1">
                            <a:lnSpc>
                              <a:spcPct val="100000"/>
                            </a:lnSpc>
                            <a:spcBef>
                              <a:spcPct val="0"/>
                            </a:spcBef>
                            <a:spcAft>
                              <a:spcPts val="0"/>
                            </a:spcAft>
                            <a:buClrTx/>
                            <a:buSzTx/>
                            <a:buFontTx/>
                            <a:buNone/>
                            <a:tabLst/>
                            <a:defRPr/>
                          </a:pPr>
                          <a:r>
                            <a:rPr lang="en-US" altLang="zh-CN" sz="1600" b="1" kern="1200" spc="150" dirty="0">
                              <a:solidFill>
                                <a:schemeClr val="tx1"/>
                              </a:solidFill>
                              <a:latin typeface="微软雅黑" panose="020B0503020204020204" pitchFamily="34" charset="-122"/>
                              <a:ea typeface="微软雅黑" panose="020B0503020204020204" pitchFamily="34" charset="-122"/>
                              <a:cs typeface="+mn-cs"/>
                            </a:rPr>
                            <a:t>&gt;</a:t>
                          </a:r>
                          <a:endParaRPr lang="zh-CN" altLang="zh-CN" sz="1600" b="1" kern="1200" spc="150" dirty="0">
                            <a:solidFill>
                              <a:schemeClr val="tx1"/>
                            </a:solidFill>
                            <a:latin typeface="微软雅黑" panose="020B0503020204020204" pitchFamily="34" charset="-122"/>
                            <a:ea typeface="微软雅黑" panose="020B0503020204020204" pitchFamily="34" charset="-122"/>
                            <a:cs typeface="+mn-cs"/>
                          </a:endParaRPr>
                        </a:p>
                        <a:p>
                          <a:pPr marL="0" marR="0" lvl="1" indent="0" algn="ctr" defTabSz="457200" rtl="0" eaLnBrk="1" fontAlgn="base" latinLnBrk="0" hangingPunct="1">
                            <a:lnSpc>
                              <a:spcPct val="100000"/>
                            </a:lnSpc>
                            <a:spcBef>
                              <a:spcPct val="0"/>
                            </a:spcBef>
                            <a:spcAft>
                              <a:spcPts val="0"/>
                            </a:spcAft>
                            <a:buClrTx/>
                            <a:buSzTx/>
                            <a:buFontTx/>
                            <a:buNone/>
                            <a:tabLst/>
                            <a:defRPr/>
                          </a:pPr>
                          <a:endParaRPr lang="zh-CN" altLang="zh-CN" sz="1600" b="1" kern="1200" spc="150" dirty="0">
                            <a:solidFill>
                              <a:schemeClr val="tx1"/>
                            </a:solidFill>
                            <a:latin typeface="微软雅黑" panose="020B0503020204020204" pitchFamily="34" charset="-122"/>
                            <a:ea typeface="微软雅黑" panose="020B0503020204020204" pitchFamily="34" charset="-122"/>
                            <a:cs typeface="+mn-cs"/>
                          </a:endParaRPr>
                        </a:p>
                      </a:txBody>
                      <a:tcPr marT="45717" marB="45717"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ctr" defTabSz="457200" rtl="0" eaLnBrk="1" fontAlgn="base" latinLnBrk="0" hangingPunct="1">
                            <a:lnSpc>
                              <a:spcPct val="100000"/>
                            </a:lnSpc>
                            <a:spcBef>
                              <a:spcPct val="0"/>
                            </a:spcBef>
                            <a:spcAft>
                              <a:spcPts val="0"/>
                            </a:spcAft>
                            <a:buClrTx/>
                            <a:buSzTx/>
                            <a:buFontTx/>
                            <a:buNone/>
                            <a:tabLst/>
                          </a:pPr>
                          <a:r>
                            <a:rPr lang="en-US" altLang="zh-CN" sz="1400" b="0" kern="1200" spc="150" dirty="0">
                              <a:solidFill>
                                <a:schemeClr val="tx1"/>
                              </a:solidFill>
                              <a:latin typeface="微软雅黑" panose="020B0503020204020204" pitchFamily="34" charset="-122"/>
                              <a:ea typeface="微软雅黑" panose="020B0503020204020204" pitchFamily="34" charset="-122"/>
                              <a:cs typeface="+mn-cs"/>
                            </a:rPr>
                            <a:t>200/20=10</a:t>
                          </a:r>
                        </a:p>
                      </a:txBody>
                      <a:tcPr marT="45717" marB="45717"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ctr" defTabSz="457200" rtl="0" eaLnBrk="1" fontAlgn="base" latinLnBrk="0" hangingPunct="1">
                            <a:lnSpc>
                              <a:spcPct val="100000"/>
                            </a:lnSpc>
                            <a:spcBef>
                              <a:spcPct val="0"/>
                            </a:spcBef>
                            <a:spcAft>
                              <a:spcPts val="0"/>
                            </a:spcAft>
                            <a:buClrTx/>
                            <a:buSzTx/>
                            <a:buFontTx/>
                            <a:buNone/>
                            <a:tabLst/>
                          </a:pPr>
                          <a:r>
                            <a:rPr lang="zh-CN" altLang="en-US" sz="1400" b="0" kern="1200" spc="150" dirty="0">
                              <a:solidFill>
                                <a:schemeClr val="tx1"/>
                              </a:solidFill>
                              <a:latin typeface="微软雅黑" panose="020B0503020204020204" pitchFamily="34" charset="-122"/>
                              <a:ea typeface="微软雅黑" panose="020B0503020204020204" pitchFamily="34" charset="-122"/>
                              <a:cs typeface="+mn-cs"/>
                            </a:rPr>
                            <a:t>增加</a:t>
                          </a:r>
                          <a:r>
                            <a:rPr lang="en-US" altLang="zh-CN" sz="1400" b="0" kern="1200" spc="150" dirty="0">
                              <a:solidFill>
                                <a:schemeClr val="tx1"/>
                              </a:solidFill>
                              <a:latin typeface="微软雅黑" panose="020B0503020204020204" pitchFamily="34" charset="-122"/>
                              <a:ea typeface="微软雅黑" panose="020B0503020204020204" pitchFamily="34" charset="-122"/>
                              <a:cs typeface="+mn-cs"/>
                            </a:rPr>
                            <a:t>1</a:t>
                          </a:r>
                          <a:r>
                            <a:rPr lang="zh-CN" altLang="en-US" sz="1400" b="0" kern="1200" spc="150" dirty="0">
                              <a:solidFill>
                                <a:schemeClr val="tx1"/>
                              </a:solidFill>
                              <a:latin typeface="微软雅黑" panose="020B0503020204020204" pitchFamily="34" charset="-122"/>
                              <a:ea typeface="微软雅黑" panose="020B0503020204020204" pitchFamily="34" charset="-122"/>
                              <a:cs typeface="+mn-cs"/>
                            </a:rPr>
                            <a:t>元开支会增加</a:t>
                          </a:r>
                          <a:r>
                            <a:rPr lang="en-US" altLang="zh-CN" sz="1400" b="0" kern="1200" spc="150" dirty="0">
                              <a:solidFill>
                                <a:schemeClr val="tx1"/>
                              </a:solidFill>
                              <a:latin typeface="微软雅黑" panose="020B0503020204020204" pitchFamily="34" charset="-122"/>
                              <a:ea typeface="微软雅黑" panose="020B0503020204020204" pitchFamily="34" charset="-122"/>
                              <a:cs typeface="+mn-cs"/>
                            </a:rPr>
                            <a:t>12</a:t>
                          </a:r>
                          <a:r>
                            <a:rPr lang="zh-CN" altLang="en-US" sz="1400" b="0" kern="1200" spc="150" dirty="0">
                              <a:solidFill>
                                <a:schemeClr val="tx1"/>
                              </a:solidFill>
                              <a:latin typeface="微软雅黑" panose="020B0503020204020204" pitchFamily="34" charset="-122"/>
                              <a:ea typeface="微软雅黑" panose="020B0503020204020204" pitchFamily="34" charset="-122"/>
                              <a:cs typeface="+mn-cs"/>
                            </a:rPr>
                            <a:t>个效用</a:t>
                          </a:r>
                          <a:endParaRPr lang="zh-CN" altLang="zh-CN" sz="1400" b="0" kern="1200" spc="150" dirty="0">
                            <a:solidFill>
                              <a:schemeClr val="tx1"/>
                            </a:solidFill>
                            <a:latin typeface="微软雅黑" panose="020B0503020204020204" pitchFamily="34" charset="-122"/>
                            <a:ea typeface="微软雅黑" panose="020B0503020204020204" pitchFamily="34" charset="-122"/>
                            <a:cs typeface="+mn-cs"/>
                          </a:endParaRPr>
                        </a:p>
                      </a:txBody>
                      <a:tcPr marT="45717" marB="45717"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ctr" defTabSz="457200" rtl="0" eaLnBrk="1" fontAlgn="base" latinLnBrk="0" hangingPunct="1">
                            <a:lnSpc>
                              <a:spcPct val="100000"/>
                            </a:lnSpc>
                            <a:spcBef>
                              <a:spcPct val="0"/>
                            </a:spcBef>
                            <a:spcAft>
                              <a:spcPts val="0"/>
                            </a:spcAft>
                            <a:buClrTx/>
                            <a:buSzTx/>
                            <a:buFontTx/>
                            <a:buNone/>
                            <a:tabLst/>
                          </a:pPr>
                          <a:r>
                            <a:rPr lang="zh-CN" altLang="en-US" sz="1400" b="0" kern="1200" spc="150" dirty="0">
                              <a:solidFill>
                                <a:schemeClr val="tx1"/>
                              </a:solidFill>
                              <a:latin typeface="微软雅黑" panose="020B0503020204020204" pitchFamily="34" charset="-122"/>
                              <a:ea typeface="微软雅黑" panose="020B0503020204020204" pitchFamily="34" charset="-122"/>
                              <a:cs typeface="+mn-cs"/>
                            </a:rPr>
                            <a:t>减少</a:t>
                          </a:r>
                          <a:r>
                            <a:rPr lang="en-US" altLang="zh-CN" sz="1400" b="0" kern="1200" spc="150" dirty="0">
                              <a:solidFill>
                                <a:schemeClr val="tx1"/>
                              </a:solidFill>
                              <a:latin typeface="微软雅黑" panose="020B0503020204020204" pitchFamily="34" charset="-122"/>
                              <a:ea typeface="微软雅黑" panose="020B0503020204020204" pitchFamily="34" charset="-122"/>
                              <a:cs typeface="+mn-cs"/>
                            </a:rPr>
                            <a:t>1</a:t>
                          </a:r>
                          <a:r>
                            <a:rPr lang="zh-CN" altLang="en-US" sz="1400" b="0" kern="1200" spc="150" dirty="0">
                              <a:solidFill>
                                <a:schemeClr val="tx1"/>
                              </a:solidFill>
                              <a:latin typeface="微软雅黑" panose="020B0503020204020204" pitchFamily="34" charset="-122"/>
                              <a:ea typeface="微软雅黑" panose="020B0503020204020204" pitchFamily="34" charset="-122"/>
                              <a:cs typeface="+mn-cs"/>
                            </a:rPr>
                            <a:t>元开支会减少</a:t>
                          </a:r>
                          <a:r>
                            <a:rPr lang="en-US" altLang="zh-CN" sz="1400" b="0" kern="1200" spc="150" dirty="0">
                              <a:solidFill>
                                <a:schemeClr val="tx1"/>
                              </a:solidFill>
                              <a:latin typeface="微软雅黑" panose="020B0503020204020204" pitchFamily="34" charset="-122"/>
                              <a:ea typeface="微软雅黑" panose="020B0503020204020204" pitchFamily="34" charset="-122"/>
                              <a:cs typeface="+mn-cs"/>
                            </a:rPr>
                            <a:t>10</a:t>
                          </a:r>
                          <a:r>
                            <a:rPr lang="zh-CN" altLang="en-US" sz="1400" b="0" kern="1200" spc="150" dirty="0">
                              <a:solidFill>
                                <a:schemeClr val="tx1"/>
                              </a:solidFill>
                              <a:latin typeface="微软雅黑" panose="020B0503020204020204" pitchFamily="34" charset="-122"/>
                              <a:ea typeface="微软雅黑" panose="020B0503020204020204" pitchFamily="34" charset="-122"/>
                              <a:cs typeface="+mn-cs"/>
                            </a:rPr>
                            <a:t>个效用</a:t>
                          </a:r>
                          <a:endParaRPr lang="zh-CN" altLang="zh-CN" sz="1400" b="0" kern="1200" spc="150" dirty="0">
                            <a:solidFill>
                              <a:schemeClr val="tx1"/>
                            </a:solidFill>
                            <a:latin typeface="微软雅黑" panose="020B0503020204020204" pitchFamily="34" charset="-122"/>
                            <a:ea typeface="微软雅黑" panose="020B0503020204020204" pitchFamily="34" charset="-122"/>
                            <a:cs typeface="+mn-cs"/>
                          </a:endParaRPr>
                        </a:p>
                      </a:txBody>
                      <a:tcPr marT="45717" marB="45717" anchor="ctr" horzOverflow="overflow">
                        <a:lnL w="19050" cap="flat" cmpd="sng" algn="ctr">
                          <a:noFill/>
                          <a:prstDash val="solid"/>
                          <a:round/>
                          <a:headEnd type="none" w="med" len="med"/>
                          <a:tailEnd type="none" w="med" len="med"/>
                        </a:lnL>
                        <a:lnR w="12700" cap="flat" cmpd="sng" algn="ctr">
                          <a:solidFill>
                            <a:srgbClr val="C3C9D7"/>
                          </a:solid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64989858"/>
                      </a:ext>
                    </a:extLst>
                  </a:tr>
                  <a:tr h="775234">
                    <a:tc>
                      <a:txBody>
                        <a:bodyPr/>
                        <a:lstStyle/>
                        <a:p>
                          <a:pPr marL="0" marR="0" lvl="1" indent="0" algn="ctr" defTabSz="457200" rtl="0" eaLnBrk="1" fontAlgn="base" latinLnBrk="0" hangingPunct="1">
                            <a:lnSpc>
                              <a:spcPct val="100000"/>
                            </a:lnSpc>
                            <a:spcBef>
                              <a:spcPct val="0"/>
                            </a:spcBef>
                            <a:spcAft>
                              <a:spcPts val="0"/>
                            </a:spcAft>
                            <a:buClrTx/>
                            <a:buSzTx/>
                            <a:buFontTx/>
                            <a:buNone/>
                            <a:tabLst/>
                          </a:pPr>
                          <a:r>
                            <a:rPr lang="en-US" altLang="zh-CN" sz="1400" b="0" kern="1200" spc="150" dirty="0">
                              <a:solidFill>
                                <a:schemeClr val="tx1"/>
                              </a:solidFill>
                              <a:latin typeface="微软雅黑" panose="020B0503020204020204" pitchFamily="34" charset="-122"/>
                              <a:ea typeface="微软雅黑" panose="020B0503020204020204" pitchFamily="34" charset="-122"/>
                              <a:cs typeface="+mn-cs"/>
                            </a:rPr>
                            <a:t>600/60=10</a:t>
                          </a:r>
                        </a:p>
                      </a:txBody>
                      <a:tcPr marT="45717" marB="45717" anchor="ctr" horzOverflow="overflow">
                        <a:lnL w="12700" cap="flat" cmpd="sng" algn="ctr">
                          <a:solidFill>
                            <a:srgbClr val="C3C9D7"/>
                          </a:solidFill>
                          <a:prstDash val="solid"/>
                          <a:round/>
                          <a:headEnd type="none" w="med" len="med"/>
                          <a:tailEnd type="none" w="med" len="med"/>
                        </a:lnL>
                        <a:lnR w="19050" cap="flat" cmpd="sng" algn="ctr">
                          <a:no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ctr" defTabSz="457200" rtl="0" eaLnBrk="1" fontAlgn="base" latinLnBrk="0" hangingPunct="1">
                            <a:lnSpc>
                              <a:spcPct val="100000"/>
                            </a:lnSpc>
                            <a:spcBef>
                              <a:spcPct val="0"/>
                            </a:spcBef>
                            <a:spcAft>
                              <a:spcPts val="0"/>
                            </a:spcAft>
                            <a:buClrTx/>
                            <a:buSzTx/>
                            <a:buFontTx/>
                            <a:buNone/>
                            <a:tabLst/>
                            <a:defRPr/>
                          </a:pPr>
                          <a:r>
                            <a:rPr lang="en-US" altLang="zh-CN" sz="1600" b="1" kern="1200" spc="150" dirty="0">
                              <a:solidFill>
                                <a:schemeClr val="tx1"/>
                              </a:solidFill>
                              <a:latin typeface="微软雅黑" panose="020B0503020204020204" pitchFamily="34" charset="-122"/>
                              <a:ea typeface="微软雅黑" panose="020B0503020204020204" pitchFamily="34" charset="-122"/>
                              <a:cs typeface="+mn-cs"/>
                            </a:rPr>
                            <a:t>=</a:t>
                          </a:r>
                          <a:endParaRPr lang="zh-CN" altLang="zh-CN" sz="1600" b="1" kern="1200" spc="150" dirty="0">
                            <a:solidFill>
                              <a:schemeClr val="tx1"/>
                            </a:solidFill>
                            <a:latin typeface="微软雅黑" panose="020B0503020204020204" pitchFamily="34" charset="-122"/>
                            <a:ea typeface="微软雅黑" panose="020B0503020204020204" pitchFamily="34" charset="-122"/>
                            <a:cs typeface="+mn-cs"/>
                          </a:endParaRPr>
                        </a:p>
                      </a:txBody>
                      <a:tcPr marT="45717" marB="45717"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ctr" defTabSz="457200" rtl="0" eaLnBrk="1" fontAlgn="base" latinLnBrk="0" hangingPunct="1">
                            <a:lnSpc>
                              <a:spcPct val="100000"/>
                            </a:lnSpc>
                            <a:spcBef>
                              <a:spcPct val="0"/>
                            </a:spcBef>
                            <a:spcAft>
                              <a:spcPts val="0"/>
                            </a:spcAft>
                            <a:buClrTx/>
                            <a:buSzTx/>
                            <a:buFontTx/>
                            <a:buNone/>
                            <a:tabLst/>
                          </a:pPr>
                          <a:r>
                            <a:rPr lang="en-US" altLang="zh-CN" sz="1400" b="0" kern="1200" spc="150" dirty="0">
                              <a:solidFill>
                                <a:schemeClr val="tx1"/>
                              </a:solidFill>
                              <a:latin typeface="微软雅黑" panose="020B0503020204020204" pitchFamily="34" charset="-122"/>
                              <a:ea typeface="微软雅黑" panose="020B0503020204020204" pitchFamily="34" charset="-122"/>
                              <a:cs typeface="+mn-cs"/>
                            </a:rPr>
                            <a:t>200/20=10</a:t>
                          </a:r>
                        </a:p>
                      </a:txBody>
                      <a:tcPr marT="45717" marB="45717"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1" indent="0" algn="ctr" defTabSz="457200" rtl="0" eaLnBrk="1" fontAlgn="base" latinLnBrk="0" hangingPunct="1">
                            <a:lnSpc>
                              <a:spcPct val="100000"/>
                            </a:lnSpc>
                            <a:spcBef>
                              <a:spcPct val="0"/>
                            </a:spcBef>
                            <a:spcAft>
                              <a:spcPts val="0"/>
                            </a:spcAft>
                            <a:buClrTx/>
                            <a:buSzTx/>
                            <a:buFontTx/>
                            <a:buNone/>
                            <a:tabLst/>
                          </a:pPr>
                          <a:r>
                            <a:rPr lang="zh-CN" altLang="en-US" sz="1400" b="0" kern="1200" spc="150" dirty="0">
                              <a:solidFill>
                                <a:schemeClr val="tx1"/>
                              </a:solidFill>
                              <a:latin typeface="微软雅黑" panose="020B0503020204020204" pitchFamily="34" charset="-122"/>
                              <a:ea typeface="微软雅黑" panose="020B0503020204020204" pitchFamily="34" charset="-122"/>
                              <a:cs typeface="+mn-cs"/>
                            </a:rPr>
                            <a:t>无论怎样改变消费结构，效用不再增加</a:t>
                          </a:r>
                          <a:endParaRPr lang="zh-CN" altLang="zh-CN" sz="1400" b="0" kern="1200" spc="150" dirty="0">
                            <a:solidFill>
                              <a:schemeClr val="tx1"/>
                            </a:solidFill>
                            <a:latin typeface="微软雅黑" panose="020B0503020204020204" pitchFamily="34" charset="-122"/>
                            <a:ea typeface="微软雅黑" panose="020B0503020204020204" pitchFamily="34" charset="-122"/>
                            <a:cs typeface="+mn-cs"/>
                          </a:endParaRPr>
                        </a:p>
                      </a:txBody>
                      <a:tcPr marT="45717" marB="45717" anchor="ctr" horzOverflow="overflow">
                        <a:lnL w="19050" cap="flat" cmpd="sng" algn="ctr">
                          <a:noFill/>
                          <a:prstDash val="solid"/>
                          <a:round/>
                          <a:headEnd type="none" w="med" len="med"/>
                          <a:tailEnd type="none" w="med" len="med"/>
                        </a:lnL>
                        <a:lnR w="12700" cap="flat" cmpd="sng" algn="ctr">
                          <a:solidFill>
                            <a:srgbClr val="C3C9D7"/>
                          </a:solid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dirty="0">
                            <a:ln>
                              <a:noFill/>
                            </a:ln>
                            <a:solidFill>
                              <a:schemeClr val="tx1"/>
                            </a:solidFill>
                            <a:effectLst/>
                            <a:latin typeface="Times New Roman" pitchFamily="18" charset="0"/>
                            <a:ea typeface="宋体" pitchFamily="2" charset="-122"/>
                          </a:endParaRPr>
                        </a:p>
                      </a:txBody>
                      <a:tcPr marT="45717" marB="45717" anchor="ctr" horzOverflow="overflow">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extLst>
                      <a:ext uri="{0D108BD9-81ED-4DB2-BD59-A6C34878D82A}">
                        <a16:rowId xmlns:a16="http://schemas.microsoft.com/office/drawing/2014/main" val="1282661997"/>
                      </a:ext>
                    </a:extLst>
                  </a:tr>
                </a:tbl>
              </a:graphicData>
            </a:graphic>
          </p:graphicFrame>
        </mc:Choice>
        <mc:Fallback xmlns="">
          <p:graphicFrame>
            <p:nvGraphicFramePr>
              <p:cNvPr id="5" name="表格 4">
                <a:extLst>
                  <a:ext uri="{FF2B5EF4-FFF2-40B4-BE49-F238E27FC236}">
                    <a16:creationId xmlns:a16="http://schemas.microsoft.com/office/drawing/2014/main" id="{613EB433-38FE-42CF-B2EA-6226D0B7A7D1}"/>
                  </a:ext>
                </a:extLst>
              </p:cNvPr>
              <p:cNvGraphicFramePr>
                <a:graphicFrameLocks noGrp="1"/>
              </p:cNvGraphicFramePr>
              <p:nvPr>
                <p:extLst>
                  <p:ext uri="{D42A27DB-BD31-4B8C-83A1-F6EECF244321}">
                    <p14:modId xmlns:p14="http://schemas.microsoft.com/office/powerpoint/2010/main" val="2788403579"/>
                  </p:ext>
                </p:extLst>
              </p:nvPr>
            </p:nvGraphicFramePr>
            <p:xfrm>
              <a:off x="706604" y="1320538"/>
              <a:ext cx="7674860" cy="4178525"/>
            </p:xfrm>
            <a:graphic>
              <a:graphicData uri="http://schemas.openxmlformats.org/drawingml/2006/table">
                <a:tbl>
                  <a:tblPr firstRow="1" bandRow="1">
                    <a:tableStyleId>{5C22544A-7EE6-4342-B048-85BDC9FD1C3A}</a:tableStyleId>
                  </a:tblPr>
                  <a:tblGrid>
                    <a:gridCol w="1305681">
                      <a:extLst>
                        <a:ext uri="{9D8B030D-6E8A-4147-A177-3AD203B41FA5}">
                          <a16:colId xmlns:a16="http://schemas.microsoft.com/office/drawing/2014/main" val="2592657960"/>
                        </a:ext>
                      </a:extLst>
                    </a:gridCol>
                    <a:gridCol w="522273">
                      <a:extLst>
                        <a:ext uri="{9D8B030D-6E8A-4147-A177-3AD203B41FA5}">
                          <a16:colId xmlns:a16="http://schemas.microsoft.com/office/drawing/2014/main" val="744186297"/>
                        </a:ext>
                      </a:extLst>
                    </a:gridCol>
                    <a:gridCol w="1375742">
                      <a:extLst>
                        <a:ext uri="{9D8B030D-6E8A-4147-A177-3AD203B41FA5}">
                          <a16:colId xmlns:a16="http://schemas.microsoft.com/office/drawing/2014/main" val="2984439111"/>
                        </a:ext>
                      </a:extLst>
                    </a:gridCol>
                    <a:gridCol w="2235582">
                      <a:extLst>
                        <a:ext uri="{9D8B030D-6E8A-4147-A177-3AD203B41FA5}">
                          <a16:colId xmlns:a16="http://schemas.microsoft.com/office/drawing/2014/main" val="1213462777"/>
                        </a:ext>
                      </a:extLst>
                    </a:gridCol>
                    <a:gridCol w="2235582">
                      <a:extLst>
                        <a:ext uri="{9D8B030D-6E8A-4147-A177-3AD203B41FA5}">
                          <a16:colId xmlns:a16="http://schemas.microsoft.com/office/drawing/2014/main" val="507207651"/>
                        </a:ext>
                      </a:extLst>
                    </a:gridCol>
                  </a:tblGrid>
                  <a:tr h="1029869">
                    <a:tc rowSpan="2">
                      <a:txBody>
                        <a:bodyPr/>
                        <a:lstStyle/>
                        <a:p>
                          <a:endParaRPr lang="zh-CN"/>
                        </a:p>
                      </a:txBody>
                      <a:tcPr marL="91441" marR="91441" marT="45722" marB="45722" anchor="ctr">
                        <a:lnL w="12700" cap="flat" cmpd="sng" algn="ctr">
                          <a:solidFill>
                            <a:srgbClr val="C3C9D7"/>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lnTlToBr w="12700" cmpd="sng">
                          <a:noFill/>
                          <a:prstDash val="solid"/>
                        </a:lnTlToBr>
                        <a:lnBlToTr w="12700" cmpd="sng">
                          <a:noFill/>
                          <a:prstDash val="solid"/>
                        </a:lnBlToTr>
                        <a:blipFill>
                          <a:blip r:embed="rId3"/>
                          <a:stretch>
                            <a:fillRect l="-467" t="-337" r="-489720" b="-131987"/>
                          </a:stretch>
                        </a:blipFill>
                      </a:tcPr>
                    </a:tc>
                    <a:tc rowSpan="2">
                      <a:txBody>
                        <a:bodyPr/>
                        <a:lstStyle/>
                        <a:p>
                          <a:pPr marL="0" lvl="1" indent="0" algn="ctr" defTabSz="457200" rtl="0" eaLnBrk="1" fontAlgn="base" latinLnBrk="0" hangingPunct="1">
                            <a:lnSpc>
                              <a:spcPct val="100000"/>
                            </a:lnSpc>
                            <a:spcBef>
                              <a:spcPct val="0"/>
                            </a:spcBef>
                            <a:spcAft>
                              <a:spcPts val="0"/>
                            </a:spcAft>
                            <a:buFontTx/>
                            <a:buNone/>
                          </a:pPr>
                          <a:endParaRPr lang="en-US" altLang="zh-CN" sz="1600" b="0" kern="1200" spc="150" dirty="0">
                            <a:solidFill>
                              <a:schemeClr val="tx1"/>
                            </a:solidFill>
                            <a:latin typeface="微软雅黑" panose="020B0503020204020204" pitchFamily="34" charset="-122"/>
                            <a:ea typeface="微软雅黑" panose="020B0503020204020204" pitchFamily="34" charset="-122"/>
                            <a:cs typeface="+mn-cs"/>
                          </a:endParaRPr>
                        </a:p>
                      </a:txBody>
                      <a:tcPr marL="91441" marR="91441" marT="45722" marB="4572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endParaRPr lang="zh-CN"/>
                        </a:p>
                      </a:txBody>
                      <a:tcPr marL="91441" marR="91441" marT="45722" marB="4572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lnTlToBr w="12700" cmpd="sng">
                          <a:noFill/>
                          <a:prstDash val="solid"/>
                        </a:lnTlToBr>
                        <a:lnBlToTr w="12700" cmpd="sng">
                          <a:noFill/>
                          <a:prstDash val="solid"/>
                        </a:lnBlToTr>
                        <a:blipFill>
                          <a:blip r:embed="rId3"/>
                          <a:stretch>
                            <a:fillRect l="-133186" t="-337" r="-325664" b="-131987"/>
                          </a:stretch>
                        </a:blipFill>
                      </a:tcPr>
                    </a:tc>
                    <a:tc gridSpan="2">
                      <a:txBody>
                        <a:bodyPr/>
                        <a:lstStyle/>
                        <a:p>
                          <a:pPr marL="0" marR="0" lvl="1" indent="0" algn="ctr" defTabSz="457200" rtl="0" eaLnBrk="1" fontAlgn="base" latinLnBrk="0" hangingPunct="1">
                            <a:lnSpc>
                              <a:spcPct val="100000"/>
                            </a:lnSpc>
                            <a:spcBef>
                              <a:spcPct val="0"/>
                            </a:spcBef>
                            <a:spcAft>
                              <a:spcPts val="0"/>
                            </a:spcAft>
                            <a:buClrTx/>
                            <a:buSzTx/>
                            <a:buFontTx/>
                            <a:buNone/>
                            <a:tabLst/>
                          </a:pPr>
                          <a:r>
                            <a:rPr lang="zh-CN" altLang="en-US" sz="1600" b="0" kern="1200" spc="150" dirty="0">
                              <a:solidFill>
                                <a:schemeClr val="tx1"/>
                              </a:solidFill>
                              <a:latin typeface="微软雅黑" panose="020B0503020204020204" pitchFamily="34" charset="-122"/>
                              <a:ea typeface="微软雅黑" panose="020B0503020204020204" pitchFamily="34" charset="-122"/>
                              <a:cs typeface="+mn-cs"/>
                            </a:rPr>
                            <a:t>效用还可以增加吗？</a:t>
                          </a:r>
                          <a:endParaRPr lang="en-US" altLang="zh-CN" sz="1600" b="0" kern="1200" spc="150" dirty="0">
                            <a:solidFill>
                              <a:schemeClr val="tx1"/>
                            </a:solidFill>
                            <a:latin typeface="微软雅黑" panose="020B0503020204020204" pitchFamily="34" charset="-122"/>
                            <a:ea typeface="微软雅黑" panose="020B0503020204020204" pitchFamily="34" charset="-122"/>
                            <a:cs typeface="+mn-cs"/>
                          </a:endParaRPr>
                        </a:p>
                      </a:txBody>
                      <a:tcPr marT="45717" marB="45717" anchor="ctr" horzOverflow="overflow">
                        <a:lnL w="12700" cap="flat" cmpd="sng" algn="ctr">
                          <a:noFill/>
                          <a:prstDash val="solid"/>
                          <a:round/>
                          <a:headEnd type="none" w="med" len="med"/>
                          <a:tailEnd type="none" w="med" len="med"/>
                        </a:lnL>
                        <a:lnR w="12700" cap="flat" cmpd="sng" algn="ctr">
                          <a:solidFill>
                            <a:srgbClr val="C3C9D7"/>
                          </a:solid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CN" altLang="en-US"/>
                        </a:p>
                      </a:txBody>
                      <a:tcPr>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extLst>
                      <a:ext uri="{0D108BD9-81ED-4DB2-BD59-A6C34878D82A}">
                        <a16:rowId xmlns:a16="http://schemas.microsoft.com/office/drawing/2014/main" val="2840735466"/>
                      </a:ext>
                    </a:extLst>
                  </a:tr>
                  <a:tr h="775234">
                    <a:tc vMerge="1">
                      <a:txBody>
                        <a:bodyPr/>
                        <a:lstStyle/>
                        <a:p>
                          <a:pPr marL="0" marR="0" lvl="1" indent="0" algn="ctr" defTabSz="457200" rtl="0" eaLnBrk="1" fontAlgn="base" latinLnBrk="0" hangingPunct="1">
                            <a:lnSpc>
                              <a:spcPct val="100000"/>
                            </a:lnSpc>
                            <a:spcBef>
                              <a:spcPct val="0"/>
                            </a:spcBef>
                            <a:spcAft>
                              <a:spcPts val="0"/>
                            </a:spcAft>
                            <a:buClrTx/>
                            <a:buSzTx/>
                            <a:buFontTx/>
                            <a:buNone/>
                            <a:tabLst/>
                          </a:pPr>
                          <a:endParaRPr lang="en-US" altLang="zh-CN" sz="1400" b="0" kern="1200" spc="150" baseline="-25000" dirty="0">
                            <a:solidFill>
                              <a:schemeClr val="tx1"/>
                            </a:solidFill>
                            <a:latin typeface="微软雅黑" panose="020B0503020204020204" pitchFamily="34" charset="-122"/>
                            <a:ea typeface="微软雅黑" panose="020B0503020204020204" pitchFamily="34" charset="-122"/>
                            <a:cs typeface="+mn-cs"/>
                          </a:endParaRPr>
                        </a:p>
                      </a:txBody>
                      <a:tcPr marT="45717" marB="45717" anchor="ctr" horzOverflow="overflow">
                        <a:lnL w="12700" cap="flat" cmpd="sng" algn="ctr">
                          <a:solidFill>
                            <a:srgbClr val="C3C9D7"/>
                          </a:solidFill>
                          <a:prstDash val="solid"/>
                          <a:round/>
                          <a:headEnd type="none" w="med" len="med"/>
                          <a:tailEnd type="none" w="med" len="med"/>
                        </a:lnL>
                        <a:lnR w="19050" cap="flat" cmpd="sng" algn="ctr">
                          <a:no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1" indent="0" algn="ctr" defTabSz="457200" rtl="0" eaLnBrk="1" fontAlgn="base" latinLnBrk="0" hangingPunct="1">
                            <a:lnSpc>
                              <a:spcPct val="100000"/>
                            </a:lnSpc>
                            <a:spcBef>
                              <a:spcPct val="0"/>
                            </a:spcBef>
                            <a:spcAft>
                              <a:spcPts val="0"/>
                            </a:spcAft>
                            <a:buClrTx/>
                            <a:buSzTx/>
                            <a:buFontTx/>
                            <a:buNone/>
                            <a:tabLst/>
                          </a:pPr>
                          <a:endParaRPr lang="zh-CN" altLang="zh-CN" sz="1600" b="1" kern="1200" spc="150" dirty="0">
                            <a:solidFill>
                              <a:schemeClr val="tx1"/>
                            </a:solidFill>
                            <a:latin typeface="微软雅黑" panose="020B0503020204020204" pitchFamily="34" charset="-122"/>
                            <a:ea typeface="微软雅黑" panose="020B0503020204020204" pitchFamily="34" charset="-122"/>
                            <a:cs typeface="+mn-cs"/>
                          </a:endParaRPr>
                        </a:p>
                      </a:txBody>
                      <a:tcPr marT="45717" marB="45717"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1" indent="0" algn="ctr" defTabSz="457200" rtl="0" eaLnBrk="1" fontAlgn="base" latinLnBrk="0" hangingPunct="1">
                            <a:lnSpc>
                              <a:spcPct val="100000"/>
                            </a:lnSpc>
                            <a:spcBef>
                              <a:spcPct val="0"/>
                            </a:spcBef>
                            <a:spcAft>
                              <a:spcPts val="0"/>
                            </a:spcAft>
                            <a:buClrTx/>
                            <a:buSzTx/>
                            <a:buFontTx/>
                            <a:buNone/>
                            <a:tabLst/>
                          </a:pPr>
                          <a:endParaRPr lang="en-US" altLang="zh-CN" sz="1400" b="0" kern="1200" spc="150" baseline="-25000" dirty="0">
                            <a:solidFill>
                              <a:schemeClr val="tx1"/>
                            </a:solidFill>
                            <a:latin typeface="微软雅黑" panose="020B0503020204020204" pitchFamily="34" charset="-122"/>
                            <a:ea typeface="微软雅黑" panose="020B0503020204020204" pitchFamily="34" charset="-122"/>
                            <a:cs typeface="+mn-cs"/>
                          </a:endParaRPr>
                        </a:p>
                      </a:txBody>
                      <a:tcPr marT="45717" marB="45717"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ctr" defTabSz="457200" rtl="0" eaLnBrk="1" fontAlgn="base" latinLnBrk="0" hangingPunct="1">
                            <a:lnSpc>
                              <a:spcPct val="100000"/>
                            </a:lnSpc>
                            <a:spcBef>
                              <a:spcPct val="0"/>
                            </a:spcBef>
                            <a:spcAft>
                              <a:spcPts val="0"/>
                            </a:spcAft>
                            <a:buClrTx/>
                            <a:buSzTx/>
                            <a:buFontTx/>
                            <a:buNone/>
                            <a:tabLst/>
                          </a:pPr>
                          <a:r>
                            <a:rPr lang="zh-CN" altLang="en-US" sz="1400" b="0" kern="1200" spc="150" dirty="0">
                              <a:solidFill>
                                <a:schemeClr val="tx1"/>
                              </a:solidFill>
                              <a:latin typeface="微软雅黑" panose="020B0503020204020204" pitchFamily="34" charset="-122"/>
                              <a:ea typeface="微软雅黑" panose="020B0503020204020204" pitchFamily="34" charset="-122"/>
                              <a:cs typeface="+mn-cs"/>
                            </a:rPr>
                            <a:t>花在</a:t>
                          </a:r>
                          <a:r>
                            <a:rPr lang="en-US" altLang="zh-CN" sz="1400" b="0" kern="1200" spc="150" dirty="0">
                              <a:solidFill>
                                <a:schemeClr val="tx1"/>
                              </a:solidFill>
                              <a:latin typeface="微软雅黑" panose="020B0503020204020204" pitchFamily="34" charset="-122"/>
                              <a:ea typeface="微软雅黑" panose="020B0503020204020204" pitchFamily="34" charset="-122"/>
                              <a:cs typeface="+mn-cs"/>
                            </a:rPr>
                            <a:t>CD</a:t>
                          </a:r>
                          <a:r>
                            <a:rPr lang="zh-CN" altLang="en-US" sz="1400" b="0" kern="1200" spc="150" dirty="0">
                              <a:solidFill>
                                <a:schemeClr val="tx1"/>
                              </a:solidFill>
                              <a:latin typeface="微软雅黑" panose="020B0503020204020204" pitchFamily="34" charset="-122"/>
                              <a:ea typeface="微软雅黑" panose="020B0503020204020204" pitchFamily="34" charset="-122"/>
                              <a:cs typeface="+mn-cs"/>
                            </a:rPr>
                            <a:t>上的现金</a:t>
                          </a:r>
                          <a:endParaRPr lang="en-US" altLang="zh-CN" sz="1400" b="0" kern="1200" spc="150" dirty="0">
                            <a:solidFill>
                              <a:schemeClr val="tx1"/>
                            </a:solidFill>
                            <a:latin typeface="微软雅黑" panose="020B0503020204020204" pitchFamily="34" charset="-122"/>
                            <a:ea typeface="微软雅黑" panose="020B0503020204020204" pitchFamily="34" charset="-122"/>
                            <a:cs typeface="+mn-cs"/>
                          </a:endParaRPr>
                        </a:p>
                      </a:txBody>
                      <a:tcPr marT="45717" marB="45717"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ctr" defTabSz="457200" rtl="0" eaLnBrk="1" fontAlgn="base" latinLnBrk="0" hangingPunct="1">
                            <a:lnSpc>
                              <a:spcPct val="100000"/>
                            </a:lnSpc>
                            <a:spcBef>
                              <a:spcPct val="0"/>
                            </a:spcBef>
                            <a:spcAft>
                              <a:spcPts val="0"/>
                            </a:spcAft>
                            <a:buClrTx/>
                            <a:buSzTx/>
                            <a:buFontTx/>
                            <a:buNone/>
                            <a:tabLst/>
                          </a:pPr>
                          <a:r>
                            <a:rPr lang="zh-CN" altLang="en-US" sz="1400" b="0" kern="1200" spc="150" dirty="0">
                              <a:solidFill>
                                <a:schemeClr val="tx1"/>
                              </a:solidFill>
                              <a:latin typeface="微软雅黑" panose="020B0503020204020204" pitchFamily="34" charset="-122"/>
                              <a:ea typeface="微软雅黑" panose="020B0503020204020204" pitchFamily="34" charset="-122"/>
                              <a:cs typeface="+mn-cs"/>
                            </a:rPr>
                            <a:t>花在美食上的现金</a:t>
                          </a:r>
                          <a:endParaRPr lang="en-US" altLang="zh-CN" sz="1400" b="0" kern="1200" spc="150" dirty="0">
                            <a:solidFill>
                              <a:schemeClr val="tx1"/>
                            </a:solidFill>
                            <a:latin typeface="微软雅黑" panose="020B0503020204020204" pitchFamily="34" charset="-122"/>
                            <a:ea typeface="微软雅黑" panose="020B0503020204020204" pitchFamily="34" charset="-122"/>
                            <a:cs typeface="+mn-cs"/>
                          </a:endParaRPr>
                        </a:p>
                      </a:txBody>
                      <a:tcPr marT="45717" marB="45717" anchor="ctr" horzOverflow="overflow">
                        <a:lnL w="19050" cap="flat" cmpd="sng" algn="ctr">
                          <a:noFill/>
                          <a:prstDash val="solid"/>
                          <a:round/>
                          <a:headEnd type="none" w="med" len="med"/>
                          <a:tailEnd type="none" w="med" len="med"/>
                        </a:lnL>
                        <a:lnR w="12700" cap="flat" cmpd="sng" algn="ctr">
                          <a:solidFill>
                            <a:srgbClr val="C3C9D7"/>
                          </a:solid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93715606"/>
                      </a:ext>
                    </a:extLst>
                  </a:tr>
                  <a:tr h="775234">
                    <a:tc>
                      <a:txBody>
                        <a:bodyPr/>
                        <a:lstStyle/>
                        <a:p>
                          <a:pPr marL="0" lvl="1" indent="0" algn="ctr" defTabSz="457200" rtl="0" eaLnBrk="1" fontAlgn="base" latinLnBrk="0" hangingPunct="1">
                            <a:lnSpc>
                              <a:spcPct val="100000"/>
                            </a:lnSpc>
                            <a:spcBef>
                              <a:spcPct val="0"/>
                            </a:spcBef>
                            <a:spcAft>
                              <a:spcPts val="0"/>
                            </a:spcAft>
                            <a:buFontTx/>
                            <a:buNone/>
                          </a:pPr>
                          <a:r>
                            <a:rPr lang="en-US" altLang="zh-CN" sz="1400" b="0" kern="1200" spc="150" dirty="0">
                              <a:solidFill>
                                <a:schemeClr val="tx1"/>
                              </a:solidFill>
                              <a:latin typeface="微软雅黑" panose="020B0503020204020204" pitchFamily="34" charset="-122"/>
                              <a:ea typeface="微软雅黑" panose="020B0503020204020204" pitchFamily="34" charset="-122"/>
                              <a:cs typeface="+mn-cs"/>
                            </a:rPr>
                            <a:t>360/60=6</a:t>
                          </a:r>
                        </a:p>
                      </a:txBody>
                      <a:tcPr anchor="ctr">
                        <a:lnL w="12700" cap="flat" cmpd="sng" algn="ctr">
                          <a:solidFill>
                            <a:srgbClr val="C3C9D7"/>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ctr" defTabSz="457200" rtl="0" eaLnBrk="1" fontAlgn="base" latinLnBrk="0" hangingPunct="1">
                            <a:lnSpc>
                              <a:spcPct val="100000"/>
                            </a:lnSpc>
                            <a:spcBef>
                              <a:spcPct val="0"/>
                            </a:spcBef>
                            <a:spcAft>
                              <a:spcPts val="0"/>
                            </a:spcAft>
                            <a:buClrTx/>
                            <a:buSzTx/>
                            <a:buFontTx/>
                            <a:buNone/>
                            <a:tabLst/>
                          </a:pPr>
                          <a:r>
                            <a:rPr lang="en-US" altLang="zh-CN" sz="1600" b="1" kern="1200" spc="150" dirty="0">
                              <a:solidFill>
                                <a:schemeClr val="tx1"/>
                              </a:solidFill>
                              <a:latin typeface="微软雅黑" panose="020B0503020204020204" pitchFamily="34" charset="-122"/>
                              <a:ea typeface="微软雅黑" panose="020B0503020204020204" pitchFamily="34" charset="-122"/>
                              <a:cs typeface="+mn-cs"/>
                            </a:rPr>
                            <a:t>&lt;</a:t>
                          </a:r>
                          <a:endParaRPr lang="zh-CN" altLang="zh-CN" sz="1600" b="1" kern="1200" spc="150" dirty="0">
                            <a:solidFill>
                              <a:schemeClr val="tx1"/>
                            </a:solidFill>
                            <a:latin typeface="微软雅黑" panose="020B0503020204020204" pitchFamily="34" charset="-122"/>
                            <a:ea typeface="微软雅黑" panose="020B0503020204020204" pitchFamily="34" charset="-122"/>
                            <a:cs typeface="+mn-cs"/>
                          </a:endParaRPr>
                        </a:p>
                      </a:txBody>
                      <a:tcPr marT="45717" marB="45717"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ctr" defTabSz="457200" rtl="0" eaLnBrk="1" fontAlgn="base" latinLnBrk="0" hangingPunct="1">
                            <a:lnSpc>
                              <a:spcPct val="100000"/>
                            </a:lnSpc>
                            <a:spcBef>
                              <a:spcPct val="0"/>
                            </a:spcBef>
                            <a:spcAft>
                              <a:spcPts val="0"/>
                            </a:spcAft>
                            <a:buClrTx/>
                            <a:buSzTx/>
                            <a:buFontTx/>
                            <a:buNone/>
                            <a:tabLst/>
                            <a:defRPr/>
                          </a:pPr>
                          <a:r>
                            <a:rPr kumimoji="1" lang="en-US" altLang="zh-CN"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200/20=10</a:t>
                          </a:r>
                        </a:p>
                      </a:txBody>
                      <a:tcPr anchor="ctr">
                        <a:lnL w="1270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ctr" defTabSz="457200" rtl="0" eaLnBrk="1" fontAlgn="base" latinLnBrk="0" hangingPunct="1">
                            <a:lnSpc>
                              <a:spcPct val="100000"/>
                            </a:lnSpc>
                            <a:spcBef>
                              <a:spcPct val="0"/>
                            </a:spcBef>
                            <a:spcAft>
                              <a:spcPts val="0"/>
                            </a:spcAft>
                            <a:buClrTx/>
                            <a:buSzTx/>
                            <a:buFontTx/>
                            <a:buNone/>
                            <a:tabLst/>
                          </a:pPr>
                          <a:r>
                            <a:rPr lang="zh-CN" altLang="en-US" sz="1400" b="0" kern="1200" spc="150" dirty="0">
                              <a:solidFill>
                                <a:schemeClr val="tx1"/>
                              </a:solidFill>
                              <a:latin typeface="微软雅黑" panose="020B0503020204020204" pitchFamily="34" charset="-122"/>
                              <a:ea typeface="微软雅黑" panose="020B0503020204020204" pitchFamily="34" charset="-122"/>
                              <a:cs typeface="+mn-cs"/>
                            </a:rPr>
                            <a:t>减少</a:t>
                          </a:r>
                          <a:r>
                            <a:rPr lang="en-US" altLang="zh-CN" sz="1400" b="0" kern="1200" spc="150" dirty="0">
                              <a:solidFill>
                                <a:schemeClr val="tx1"/>
                              </a:solidFill>
                              <a:latin typeface="微软雅黑" panose="020B0503020204020204" pitchFamily="34" charset="-122"/>
                              <a:ea typeface="微软雅黑" panose="020B0503020204020204" pitchFamily="34" charset="-122"/>
                              <a:cs typeface="+mn-cs"/>
                            </a:rPr>
                            <a:t>1</a:t>
                          </a:r>
                          <a:r>
                            <a:rPr lang="zh-CN" altLang="en-US" sz="1400" b="0" kern="1200" spc="150" dirty="0">
                              <a:solidFill>
                                <a:schemeClr val="tx1"/>
                              </a:solidFill>
                              <a:latin typeface="微软雅黑" panose="020B0503020204020204" pitchFamily="34" charset="-122"/>
                              <a:ea typeface="微软雅黑" panose="020B0503020204020204" pitchFamily="34" charset="-122"/>
                              <a:cs typeface="+mn-cs"/>
                            </a:rPr>
                            <a:t>元开支会减少</a:t>
                          </a:r>
                          <a:r>
                            <a:rPr lang="en-US" altLang="zh-CN" sz="1400" b="0" kern="1200" spc="150" dirty="0">
                              <a:solidFill>
                                <a:schemeClr val="tx1"/>
                              </a:solidFill>
                              <a:latin typeface="微软雅黑" panose="020B0503020204020204" pitchFamily="34" charset="-122"/>
                              <a:ea typeface="微软雅黑" panose="020B0503020204020204" pitchFamily="34" charset="-122"/>
                              <a:cs typeface="+mn-cs"/>
                            </a:rPr>
                            <a:t>6</a:t>
                          </a:r>
                          <a:r>
                            <a:rPr lang="zh-CN" altLang="en-US" sz="1400" b="0" kern="1200" spc="150" dirty="0">
                              <a:solidFill>
                                <a:schemeClr val="tx1"/>
                              </a:solidFill>
                              <a:latin typeface="微软雅黑" panose="020B0503020204020204" pitchFamily="34" charset="-122"/>
                              <a:ea typeface="微软雅黑" panose="020B0503020204020204" pitchFamily="34" charset="-122"/>
                              <a:cs typeface="+mn-cs"/>
                            </a:rPr>
                            <a:t>个效用</a:t>
                          </a:r>
                          <a:endParaRPr lang="zh-CN" altLang="zh-CN" sz="1400" b="0" kern="1200" spc="150" dirty="0">
                            <a:solidFill>
                              <a:schemeClr val="tx1"/>
                            </a:solidFill>
                            <a:latin typeface="微软雅黑" panose="020B0503020204020204" pitchFamily="34" charset="-122"/>
                            <a:ea typeface="微软雅黑" panose="020B0503020204020204" pitchFamily="34" charset="-122"/>
                            <a:cs typeface="+mn-cs"/>
                          </a:endParaRPr>
                        </a:p>
                      </a:txBody>
                      <a:tcPr marT="45717" marB="45717"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ctr" defTabSz="457200" rtl="0" eaLnBrk="1" fontAlgn="base" latinLnBrk="0" hangingPunct="1">
                            <a:lnSpc>
                              <a:spcPct val="100000"/>
                            </a:lnSpc>
                            <a:spcBef>
                              <a:spcPct val="0"/>
                            </a:spcBef>
                            <a:spcAft>
                              <a:spcPts val="0"/>
                            </a:spcAft>
                            <a:buClrTx/>
                            <a:buSzTx/>
                            <a:buFontTx/>
                            <a:buNone/>
                            <a:tabLst/>
                          </a:pPr>
                          <a:r>
                            <a:rPr lang="zh-CN" altLang="en-US" sz="1400" b="0" kern="1200" spc="150" dirty="0">
                              <a:solidFill>
                                <a:schemeClr val="tx1"/>
                              </a:solidFill>
                              <a:latin typeface="微软雅黑" panose="020B0503020204020204" pitchFamily="34" charset="-122"/>
                              <a:ea typeface="微软雅黑" panose="020B0503020204020204" pitchFamily="34" charset="-122"/>
                              <a:cs typeface="+mn-cs"/>
                            </a:rPr>
                            <a:t>增加</a:t>
                          </a:r>
                          <a:r>
                            <a:rPr lang="en-US" altLang="zh-CN" sz="1400" b="0" kern="1200" spc="150" dirty="0">
                              <a:solidFill>
                                <a:schemeClr val="tx1"/>
                              </a:solidFill>
                              <a:latin typeface="微软雅黑" panose="020B0503020204020204" pitchFamily="34" charset="-122"/>
                              <a:ea typeface="微软雅黑" panose="020B0503020204020204" pitchFamily="34" charset="-122"/>
                              <a:cs typeface="+mn-cs"/>
                            </a:rPr>
                            <a:t>1</a:t>
                          </a:r>
                          <a:r>
                            <a:rPr lang="zh-CN" altLang="en-US" sz="1400" b="0" kern="1200" spc="150" dirty="0">
                              <a:solidFill>
                                <a:schemeClr val="tx1"/>
                              </a:solidFill>
                              <a:latin typeface="微软雅黑" panose="020B0503020204020204" pitchFamily="34" charset="-122"/>
                              <a:ea typeface="微软雅黑" panose="020B0503020204020204" pitchFamily="34" charset="-122"/>
                              <a:cs typeface="+mn-cs"/>
                            </a:rPr>
                            <a:t>元开支会增加</a:t>
                          </a:r>
                          <a:r>
                            <a:rPr lang="en-US" altLang="zh-CN" sz="1400" b="0" kern="1200" spc="150" dirty="0">
                              <a:solidFill>
                                <a:schemeClr val="tx1"/>
                              </a:solidFill>
                              <a:latin typeface="微软雅黑" panose="020B0503020204020204" pitchFamily="34" charset="-122"/>
                              <a:ea typeface="微软雅黑" panose="020B0503020204020204" pitchFamily="34" charset="-122"/>
                              <a:cs typeface="+mn-cs"/>
                            </a:rPr>
                            <a:t>10</a:t>
                          </a:r>
                          <a:r>
                            <a:rPr lang="zh-CN" altLang="en-US" sz="1400" b="0" kern="1200" spc="150" dirty="0">
                              <a:solidFill>
                                <a:schemeClr val="tx1"/>
                              </a:solidFill>
                              <a:latin typeface="微软雅黑" panose="020B0503020204020204" pitchFamily="34" charset="-122"/>
                              <a:ea typeface="微软雅黑" panose="020B0503020204020204" pitchFamily="34" charset="-122"/>
                              <a:cs typeface="+mn-cs"/>
                            </a:rPr>
                            <a:t>个效用</a:t>
                          </a:r>
                          <a:endParaRPr lang="zh-CN" altLang="zh-CN" sz="1400" b="0" kern="1200" spc="150" dirty="0">
                            <a:solidFill>
                              <a:schemeClr val="tx1"/>
                            </a:solidFill>
                            <a:latin typeface="微软雅黑" panose="020B0503020204020204" pitchFamily="34" charset="-122"/>
                            <a:ea typeface="微软雅黑" panose="020B0503020204020204" pitchFamily="34" charset="-122"/>
                            <a:cs typeface="+mn-cs"/>
                          </a:endParaRPr>
                        </a:p>
                      </a:txBody>
                      <a:tcPr marT="45717" marB="45717" anchor="ctr" horzOverflow="overflow">
                        <a:lnL w="19050" cap="flat" cmpd="sng" algn="ctr">
                          <a:noFill/>
                          <a:prstDash val="solid"/>
                          <a:round/>
                          <a:headEnd type="none" w="med" len="med"/>
                          <a:tailEnd type="none" w="med" len="med"/>
                        </a:lnL>
                        <a:lnR w="12700" cap="flat" cmpd="sng" algn="ctr">
                          <a:solidFill>
                            <a:srgbClr val="C3C9D7"/>
                          </a:solid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0288918"/>
                      </a:ext>
                    </a:extLst>
                  </a:tr>
                  <a:tr h="822954">
                    <a:tc>
                      <a:txBody>
                        <a:bodyPr/>
                        <a:lstStyle/>
                        <a:p>
                          <a:pPr marL="0" marR="0" lvl="1" indent="0" algn="ctr" defTabSz="457200" rtl="0" eaLnBrk="1" fontAlgn="base" latinLnBrk="0" hangingPunct="1">
                            <a:lnSpc>
                              <a:spcPct val="100000"/>
                            </a:lnSpc>
                            <a:spcBef>
                              <a:spcPct val="0"/>
                            </a:spcBef>
                            <a:spcAft>
                              <a:spcPts val="0"/>
                            </a:spcAft>
                            <a:buClrTx/>
                            <a:buSzTx/>
                            <a:buFontTx/>
                            <a:buNone/>
                            <a:tabLst/>
                          </a:pPr>
                          <a:r>
                            <a:rPr lang="en-US" altLang="zh-CN" sz="1400" b="0" kern="1200" spc="150" dirty="0">
                              <a:solidFill>
                                <a:schemeClr val="tx1"/>
                              </a:solidFill>
                              <a:latin typeface="微软雅黑" panose="020B0503020204020204" pitchFamily="34" charset="-122"/>
                              <a:ea typeface="微软雅黑" panose="020B0503020204020204" pitchFamily="34" charset="-122"/>
                              <a:cs typeface="+mn-cs"/>
                            </a:rPr>
                            <a:t>720/60=12</a:t>
                          </a:r>
                        </a:p>
                      </a:txBody>
                      <a:tcPr marT="45717" marB="45717" anchor="ctr" horzOverflow="overflow">
                        <a:lnL w="12700" cap="flat" cmpd="sng" algn="ctr">
                          <a:solidFill>
                            <a:srgbClr val="C3C9D7"/>
                          </a:solidFill>
                          <a:prstDash val="solid"/>
                          <a:round/>
                          <a:headEnd type="none" w="med" len="med"/>
                          <a:tailEnd type="none" w="med" len="med"/>
                        </a:lnL>
                        <a:lnR w="19050" cap="flat" cmpd="sng" algn="ctr">
                          <a:no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ctr" defTabSz="457200" rtl="0" eaLnBrk="1" fontAlgn="base" latinLnBrk="0" hangingPunct="1">
                            <a:lnSpc>
                              <a:spcPct val="100000"/>
                            </a:lnSpc>
                            <a:spcBef>
                              <a:spcPct val="0"/>
                            </a:spcBef>
                            <a:spcAft>
                              <a:spcPts val="0"/>
                            </a:spcAft>
                            <a:buClrTx/>
                            <a:buSzTx/>
                            <a:buFontTx/>
                            <a:buNone/>
                            <a:tabLst/>
                            <a:defRPr/>
                          </a:pPr>
                          <a:endParaRPr lang="en-US" altLang="zh-CN" sz="1600" b="1" kern="1200" spc="150" dirty="0">
                            <a:solidFill>
                              <a:schemeClr val="tx1"/>
                            </a:solidFill>
                            <a:latin typeface="微软雅黑" panose="020B0503020204020204" pitchFamily="34" charset="-122"/>
                            <a:ea typeface="微软雅黑" panose="020B0503020204020204" pitchFamily="34" charset="-122"/>
                            <a:cs typeface="+mn-cs"/>
                          </a:endParaRPr>
                        </a:p>
                        <a:p>
                          <a:pPr marL="0" marR="0" lvl="1" indent="0" algn="ctr" defTabSz="457200" rtl="0" eaLnBrk="1" fontAlgn="base" latinLnBrk="0" hangingPunct="1">
                            <a:lnSpc>
                              <a:spcPct val="100000"/>
                            </a:lnSpc>
                            <a:spcBef>
                              <a:spcPct val="0"/>
                            </a:spcBef>
                            <a:spcAft>
                              <a:spcPts val="0"/>
                            </a:spcAft>
                            <a:buClrTx/>
                            <a:buSzTx/>
                            <a:buFontTx/>
                            <a:buNone/>
                            <a:tabLst/>
                            <a:defRPr/>
                          </a:pPr>
                          <a:r>
                            <a:rPr lang="en-US" altLang="zh-CN" sz="1600" b="1" kern="1200" spc="150" dirty="0">
                              <a:solidFill>
                                <a:schemeClr val="tx1"/>
                              </a:solidFill>
                              <a:latin typeface="微软雅黑" panose="020B0503020204020204" pitchFamily="34" charset="-122"/>
                              <a:ea typeface="微软雅黑" panose="020B0503020204020204" pitchFamily="34" charset="-122"/>
                              <a:cs typeface="+mn-cs"/>
                            </a:rPr>
                            <a:t>&gt;</a:t>
                          </a:r>
                          <a:endParaRPr lang="zh-CN" altLang="zh-CN" sz="1600" b="1" kern="1200" spc="150" dirty="0">
                            <a:solidFill>
                              <a:schemeClr val="tx1"/>
                            </a:solidFill>
                            <a:latin typeface="微软雅黑" panose="020B0503020204020204" pitchFamily="34" charset="-122"/>
                            <a:ea typeface="微软雅黑" panose="020B0503020204020204" pitchFamily="34" charset="-122"/>
                            <a:cs typeface="+mn-cs"/>
                          </a:endParaRPr>
                        </a:p>
                        <a:p>
                          <a:pPr marL="0" marR="0" lvl="1" indent="0" algn="ctr" defTabSz="457200" rtl="0" eaLnBrk="1" fontAlgn="base" latinLnBrk="0" hangingPunct="1">
                            <a:lnSpc>
                              <a:spcPct val="100000"/>
                            </a:lnSpc>
                            <a:spcBef>
                              <a:spcPct val="0"/>
                            </a:spcBef>
                            <a:spcAft>
                              <a:spcPts val="0"/>
                            </a:spcAft>
                            <a:buClrTx/>
                            <a:buSzTx/>
                            <a:buFontTx/>
                            <a:buNone/>
                            <a:tabLst/>
                            <a:defRPr/>
                          </a:pPr>
                          <a:endParaRPr lang="zh-CN" altLang="zh-CN" sz="1600" b="1" kern="1200" spc="150" dirty="0">
                            <a:solidFill>
                              <a:schemeClr val="tx1"/>
                            </a:solidFill>
                            <a:latin typeface="微软雅黑" panose="020B0503020204020204" pitchFamily="34" charset="-122"/>
                            <a:ea typeface="微软雅黑" panose="020B0503020204020204" pitchFamily="34" charset="-122"/>
                            <a:cs typeface="+mn-cs"/>
                          </a:endParaRPr>
                        </a:p>
                      </a:txBody>
                      <a:tcPr marT="45717" marB="45717"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ctr" defTabSz="457200" rtl="0" eaLnBrk="1" fontAlgn="base" latinLnBrk="0" hangingPunct="1">
                            <a:lnSpc>
                              <a:spcPct val="100000"/>
                            </a:lnSpc>
                            <a:spcBef>
                              <a:spcPct val="0"/>
                            </a:spcBef>
                            <a:spcAft>
                              <a:spcPts val="0"/>
                            </a:spcAft>
                            <a:buClrTx/>
                            <a:buSzTx/>
                            <a:buFontTx/>
                            <a:buNone/>
                            <a:tabLst/>
                          </a:pPr>
                          <a:r>
                            <a:rPr lang="en-US" altLang="zh-CN" sz="1400" b="0" kern="1200" spc="150" dirty="0">
                              <a:solidFill>
                                <a:schemeClr val="tx1"/>
                              </a:solidFill>
                              <a:latin typeface="微软雅黑" panose="020B0503020204020204" pitchFamily="34" charset="-122"/>
                              <a:ea typeface="微软雅黑" panose="020B0503020204020204" pitchFamily="34" charset="-122"/>
                              <a:cs typeface="+mn-cs"/>
                            </a:rPr>
                            <a:t>200/20=10</a:t>
                          </a:r>
                        </a:p>
                      </a:txBody>
                      <a:tcPr marT="45717" marB="45717"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ctr" defTabSz="457200" rtl="0" eaLnBrk="1" fontAlgn="base" latinLnBrk="0" hangingPunct="1">
                            <a:lnSpc>
                              <a:spcPct val="100000"/>
                            </a:lnSpc>
                            <a:spcBef>
                              <a:spcPct val="0"/>
                            </a:spcBef>
                            <a:spcAft>
                              <a:spcPts val="0"/>
                            </a:spcAft>
                            <a:buClrTx/>
                            <a:buSzTx/>
                            <a:buFontTx/>
                            <a:buNone/>
                            <a:tabLst/>
                          </a:pPr>
                          <a:r>
                            <a:rPr lang="zh-CN" altLang="en-US" sz="1400" b="0" kern="1200" spc="150" dirty="0">
                              <a:solidFill>
                                <a:schemeClr val="tx1"/>
                              </a:solidFill>
                              <a:latin typeface="微软雅黑" panose="020B0503020204020204" pitchFamily="34" charset="-122"/>
                              <a:ea typeface="微软雅黑" panose="020B0503020204020204" pitchFamily="34" charset="-122"/>
                              <a:cs typeface="+mn-cs"/>
                            </a:rPr>
                            <a:t>增加</a:t>
                          </a:r>
                          <a:r>
                            <a:rPr lang="en-US" altLang="zh-CN" sz="1400" b="0" kern="1200" spc="150" dirty="0">
                              <a:solidFill>
                                <a:schemeClr val="tx1"/>
                              </a:solidFill>
                              <a:latin typeface="微软雅黑" panose="020B0503020204020204" pitchFamily="34" charset="-122"/>
                              <a:ea typeface="微软雅黑" panose="020B0503020204020204" pitchFamily="34" charset="-122"/>
                              <a:cs typeface="+mn-cs"/>
                            </a:rPr>
                            <a:t>1</a:t>
                          </a:r>
                          <a:r>
                            <a:rPr lang="zh-CN" altLang="en-US" sz="1400" b="0" kern="1200" spc="150" dirty="0">
                              <a:solidFill>
                                <a:schemeClr val="tx1"/>
                              </a:solidFill>
                              <a:latin typeface="微软雅黑" panose="020B0503020204020204" pitchFamily="34" charset="-122"/>
                              <a:ea typeface="微软雅黑" panose="020B0503020204020204" pitchFamily="34" charset="-122"/>
                              <a:cs typeface="+mn-cs"/>
                            </a:rPr>
                            <a:t>元开支会增加</a:t>
                          </a:r>
                          <a:r>
                            <a:rPr lang="en-US" altLang="zh-CN" sz="1400" b="0" kern="1200" spc="150" dirty="0">
                              <a:solidFill>
                                <a:schemeClr val="tx1"/>
                              </a:solidFill>
                              <a:latin typeface="微软雅黑" panose="020B0503020204020204" pitchFamily="34" charset="-122"/>
                              <a:ea typeface="微软雅黑" panose="020B0503020204020204" pitchFamily="34" charset="-122"/>
                              <a:cs typeface="+mn-cs"/>
                            </a:rPr>
                            <a:t>12</a:t>
                          </a:r>
                          <a:r>
                            <a:rPr lang="zh-CN" altLang="en-US" sz="1400" b="0" kern="1200" spc="150" dirty="0">
                              <a:solidFill>
                                <a:schemeClr val="tx1"/>
                              </a:solidFill>
                              <a:latin typeface="微软雅黑" panose="020B0503020204020204" pitchFamily="34" charset="-122"/>
                              <a:ea typeface="微软雅黑" panose="020B0503020204020204" pitchFamily="34" charset="-122"/>
                              <a:cs typeface="+mn-cs"/>
                            </a:rPr>
                            <a:t>个效用</a:t>
                          </a:r>
                          <a:endParaRPr lang="zh-CN" altLang="zh-CN" sz="1400" b="0" kern="1200" spc="150" dirty="0">
                            <a:solidFill>
                              <a:schemeClr val="tx1"/>
                            </a:solidFill>
                            <a:latin typeface="微软雅黑" panose="020B0503020204020204" pitchFamily="34" charset="-122"/>
                            <a:ea typeface="微软雅黑" panose="020B0503020204020204" pitchFamily="34" charset="-122"/>
                            <a:cs typeface="+mn-cs"/>
                          </a:endParaRPr>
                        </a:p>
                      </a:txBody>
                      <a:tcPr marT="45717" marB="45717"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ctr" defTabSz="457200" rtl="0" eaLnBrk="1" fontAlgn="base" latinLnBrk="0" hangingPunct="1">
                            <a:lnSpc>
                              <a:spcPct val="100000"/>
                            </a:lnSpc>
                            <a:spcBef>
                              <a:spcPct val="0"/>
                            </a:spcBef>
                            <a:spcAft>
                              <a:spcPts val="0"/>
                            </a:spcAft>
                            <a:buClrTx/>
                            <a:buSzTx/>
                            <a:buFontTx/>
                            <a:buNone/>
                            <a:tabLst/>
                          </a:pPr>
                          <a:r>
                            <a:rPr lang="zh-CN" altLang="en-US" sz="1400" b="0" kern="1200" spc="150" dirty="0">
                              <a:solidFill>
                                <a:schemeClr val="tx1"/>
                              </a:solidFill>
                              <a:latin typeface="微软雅黑" panose="020B0503020204020204" pitchFamily="34" charset="-122"/>
                              <a:ea typeface="微软雅黑" panose="020B0503020204020204" pitchFamily="34" charset="-122"/>
                              <a:cs typeface="+mn-cs"/>
                            </a:rPr>
                            <a:t>减少</a:t>
                          </a:r>
                          <a:r>
                            <a:rPr lang="en-US" altLang="zh-CN" sz="1400" b="0" kern="1200" spc="150" dirty="0">
                              <a:solidFill>
                                <a:schemeClr val="tx1"/>
                              </a:solidFill>
                              <a:latin typeface="微软雅黑" panose="020B0503020204020204" pitchFamily="34" charset="-122"/>
                              <a:ea typeface="微软雅黑" panose="020B0503020204020204" pitchFamily="34" charset="-122"/>
                              <a:cs typeface="+mn-cs"/>
                            </a:rPr>
                            <a:t>1</a:t>
                          </a:r>
                          <a:r>
                            <a:rPr lang="zh-CN" altLang="en-US" sz="1400" b="0" kern="1200" spc="150" dirty="0">
                              <a:solidFill>
                                <a:schemeClr val="tx1"/>
                              </a:solidFill>
                              <a:latin typeface="微软雅黑" panose="020B0503020204020204" pitchFamily="34" charset="-122"/>
                              <a:ea typeface="微软雅黑" panose="020B0503020204020204" pitchFamily="34" charset="-122"/>
                              <a:cs typeface="+mn-cs"/>
                            </a:rPr>
                            <a:t>元开支会减少</a:t>
                          </a:r>
                          <a:r>
                            <a:rPr lang="en-US" altLang="zh-CN" sz="1400" b="0" kern="1200" spc="150" dirty="0">
                              <a:solidFill>
                                <a:schemeClr val="tx1"/>
                              </a:solidFill>
                              <a:latin typeface="微软雅黑" panose="020B0503020204020204" pitchFamily="34" charset="-122"/>
                              <a:ea typeface="微软雅黑" panose="020B0503020204020204" pitchFamily="34" charset="-122"/>
                              <a:cs typeface="+mn-cs"/>
                            </a:rPr>
                            <a:t>10</a:t>
                          </a:r>
                          <a:r>
                            <a:rPr lang="zh-CN" altLang="en-US" sz="1400" b="0" kern="1200" spc="150" dirty="0">
                              <a:solidFill>
                                <a:schemeClr val="tx1"/>
                              </a:solidFill>
                              <a:latin typeface="微软雅黑" panose="020B0503020204020204" pitchFamily="34" charset="-122"/>
                              <a:ea typeface="微软雅黑" panose="020B0503020204020204" pitchFamily="34" charset="-122"/>
                              <a:cs typeface="+mn-cs"/>
                            </a:rPr>
                            <a:t>个效用</a:t>
                          </a:r>
                          <a:endParaRPr lang="zh-CN" altLang="zh-CN" sz="1400" b="0" kern="1200" spc="150" dirty="0">
                            <a:solidFill>
                              <a:schemeClr val="tx1"/>
                            </a:solidFill>
                            <a:latin typeface="微软雅黑" panose="020B0503020204020204" pitchFamily="34" charset="-122"/>
                            <a:ea typeface="微软雅黑" panose="020B0503020204020204" pitchFamily="34" charset="-122"/>
                            <a:cs typeface="+mn-cs"/>
                          </a:endParaRPr>
                        </a:p>
                      </a:txBody>
                      <a:tcPr marT="45717" marB="45717" anchor="ctr" horzOverflow="overflow">
                        <a:lnL w="19050" cap="flat" cmpd="sng" algn="ctr">
                          <a:noFill/>
                          <a:prstDash val="solid"/>
                          <a:round/>
                          <a:headEnd type="none" w="med" len="med"/>
                          <a:tailEnd type="none" w="med" len="med"/>
                        </a:lnL>
                        <a:lnR w="12700" cap="flat" cmpd="sng" algn="ctr">
                          <a:solidFill>
                            <a:srgbClr val="C3C9D7"/>
                          </a:solid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64989858"/>
                      </a:ext>
                    </a:extLst>
                  </a:tr>
                  <a:tr h="775234">
                    <a:tc>
                      <a:txBody>
                        <a:bodyPr/>
                        <a:lstStyle/>
                        <a:p>
                          <a:pPr marL="0" marR="0" lvl="1" indent="0" algn="ctr" defTabSz="457200" rtl="0" eaLnBrk="1" fontAlgn="base" latinLnBrk="0" hangingPunct="1">
                            <a:lnSpc>
                              <a:spcPct val="100000"/>
                            </a:lnSpc>
                            <a:spcBef>
                              <a:spcPct val="0"/>
                            </a:spcBef>
                            <a:spcAft>
                              <a:spcPts val="0"/>
                            </a:spcAft>
                            <a:buClrTx/>
                            <a:buSzTx/>
                            <a:buFontTx/>
                            <a:buNone/>
                            <a:tabLst/>
                          </a:pPr>
                          <a:r>
                            <a:rPr lang="en-US" altLang="zh-CN" sz="1400" b="0" kern="1200" spc="150" dirty="0">
                              <a:solidFill>
                                <a:schemeClr val="tx1"/>
                              </a:solidFill>
                              <a:latin typeface="微软雅黑" panose="020B0503020204020204" pitchFamily="34" charset="-122"/>
                              <a:ea typeface="微软雅黑" panose="020B0503020204020204" pitchFamily="34" charset="-122"/>
                              <a:cs typeface="+mn-cs"/>
                            </a:rPr>
                            <a:t>600/60=10</a:t>
                          </a:r>
                        </a:p>
                      </a:txBody>
                      <a:tcPr marT="45717" marB="45717" anchor="ctr" horzOverflow="overflow">
                        <a:lnL w="12700" cap="flat" cmpd="sng" algn="ctr">
                          <a:solidFill>
                            <a:srgbClr val="C3C9D7"/>
                          </a:solidFill>
                          <a:prstDash val="solid"/>
                          <a:round/>
                          <a:headEnd type="none" w="med" len="med"/>
                          <a:tailEnd type="none" w="med" len="med"/>
                        </a:lnL>
                        <a:lnR w="19050" cap="flat" cmpd="sng" algn="ctr">
                          <a:no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ctr" defTabSz="457200" rtl="0" eaLnBrk="1" fontAlgn="base" latinLnBrk="0" hangingPunct="1">
                            <a:lnSpc>
                              <a:spcPct val="100000"/>
                            </a:lnSpc>
                            <a:spcBef>
                              <a:spcPct val="0"/>
                            </a:spcBef>
                            <a:spcAft>
                              <a:spcPts val="0"/>
                            </a:spcAft>
                            <a:buClrTx/>
                            <a:buSzTx/>
                            <a:buFontTx/>
                            <a:buNone/>
                            <a:tabLst/>
                            <a:defRPr/>
                          </a:pPr>
                          <a:r>
                            <a:rPr lang="en-US" altLang="zh-CN" sz="1600" b="1" kern="1200" spc="150" dirty="0">
                              <a:solidFill>
                                <a:schemeClr val="tx1"/>
                              </a:solidFill>
                              <a:latin typeface="微软雅黑" panose="020B0503020204020204" pitchFamily="34" charset="-122"/>
                              <a:ea typeface="微软雅黑" panose="020B0503020204020204" pitchFamily="34" charset="-122"/>
                              <a:cs typeface="+mn-cs"/>
                            </a:rPr>
                            <a:t>=</a:t>
                          </a:r>
                          <a:endParaRPr lang="zh-CN" altLang="zh-CN" sz="1600" b="1" kern="1200" spc="150" dirty="0">
                            <a:solidFill>
                              <a:schemeClr val="tx1"/>
                            </a:solidFill>
                            <a:latin typeface="微软雅黑" panose="020B0503020204020204" pitchFamily="34" charset="-122"/>
                            <a:ea typeface="微软雅黑" panose="020B0503020204020204" pitchFamily="34" charset="-122"/>
                            <a:cs typeface="+mn-cs"/>
                          </a:endParaRPr>
                        </a:p>
                      </a:txBody>
                      <a:tcPr marT="45717" marB="45717"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ctr" defTabSz="457200" rtl="0" eaLnBrk="1" fontAlgn="base" latinLnBrk="0" hangingPunct="1">
                            <a:lnSpc>
                              <a:spcPct val="100000"/>
                            </a:lnSpc>
                            <a:spcBef>
                              <a:spcPct val="0"/>
                            </a:spcBef>
                            <a:spcAft>
                              <a:spcPts val="0"/>
                            </a:spcAft>
                            <a:buClrTx/>
                            <a:buSzTx/>
                            <a:buFontTx/>
                            <a:buNone/>
                            <a:tabLst/>
                          </a:pPr>
                          <a:r>
                            <a:rPr lang="en-US" altLang="zh-CN" sz="1400" b="0" kern="1200" spc="150" dirty="0">
                              <a:solidFill>
                                <a:schemeClr val="tx1"/>
                              </a:solidFill>
                              <a:latin typeface="微软雅黑" panose="020B0503020204020204" pitchFamily="34" charset="-122"/>
                              <a:ea typeface="微软雅黑" panose="020B0503020204020204" pitchFamily="34" charset="-122"/>
                              <a:cs typeface="+mn-cs"/>
                            </a:rPr>
                            <a:t>200/20=10</a:t>
                          </a:r>
                        </a:p>
                      </a:txBody>
                      <a:tcPr marT="45717" marB="45717"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1" indent="0" algn="ctr" defTabSz="457200" rtl="0" eaLnBrk="1" fontAlgn="base" latinLnBrk="0" hangingPunct="1">
                            <a:lnSpc>
                              <a:spcPct val="100000"/>
                            </a:lnSpc>
                            <a:spcBef>
                              <a:spcPct val="0"/>
                            </a:spcBef>
                            <a:spcAft>
                              <a:spcPts val="0"/>
                            </a:spcAft>
                            <a:buClrTx/>
                            <a:buSzTx/>
                            <a:buFontTx/>
                            <a:buNone/>
                            <a:tabLst/>
                          </a:pPr>
                          <a:r>
                            <a:rPr lang="zh-CN" altLang="en-US" sz="1400" b="0" kern="1200" spc="150" dirty="0">
                              <a:solidFill>
                                <a:schemeClr val="tx1"/>
                              </a:solidFill>
                              <a:latin typeface="微软雅黑" panose="020B0503020204020204" pitchFamily="34" charset="-122"/>
                              <a:ea typeface="微软雅黑" panose="020B0503020204020204" pitchFamily="34" charset="-122"/>
                              <a:cs typeface="+mn-cs"/>
                            </a:rPr>
                            <a:t>无论怎样改变消费结构，效用不再增加</a:t>
                          </a:r>
                          <a:endParaRPr lang="zh-CN" altLang="zh-CN" sz="1400" b="0" kern="1200" spc="150" dirty="0">
                            <a:solidFill>
                              <a:schemeClr val="tx1"/>
                            </a:solidFill>
                            <a:latin typeface="微软雅黑" panose="020B0503020204020204" pitchFamily="34" charset="-122"/>
                            <a:ea typeface="微软雅黑" panose="020B0503020204020204" pitchFamily="34" charset="-122"/>
                            <a:cs typeface="+mn-cs"/>
                          </a:endParaRPr>
                        </a:p>
                      </a:txBody>
                      <a:tcPr marT="45717" marB="45717" anchor="ctr" horzOverflow="overflow">
                        <a:lnL w="19050" cap="flat" cmpd="sng" algn="ctr">
                          <a:noFill/>
                          <a:prstDash val="solid"/>
                          <a:round/>
                          <a:headEnd type="none" w="med" len="med"/>
                          <a:tailEnd type="none" w="med" len="med"/>
                        </a:lnL>
                        <a:lnR w="12700" cap="flat" cmpd="sng" algn="ctr">
                          <a:solidFill>
                            <a:srgbClr val="C3C9D7"/>
                          </a:solid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dirty="0">
                            <a:ln>
                              <a:noFill/>
                            </a:ln>
                            <a:solidFill>
                              <a:schemeClr val="tx1"/>
                            </a:solidFill>
                            <a:effectLst/>
                            <a:latin typeface="Times New Roman" pitchFamily="18" charset="0"/>
                            <a:ea typeface="宋体" pitchFamily="2" charset="-122"/>
                          </a:endParaRPr>
                        </a:p>
                      </a:txBody>
                      <a:tcPr marT="45717" marB="45717" anchor="ctr" horzOverflow="overflow">
                        <a:lnL w="19050" cap="flat" cmpd="sng" algn="ctr">
                          <a:solidFill>
                            <a:srgbClr val="C3C9D7"/>
                          </a:solidFill>
                          <a:prstDash val="solid"/>
                          <a:round/>
                          <a:headEnd type="none" w="med" len="med"/>
                          <a:tailEnd type="none" w="med" len="med"/>
                        </a:lnL>
                        <a:lnR w="19050" cap="flat" cmpd="sng" algn="ctr">
                          <a:solidFill>
                            <a:srgbClr val="C3C9D7"/>
                          </a:solidFill>
                          <a:prstDash val="solid"/>
                          <a:round/>
                          <a:headEnd type="none" w="med" len="med"/>
                          <a:tailEnd type="none" w="med" len="med"/>
                        </a:lnR>
                        <a:lnT w="19050" cap="flat" cmpd="sng" algn="ctr">
                          <a:solidFill>
                            <a:srgbClr val="C3C9D7"/>
                          </a:solidFill>
                          <a:prstDash val="solid"/>
                          <a:round/>
                          <a:headEnd type="none" w="med" len="med"/>
                          <a:tailEnd type="none" w="med" len="med"/>
                        </a:lnT>
                        <a:lnB w="19050" cap="flat" cmpd="sng" algn="ctr">
                          <a:solidFill>
                            <a:srgbClr val="C3C9D7"/>
                          </a:solidFill>
                          <a:prstDash val="solid"/>
                          <a:round/>
                          <a:headEnd type="none" w="med" len="med"/>
                          <a:tailEnd type="none" w="med" len="med"/>
                        </a:lnB>
                        <a:noFill/>
                      </a:tcPr>
                    </a:tc>
                    <a:extLst>
                      <a:ext uri="{0D108BD9-81ED-4DB2-BD59-A6C34878D82A}">
                        <a16:rowId xmlns:a16="http://schemas.microsoft.com/office/drawing/2014/main" val="1282661997"/>
                      </a:ext>
                    </a:extLst>
                  </a:tr>
                </a:tbl>
              </a:graphicData>
            </a:graphic>
          </p:graphicFrame>
        </mc:Fallback>
      </mc:AlternateContent>
      <p:sp>
        <p:nvSpPr>
          <p:cNvPr id="4" name="矩形 3">
            <a:extLst>
              <a:ext uri="{FF2B5EF4-FFF2-40B4-BE49-F238E27FC236}">
                <a16:creationId xmlns:a16="http://schemas.microsoft.com/office/drawing/2014/main" id="{4AC58C0B-6D67-47A8-A700-986A49E3F1F5}"/>
              </a:ext>
            </a:extLst>
          </p:cNvPr>
          <p:cNvSpPr/>
          <p:nvPr/>
        </p:nvSpPr>
        <p:spPr>
          <a:xfrm>
            <a:off x="6593747" y="0"/>
            <a:ext cx="2550253" cy="369332"/>
          </a:xfrm>
          <a:prstGeom prst="rect">
            <a:avLst/>
          </a:prstGeom>
        </p:spPr>
        <p:txBody>
          <a:bodyPr wrap="squar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第一节 </a:t>
            </a:r>
            <a:r>
              <a:rPr lang="zh-CN" altLang="en-US" spc="150" dirty="0">
                <a:latin typeface="微软雅黑" panose="020B0503020204020204" pitchFamily="34" charset="-122"/>
                <a:ea typeface="微软雅黑" panose="020B0503020204020204" pitchFamily="34" charset="-122"/>
              </a:rPr>
              <a:t>效用理论概述</a:t>
            </a:r>
            <a:r>
              <a:rPr lang="zh-CN" altLang="en-US" spc="150" dirty="0">
                <a:solidFill>
                  <a:srgbClr val="000000"/>
                </a:solidFill>
                <a:latin typeface="微软雅黑" panose="020B0503020204020204" pitchFamily="34" charset="-122"/>
                <a:ea typeface="微软雅黑" panose="020B0503020204020204" pitchFamily="34" charset="-122"/>
              </a:rPr>
              <a:t> </a:t>
            </a:r>
          </a:p>
        </p:txBody>
      </p:sp>
      <p:sp>
        <p:nvSpPr>
          <p:cNvPr id="6" name="矩形 5">
            <a:extLst>
              <a:ext uri="{FF2B5EF4-FFF2-40B4-BE49-F238E27FC236}">
                <a16:creationId xmlns:a16="http://schemas.microsoft.com/office/drawing/2014/main" id="{C548CD7D-A155-452F-A5C3-2341D45C52C4}"/>
              </a:ext>
            </a:extLst>
          </p:cNvPr>
          <p:cNvSpPr/>
          <p:nvPr/>
        </p:nvSpPr>
        <p:spPr>
          <a:xfrm>
            <a:off x="467544" y="548680"/>
            <a:ext cx="2473754"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三、效用最大化</a:t>
            </a:r>
          </a:p>
        </p:txBody>
      </p:sp>
    </p:spTree>
    <p:extLst>
      <p:ext uri="{BB962C8B-B14F-4D97-AF65-F5344CB8AC3E}">
        <p14:creationId xmlns:p14="http://schemas.microsoft.com/office/powerpoint/2010/main" val="2454204210"/>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01FC6FC8-A682-4C56-9B53-0124105A5F0D}"/>
              </a:ext>
            </a:extLst>
          </p:cNvPr>
          <p:cNvSpPr/>
          <p:nvPr/>
        </p:nvSpPr>
        <p:spPr>
          <a:xfrm>
            <a:off x="1086133" y="1943281"/>
            <a:ext cx="3759480" cy="570477"/>
          </a:xfrm>
          <a:prstGeom prst="rect">
            <a:avLst/>
          </a:prstGeom>
        </p:spPr>
        <p:txBody>
          <a:bodyPr wrap="square">
            <a:spAutoFit/>
          </a:bodyPr>
          <a:lstStyle/>
          <a:p>
            <a:pPr marL="538163" lvl="3" indent="-261938" defTabSz="457200" eaLnBrk="1" hangingPunct="1">
              <a:lnSpc>
                <a:spcPts val="4400"/>
              </a:lnSpc>
              <a:buFont typeface="Wingdings" panose="05000000000000000000" pitchFamily="2" charset="2"/>
              <a:buChar char="Ø"/>
            </a:pPr>
            <a:r>
              <a:rPr lang="zh-CN" altLang="en-US" spc="150" dirty="0">
                <a:solidFill>
                  <a:srgbClr val="000000"/>
                </a:solidFill>
                <a:latin typeface="微软雅黑" panose="020B0503020204020204" pitchFamily="34" charset="-122"/>
                <a:ea typeface="微软雅黑" panose="020B0503020204020204" pitchFamily="34" charset="-122"/>
              </a:rPr>
              <a:t>需要满足条件：</a:t>
            </a:r>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A9CE55AD-9B2B-4473-B521-F022DFD95EB9}"/>
                  </a:ext>
                </a:extLst>
              </p:cNvPr>
              <p:cNvSpPr/>
              <p:nvPr/>
            </p:nvSpPr>
            <p:spPr>
              <a:xfrm>
                <a:off x="4064310" y="3177874"/>
                <a:ext cx="4807898" cy="1287532"/>
              </a:xfrm>
              <a:prstGeom prst="rect">
                <a:avLst/>
              </a:prstGeom>
            </p:spPr>
            <p:txBody>
              <a:bodyPr wrap="square">
                <a:spAutoFit/>
              </a:bodyPr>
              <a:lstStyle/>
              <a:p>
                <a:pPr marL="276225" lvl="3" indent="257175" defTabSz="457200" eaLnBrk="1" hangingPunct="1">
                  <a:lnSpc>
                    <a:spcPts val="4400"/>
                  </a:lnSpc>
                  <a:spcAft>
                    <a:spcPts val="3000"/>
                  </a:spcAft>
                  <a:buNone/>
                </a:pPr>
                <a14:m>
                  <m:oMath xmlns:m="http://schemas.openxmlformats.org/officeDocument/2006/math">
                    <m:f>
                      <m:fPr>
                        <m:ctrlPr>
                          <a:rPr lang="en-US" altLang="zh-CN" sz="1600" i="1" spc="150">
                            <a:solidFill>
                              <a:srgbClr val="000000"/>
                            </a:solidFill>
                            <a:latin typeface="Cambria Math" panose="02040503050406030204" pitchFamily="18" charset="0"/>
                            <a:ea typeface="微软雅黑" panose="020B0503020204020204" pitchFamily="34" charset="-122"/>
                          </a:rPr>
                        </m:ctrlPr>
                      </m:fPr>
                      <m:num>
                        <m:sSub>
                          <m:sSubPr>
                            <m:ctrlPr>
                              <a:rPr lang="en-US" altLang="zh-CN" sz="1600" i="1" spc="150">
                                <a:solidFill>
                                  <a:srgbClr val="000000"/>
                                </a:solidFill>
                                <a:latin typeface="Cambria Math" panose="02040503050406030204" pitchFamily="18" charset="0"/>
                                <a:ea typeface="微软雅黑" panose="020B0503020204020204" pitchFamily="34" charset="-122"/>
                              </a:rPr>
                            </m:ctrlPr>
                          </m:sSubPr>
                          <m:e>
                            <m:r>
                              <a:rPr lang="en-US" altLang="zh-CN" sz="1600" i="1" spc="150">
                                <a:solidFill>
                                  <a:srgbClr val="000000"/>
                                </a:solidFill>
                                <a:latin typeface="Cambria Math" panose="02040503050406030204" pitchFamily="18" charset="0"/>
                                <a:ea typeface="微软雅黑" panose="020B0503020204020204" pitchFamily="34" charset="-122"/>
                              </a:rPr>
                              <m:t>𝑀𝑈</m:t>
                            </m:r>
                          </m:e>
                          <m:sub>
                            <m:r>
                              <a:rPr lang="en-US" altLang="zh-CN" sz="1600" i="1" spc="150">
                                <a:solidFill>
                                  <a:srgbClr val="000000"/>
                                </a:solidFill>
                                <a:latin typeface="Cambria Math" panose="02040503050406030204" pitchFamily="18" charset="0"/>
                                <a:ea typeface="微软雅黑" panose="020B0503020204020204" pitchFamily="34" charset="-122"/>
                              </a:rPr>
                              <m:t>1</m:t>
                            </m:r>
                          </m:sub>
                        </m:sSub>
                      </m:num>
                      <m:den>
                        <m:sSub>
                          <m:sSubPr>
                            <m:ctrlPr>
                              <a:rPr lang="en-US" altLang="zh-CN" sz="1600" i="1" spc="150">
                                <a:solidFill>
                                  <a:srgbClr val="000000"/>
                                </a:solidFill>
                                <a:latin typeface="Cambria Math" panose="02040503050406030204" pitchFamily="18" charset="0"/>
                                <a:ea typeface="微软雅黑" panose="020B0503020204020204" pitchFamily="34" charset="-122"/>
                              </a:rPr>
                            </m:ctrlPr>
                          </m:sSubPr>
                          <m:e>
                            <m:r>
                              <a:rPr lang="en-US" altLang="zh-CN" sz="1600" i="1" spc="150">
                                <a:solidFill>
                                  <a:srgbClr val="000000"/>
                                </a:solidFill>
                                <a:latin typeface="Cambria Math" panose="02040503050406030204" pitchFamily="18" charset="0"/>
                                <a:ea typeface="微软雅黑" panose="020B0503020204020204" pitchFamily="34" charset="-122"/>
                              </a:rPr>
                              <m:t>𝑃</m:t>
                            </m:r>
                          </m:e>
                          <m:sub>
                            <m:r>
                              <a:rPr lang="en-US" altLang="zh-CN" sz="1600" i="1" spc="150">
                                <a:solidFill>
                                  <a:srgbClr val="000000"/>
                                </a:solidFill>
                                <a:latin typeface="Cambria Math" panose="02040503050406030204" pitchFamily="18" charset="0"/>
                                <a:ea typeface="微软雅黑" panose="020B0503020204020204" pitchFamily="34" charset="-122"/>
                              </a:rPr>
                              <m:t>1</m:t>
                            </m:r>
                          </m:sub>
                        </m:sSub>
                      </m:den>
                    </m:f>
                  </m:oMath>
                </a14:m>
                <a:r>
                  <a:rPr lang="en-US" altLang="zh-CN" sz="1600" spc="150" dirty="0">
                    <a:solidFill>
                      <a:srgbClr val="000000"/>
                    </a:solidFill>
                    <a:latin typeface="微软雅黑" panose="020B0503020204020204" pitchFamily="34" charset="-122"/>
                    <a:ea typeface="微软雅黑" panose="020B0503020204020204" pitchFamily="34" charset="-122"/>
                  </a:rPr>
                  <a:t> =</a:t>
                </a:r>
                <a:r>
                  <a:rPr lang="en-US" altLang="zh-CN" sz="1600" spc="150" dirty="0">
                    <a:solidFill>
                      <a:srgbClr val="000000"/>
                    </a:solidFill>
                    <a:ea typeface="微软雅黑" panose="020B0503020204020204" pitchFamily="34" charset="-122"/>
                  </a:rPr>
                  <a:t> </a:t>
                </a:r>
                <a14:m>
                  <m:oMath xmlns:m="http://schemas.openxmlformats.org/officeDocument/2006/math">
                    <m:f>
                      <m:fPr>
                        <m:ctrlPr>
                          <a:rPr lang="en-US" altLang="zh-CN" sz="1600" i="1" spc="150">
                            <a:solidFill>
                              <a:srgbClr val="000000"/>
                            </a:solidFill>
                            <a:latin typeface="Cambria Math" panose="02040503050406030204" pitchFamily="18" charset="0"/>
                            <a:ea typeface="微软雅黑" panose="020B0503020204020204" pitchFamily="34" charset="-122"/>
                          </a:rPr>
                        </m:ctrlPr>
                      </m:fPr>
                      <m:num>
                        <m:sSub>
                          <m:sSubPr>
                            <m:ctrlPr>
                              <a:rPr lang="en-US" altLang="zh-CN" sz="1600" i="1" spc="150">
                                <a:solidFill>
                                  <a:srgbClr val="000000"/>
                                </a:solidFill>
                                <a:latin typeface="Cambria Math" panose="02040503050406030204" pitchFamily="18" charset="0"/>
                                <a:ea typeface="微软雅黑" panose="020B0503020204020204" pitchFamily="34" charset="-122"/>
                              </a:rPr>
                            </m:ctrlPr>
                          </m:sSubPr>
                          <m:e>
                            <m:r>
                              <a:rPr lang="en-US" altLang="zh-CN" sz="1600" i="1" spc="150">
                                <a:solidFill>
                                  <a:srgbClr val="000000"/>
                                </a:solidFill>
                                <a:latin typeface="Cambria Math" panose="02040503050406030204" pitchFamily="18" charset="0"/>
                                <a:ea typeface="微软雅黑" panose="020B0503020204020204" pitchFamily="34" charset="-122"/>
                              </a:rPr>
                              <m:t>𝑀𝑈</m:t>
                            </m:r>
                          </m:e>
                          <m:sub>
                            <m:r>
                              <a:rPr lang="en-US" altLang="zh-CN" sz="1600" i="1" spc="150">
                                <a:solidFill>
                                  <a:srgbClr val="000000"/>
                                </a:solidFill>
                                <a:latin typeface="Cambria Math" panose="02040503050406030204" pitchFamily="18" charset="0"/>
                                <a:ea typeface="微软雅黑" panose="020B0503020204020204" pitchFamily="34" charset="-122"/>
                              </a:rPr>
                              <m:t>2</m:t>
                            </m:r>
                          </m:sub>
                        </m:sSub>
                      </m:num>
                      <m:den>
                        <m:sSub>
                          <m:sSubPr>
                            <m:ctrlPr>
                              <a:rPr lang="en-US" altLang="zh-CN" sz="1600" i="1" spc="150">
                                <a:solidFill>
                                  <a:srgbClr val="000000"/>
                                </a:solidFill>
                                <a:latin typeface="Cambria Math" panose="02040503050406030204" pitchFamily="18" charset="0"/>
                                <a:ea typeface="微软雅黑" panose="020B0503020204020204" pitchFamily="34" charset="-122"/>
                              </a:rPr>
                            </m:ctrlPr>
                          </m:sSubPr>
                          <m:e>
                            <m:r>
                              <a:rPr lang="en-US" altLang="zh-CN" sz="1600" i="1" spc="150">
                                <a:solidFill>
                                  <a:srgbClr val="000000"/>
                                </a:solidFill>
                                <a:latin typeface="Cambria Math" panose="02040503050406030204" pitchFamily="18" charset="0"/>
                                <a:ea typeface="微软雅黑" panose="020B0503020204020204" pitchFamily="34" charset="-122"/>
                              </a:rPr>
                              <m:t>𝑃</m:t>
                            </m:r>
                          </m:e>
                          <m:sub>
                            <m:r>
                              <a:rPr lang="en-US" altLang="zh-CN" sz="1600" i="1" spc="150">
                                <a:solidFill>
                                  <a:srgbClr val="000000"/>
                                </a:solidFill>
                                <a:latin typeface="Cambria Math" panose="02040503050406030204" pitchFamily="18" charset="0"/>
                                <a:ea typeface="微软雅黑" panose="020B0503020204020204" pitchFamily="34" charset="-122"/>
                              </a:rPr>
                              <m:t>2</m:t>
                            </m:r>
                          </m:sub>
                        </m:sSub>
                      </m:den>
                    </m:f>
                  </m:oMath>
                </a14:m>
                <a:r>
                  <a:rPr lang="en-US" altLang="zh-CN" sz="1600" spc="150" dirty="0">
                    <a:solidFill>
                      <a:srgbClr val="000000"/>
                    </a:solidFill>
                    <a:latin typeface="微软雅黑" panose="020B0503020204020204" pitchFamily="34" charset="-122"/>
                    <a:ea typeface="微软雅黑" panose="020B0503020204020204" pitchFamily="34" charset="-122"/>
                  </a:rPr>
                  <a:t> </a:t>
                </a:r>
                <a:r>
                  <a:rPr lang="en-US" altLang="zh-CN" sz="1600" spc="150" baseline="-25000" dirty="0">
                    <a:solidFill>
                      <a:srgbClr val="000000"/>
                    </a:solidFill>
                    <a:latin typeface="微软雅黑" panose="020B0503020204020204" pitchFamily="34" charset="-122"/>
                    <a:ea typeface="微软雅黑" panose="020B0503020204020204" pitchFamily="34" charset="-122"/>
                  </a:rPr>
                  <a:t> =</a:t>
                </a:r>
                <a:r>
                  <a:rPr lang="en-US" altLang="zh-CN" sz="1600" spc="150" dirty="0">
                    <a:solidFill>
                      <a:srgbClr val="000000"/>
                    </a:solidFill>
                    <a:latin typeface="微软雅黑" panose="020B0503020204020204" pitchFamily="34" charset="-122"/>
                    <a:ea typeface="微软雅黑" panose="020B0503020204020204" pitchFamily="34" charset="-122"/>
                  </a:rPr>
                  <a:t>…</a:t>
                </a:r>
                <a:r>
                  <a:rPr lang="en-US" altLang="zh-CN" sz="1600" spc="150" baseline="-25000" dirty="0">
                    <a:solidFill>
                      <a:srgbClr val="000000"/>
                    </a:solidFill>
                    <a:latin typeface="微软雅黑" panose="020B0503020204020204" pitchFamily="34" charset="-122"/>
                    <a:ea typeface="微软雅黑" panose="020B0503020204020204" pitchFamily="34" charset="-122"/>
                  </a:rPr>
                  <a:t>= </a:t>
                </a:r>
                <a14:m>
                  <m:oMath xmlns:m="http://schemas.openxmlformats.org/officeDocument/2006/math">
                    <m:f>
                      <m:fPr>
                        <m:ctrlPr>
                          <a:rPr lang="en-US" altLang="zh-CN" sz="1600" i="1" spc="150">
                            <a:solidFill>
                              <a:srgbClr val="000000"/>
                            </a:solidFill>
                            <a:latin typeface="Cambria Math" panose="02040503050406030204" pitchFamily="18" charset="0"/>
                            <a:ea typeface="微软雅黑" panose="020B0503020204020204" pitchFamily="34" charset="-122"/>
                          </a:rPr>
                        </m:ctrlPr>
                      </m:fPr>
                      <m:num>
                        <m:sSub>
                          <m:sSubPr>
                            <m:ctrlPr>
                              <a:rPr lang="en-US" altLang="zh-CN" sz="1600" i="1" spc="150">
                                <a:solidFill>
                                  <a:srgbClr val="000000"/>
                                </a:solidFill>
                                <a:latin typeface="Cambria Math" panose="02040503050406030204" pitchFamily="18" charset="0"/>
                                <a:ea typeface="微软雅黑" panose="020B0503020204020204" pitchFamily="34" charset="-122"/>
                              </a:rPr>
                            </m:ctrlPr>
                          </m:sSubPr>
                          <m:e>
                            <m:r>
                              <a:rPr lang="en-US" altLang="zh-CN" sz="1600" i="1" spc="150">
                                <a:solidFill>
                                  <a:srgbClr val="000000"/>
                                </a:solidFill>
                                <a:latin typeface="Cambria Math" panose="02040503050406030204" pitchFamily="18" charset="0"/>
                                <a:ea typeface="微软雅黑" panose="020B0503020204020204" pitchFamily="34" charset="-122"/>
                              </a:rPr>
                              <m:t>𝑀𝑈</m:t>
                            </m:r>
                          </m:e>
                          <m:sub>
                            <m:r>
                              <a:rPr lang="en-US" altLang="zh-CN" sz="1600" i="1" spc="150">
                                <a:solidFill>
                                  <a:srgbClr val="000000"/>
                                </a:solidFill>
                                <a:latin typeface="Cambria Math" panose="02040503050406030204" pitchFamily="18" charset="0"/>
                                <a:ea typeface="微软雅黑" panose="020B0503020204020204" pitchFamily="34" charset="-122"/>
                              </a:rPr>
                              <m:t>𝑛</m:t>
                            </m:r>
                          </m:sub>
                        </m:sSub>
                      </m:num>
                      <m:den>
                        <m:sSub>
                          <m:sSubPr>
                            <m:ctrlPr>
                              <a:rPr lang="en-US" altLang="zh-CN" sz="1600" i="1" spc="150">
                                <a:solidFill>
                                  <a:srgbClr val="000000"/>
                                </a:solidFill>
                                <a:latin typeface="Cambria Math" panose="02040503050406030204" pitchFamily="18" charset="0"/>
                                <a:ea typeface="微软雅黑" panose="020B0503020204020204" pitchFamily="34" charset="-122"/>
                              </a:rPr>
                            </m:ctrlPr>
                          </m:sSubPr>
                          <m:e>
                            <m:r>
                              <a:rPr lang="en-US" altLang="zh-CN" sz="1600" i="1" spc="150">
                                <a:solidFill>
                                  <a:srgbClr val="000000"/>
                                </a:solidFill>
                                <a:latin typeface="Cambria Math" panose="02040503050406030204" pitchFamily="18" charset="0"/>
                                <a:ea typeface="微软雅黑" panose="020B0503020204020204" pitchFamily="34" charset="-122"/>
                              </a:rPr>
                              <m:t>𝑃</m:t>
                            </m:r>
                          </m:e>
                          <m:sub>
                            <m:r>
                              <a:rPr lang="en-US" altLang="zh-CN" sz="1600" i="1" spc="150">
                                <a:solidFill>
                                  <a:srgbClr val="000000"/>
                                </a:solidFill>
                                <a:latin typeface="Cambria Math" panose="02040503050406030204" pitchFamily="18" charset="0"/>
                                <a:ea typeface="微软雅黑" panose="020B0503020204020204" pitchFamily="34" charset="-122"/>
                              </a:rPr>
                              <m:t>𝑛</m:t>
                            </m:r>
                          </m:sub>
                        </m:sSub>
                      </m:den>
                    </m:f>
                  </m:oMath>
                </a14:m>
                <a:r>
                  <a:rPr lang="en-US" altLang="zh-CN" sz="1600" spc="150" dirty="0">
                    <a:solidFill>
                      <a:srgbClr val="000000"/>
                    </a:solidFill>
                    <a:latin typeface="微软雅黑" panose="020B0503020204020204" pitchFamily="34" charset="-122"/>
                    <a:ea typeface="微软雅黑" panose="020B0503020204020204" pitchFamily="34" charset="-122"/>
                  </a:rPr>
                  <a:t> =</a:t>
                </a:r>
                <a:r>
                  <a:rPr lang="el-GR" altLang="zh-CN" sz="1600" spc="150" dirty="0">
                    <a:solidFill>
                      <a:srgbClr val="000000"/>
                    </a:solidFill>
                    <a:latin typeface="微软雅黑" panose="020B0503020204020204" pitchFamily="34" charset="-122"/>
                    <a:ea typeface="微软雅黑" panose="020B0503020204020204" pitchFamily="34" charset="-122"/>
                  </a:rPr>
                  <a:t>λ</a:t>
                </a:r>
                <a:endParaRPr lang="en-US" altLang="zh-CN" sz="1600" spc="150" dirty="0">
                  <a:solidFill>
                    <a:srgbClr val="000000"/>
                  </a:solidFill>
                  <a:latin typeface="微软雅黑" panose="020B0503020204020204" pitchFamily="34" charset="-122"/>
                  <a:ea typeface="微软雅黑" panose="020B0503020204020204" pitchFamily="34" charset="-122"/>
                </a:endParaRPr>
              </a:p>
              <a:p>
                <a:pPr marL="276225" lvl="3" indent="257175" defTabSz="457200" eaLnBrk="1" hangingPunct="1">
                  <a:spcAft>
                    <a:spcPts val="3000"/>
                  </a:spcAft>
                  <a:buNone/>
                </a:pPr>
                <a:endParaRPr lang="en-US" altLang="zh-CN" sz="1600" spc="150" dirty="0">
                  <a:solidFill>
                    <a:srgbClr val="000000"/>
                  </a:solidFill>
                  <a:latin typeface="微软雅黑" panose="020B0503020204020204" pitchFamily="34" charset="-122"/>
                  <a:ea typeface="微软雅黑" panose="020B0503020204020204" pitchFamily="34" charset="-122"/>
                </a:endParaRPr>
              </a:p>
            </p:txBody>
          </p:sp>
        </mc:Choice>
        <mc:Fallback xmlns="">
          <p:sp>
            <p:nvSpPr>
              <p:cNvPr id="3" name="矩形 2">
                <a:extLst>
                  <a:ext uri="{FF2B5EF4-FFF2-40B4-BE49-F238E27FC236}">
                    <a16:creationId xmlns:a16="http://schemas.microsoft.com/office/drawing/2014/main" id="{A9CE55AD-9B2B-4473-B521-F022DFD95EB9}"/>
                  </a:ext>
                </a:extLst>
              </p:cNvPr>
              <p:cNvSpPr>
                <a:spLocks noRot="1" noChangeAspect="1" noMove="1" noResize="1" noEditPoints="1" noAdjustHandles="1" noChangeArrowheads="1" noChangeShapeType="1" noTextEdit="1"/>
              </p:cNvSpPr>
              <p:nvPr/>
            </p:nvSpPr>
            <p:spPr>
              <a:xfrm>
                <a:off x="4064310" y="3177874"/>
                <a:ext cx="4807898" cy="1287532"/>
              </a:xfrm>
              <a:prstGeom prst="rect">
                <a:avLst/>
              </a:prstGeom>
              <a:blipFill>
                <a:blip r:embed="rId4"/>
                <a:stretch>
                  <a:fillRect/>
                </a:stretch>
              </a:blipFill>
            </p:spPr>
            <p:txBody>
              <a:bodyPr/>
              <a:lstStyle/>
              <a:p>
                <a:r>
                  <a:rPr lang="zh-CN" altLang="en-US">
                    <a:noFill/>
                  </a:rPr>
                  <a:t> </a:t>
                </a:r>
              </a:p>
            </p:txBody>
          </p:sp>
        </mc:Fallback>
      </mc:AlternateContent>
      <p:sp>
        <p:nvSpPr>
          <p:cNvPr id="11" name="矩形 10">
            <a:extLst>
              <a:ext uri="{FF2B5EF4-FFF2-40B4-BE49-F238E27FC236}">
                <a16:creationId xmlns:a16="http://schemas.microsoft.com/office/drawing/2014/main" id="{FAA747AC-DE4A-4534-9E22-60C46133AD27}"/>
              </a:ext>
            </a:extLst>
          </p:cNvPr>
          <p:cNvSpPr/>
          <p:nvPr/>
        </p:nvSpPr>
        <p:spPr>
          <a:xfrm>
            <a:off x="6593747" y="0"/>
            <a:ext cx="2550253" cy="369332"/>
          </a:xfrm>
          <a:prstGeom prst="rect">
            <a:avLst/>
          </a:prstGeom>
        </p:spPr>
        <p:txBody>
          <a:bodyPr wrap="squar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第一节 </a:t>
            </a:r>
            <a:r>
              <a:rPr lang="zh-CN" altLang="en-US" spc="150" dirty="0">
                <a:latin typeface="微软雅黑" panose="020B0503020204020204" pitchFamily="34" charset="-122"/>
                <a:ea typeface="微软雅黑" panose="020B0503020204020204" pitchFamily="34" charset="-122"/>
              </a:rPr>
              <a:t>效用理论概述</a:t>
            </a:r>
            <a:r>
              <a:rPr lang="zh-CN" altLang="en-US" spc="150" dirty="0">
                <a:solidFill>
                  <a:srgbClr val="000000"/>
                </a:solidFill>
                <a:latin typeface="微软雅黑" panose="020B0503020204020204" pitchFamily="34" charset="-122"/>
                <a:ea typeface="微软雅黑" panose="020B0503020204020204" pitchFamily="34" charset="-122"/>
              </a:rPr>
              <a:t> </a:t>
            </a:r>
          </a:p>
        </p:txBody>
      </p:sp>
      <p:sp>
        <p:nvSpPr>
          <p:cNvPr id="13" name="矩形 12">
            <a:extLst>
              <a:ext uri="{FF2B5EF4-FFF2-40B4-BE49-F238E27FC236}">
                <a16:creationId xmlns:a16="http://schemas.microsoft.com/office/drawing/2014/main" id="{06504E34-A9D6-4C09-A072-F3F862D0DD00}"/>
              </a:ext>
            </a:extLst>
          </p:cNvPr>
          <p:cNvSpPr/>
          <p:nvPr/>
        </p:nvSpPr>
        <p:spPr>
          <a:xfrm>
            <a:off x="467544" y="548680"/>
            <a:ext cx="2473754"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三、效用最大化</a:t>
            </a:r>
          </a:p>
        </p:txBody>
      </p:sp>
      <p:sp>
        <p:nvSpPr>
          <p:cNvPr id="10" name="矩形 9">
            <a:extLst>
              <a:ext uri="{FF2B5EF4-FFF2-40B4-BE49-F238E27FC236}">
                <a16:creationId xmlns:a16="http://schemas.microsoft.com/office/drawing/2014/main" id="{23F4E34F-C28B-4AF8-815F-316052BB8317}"/>
              </a:ext>
            </a:extLst>
          </p:cNvPr>
          <p:cNvSpPr/>
          <p:nvPr/>
        </p:nvSpPr>
        <p:spPr>
          <a:xfrm>
            <a:off x="4121548" y="4502673"/>
            <a:ext cx="3435556" cy="338554"/>
          </a:xfrm>
          <a:prstGeom prst="rect">
            <a:avLst/>
          </a:prstGeom>
        </p:spPr>
        <p:txBody>
          <a:bodyPr wrap="none">
            <a:spAutoFit/>
          </a:bodyPr>
          <a:lstStyle/>
          <a:p>
            <a:pPr marL="276225" lvl="3" indent="257175" defTabSz="457200" eaLnBrk="1" hangingPunct="1">
              <a:spcAft>
                <a:spcPts val="3000"/>
              </a:spcAft>
              <a:buNone/>
            </a:pPr>
            <a:r>
              <a:rPr lang="en-US" altLang="zh-CN" sz="1600" spc="150" dirty="0">
                <a:solidFill>
                  <a:srgbClr val="000000"/>
                </a:solidFill>
                <a:latin typeface="微软雅黑" panose="020B0503020204020204" pitchFamily="34" charset="-122"/>
                <a:ea typeface="微软雅黑" panose="020B0503020204020204" pitchFamily="34" charset="-122"/>
              </a:rPr>
              <a:t>P</a:t>
            </a:r>
            <a:r>
              <a:rPr lang="en-US" altLang="zh-CN" sz="1600" spc="150" baseline="-25000" dirty="0">
                <a:solidFill>
                  <a:srgbClr val="000000"/>
                </a:solidFill>
                <a:latin typeface="微软雅黑" panose="020B0503020204020204" pitchFamily="34" charset="-122"/>
                <a:ea typeface="微软雅黑" panose="020B0503020204020204" pitchFamily="34" charset="-122"/>
              </a:rPr>
              <a:t>1</a:t>
            </a:r>
            <a:r>
              <a:rPr lang="en-US" altLang="zh-CN" sz="1600" spc="150" dirty="0">
                <a:solidFill>
                  <a:srgbClr val="000000"/>
                </a:solidFill>
                <a:latin typeface="微软雅黑" panose="020B0503020204020204" pitchFamily="34" charset="-122"/>
                <a:ea typeface="微软雅黑" panose="020B0503020204020204" pitchFamily="34" charset="-122"/>
              </a:rPr>
              <a:t>Q</a:t>
            </a:r>
            <a:r>
              <a:rPr lang="en-US" altLang="zh-CN" sz="1600" spc="150" baseline="-25000" dirty="0">
                <a:solidFill>
                  <a:srgbClr val="000000"/>
                </a:solidFill>
                <a:latin typeface="微软雅黑" panose="020B0503020204020204" pitchFamily="34" charset="-122"/>
                <a:ea typeface="微软雅黑" panose="020B0503020204020204" pitchFamily="34" charset="-122"/>
              </a:rPr>
              <a:t>1</a:t>
            </a:r>
            <a:r>
              <a:rPr lang="en-US" altLang="zh-CN" sz="1600" spc="150" dirty="0">
                <a:solidFill>
                  <a:srgbClr val="000000"/>
                </a:solidFill>
                <a:latin typeface="微软雅黑" panose="020B0503020204020204" pitchFamily="34" charset="-122"/>
                <a:ea typeface="微软雅黑" panose="020B0503020204020204" pitchFamily="34" charset="-122"/>
              </a:rPr>
              <a:t>+P</a:t>
            </a:r>
            <a:r>
              <a:rPr lang="en-US" altLang="zh-CN" sz="1600" spc="150" baseline="-25000" dirty="0">
                <a:solidFill>
                  <a:srgbClr val="000000"/>
                </a:solidFill>
                <a:latin typeface="微软雅黑" panose="020B0503020204020204" pitchFamily="34" charset="-122"/>
                <a:ea typeface="微软雅黑" panose="020B0503020204020204" pitchFamily="34" charset="-122"/>
              </a:rPr>
              <a:t>2</a:t>
            </a:r>
            <a:r>
              <a:rPr lang="en-US" altLang="zh-CN" sz="1600" spc="150" dirty="0">
                <a:solidFill>
                  <a:srgbClr val="000000"/>
                </a:solidFill>
                <a:latin typeface="微软雅黑" panose="020B0503020204020204" pitchFamily="34" charset="-122"/>
                <a:ea typeface="微软雅黑" panose="020B0503020204020204" pitchFamily="34" charset="-122"/>
              </a:rPr>
              <a:t>Q</a:t>
            </a:r>
            <a:r>
              <a:rPr lang="en-US" altLang="zh-CN" sz="1600" spc="150" baseline="-25000" dirty="0">
                <a:solidFill>
                  <a:srgbClr val="000000"/>
                </a:solidFill>
                <a:latin typeface="微软雅黑" panose="020B0503020204020204" pitchFamily="34" charset="-122"/>
                <a:ea typeface="微软雅黑" panose="020B0503020204020204" pitchFamily="34" charset="-122"/>
              </a:rPr>
              <a:t>2 +</a:t>
            </a:r>
            <a:r>
              <a:rPr lang="en-US" altLang="zh-CN" sz="1600" spc="150" dirty="0">
                <a:solidFill>
                  <a:srgbClr val="000000"/>
                </a:solidFill>
                <a:latin typeface="微软雅黑" panose="020B0503020204020204" pitchFamily="34" charset="-122"/>
                <a:ea typeface="微软雅黑" panose="020B0503020204020204" pitchFamily="34" charset="-122"/>
              </a:rPr>
              <a:t>…</a:t>
            </a:r>
            <a:r>
              <a:rPr lang="en-US" altLang="zh-CN" sz="1600" spc="150" baseline="-25000" dirty="0">
                <a:solidFill>
                  <a:srgbClr val="000000"/>
                </a:solidFill>
                <a:latin typeface="微软雅黑" panose="020B0503020204020204" pitchFamily="34" charset="-122"/>
                <a:ea typeface="微软雅黑" panose="020B0503020204020204" pitchFamily="34" charset="-122"/>
              </a:rPr>
              <a:t>+</a:t>
            </a:r>
            <a:r>
              <a:rPr lang="en-US" altLang="zh-CN" sz="1600" spc="150" dirty="0">
                <a:solidFill>
                  <a:srgbClr val="000000"/>
                </a:solidFill>
                <a:latin typeface="微软雅黑" panose="020B0503020204020204" pitchFamily="34" charset="-122"/>
                <a:ea typeface="微软雅黑" panose="020B0503020204020204" pitchFamily="34" charset="-122"/>
              </a:rPr>
              <a:t> </a:t>
            </a:r>
            <a:r>
              <a:rPr lang="en-US" altLang="zh-CN" sz="1600" spc="150" dirty="0" err="1">
                <a:solidFill>
                  <a:srgbClr val="000000"/>
                </a:solidFill>
                <a:latin typeface="微软雅黑" panose="020B0503020204020204" pitchFamily="34" charset="-122"/>
                <a:ea typeface="微软雅黑" panose="020B0503020204020204" pitchFamily="34" charset="-122"/>
              </a:rPr>
              <a:t>P</a:t>
            </a:r>
            <a:r>
              <a:rPr lang="en-US" altLang="zh-CN" sz="1600" spc="150" baseline="-25000" dirty="0" err="1">
                <a:solidFill>
                  <a:srgbClr val="000000"/>
                </a:solidFill>
                <a:latin typeface="微软雅黑" panose="020B0503020204020204" pitchFamily="34" charset="-122"/>
                <a:ea typeface="微软雅黑" panose="020B0503020204020204" pitchFamily="34" charset="-122"/>
              </a:rPr>
              <a:t>n</a:t>
            </a:r>
            <a:r>
              <a:rPr lang="en-US" altLang="zh-CN" sz="1600" spc="150" dirty="0" err="1">
                <a:solidFill>
                  <a:srgbClr val="000000"/>
                </a:solidFill>
                <a:latin typeface="微软雅黑" panose="020B0503020204020204" pitchFamily="34" charset="-122"/>
                <a:ea typeface="微软雅黑" panose="020B0503020204020204" pitchFamily="34" charset="-122"/>
              </a:rPr>
              <a:t>Q</a:t>
            </a:r>
            <a:r>
              <a:rPr lang="en-US" altLang="zh-CN" sz="1600" spc="150" baseline="-25000" dirty="0" err="1">
                <a:solidFill>
                  <a:srgbClr val="000000"/>
                </a:solidFill>
                <a:latin typeface="微软雅黑" panose="020B0503020204020204" pitchFamily="34" charset="-122"/>
                <a:ea typeface="微软雅黑" panose="020B0503020204020204" pitchFamily="34" charset="-122"/>
              </a:rPr>
              <a:t>n</a:t>
            </a:r>
            <a:r>
              <a:rPr lang="en-US" altLang="zh-CN" sz="1600" spc="150" baseline="-25000" dirty="0">
                <a:solidFill>
                  <a:srgbClr val="000000"/>
                </a:solidFill>
                <a:latin typeface="微软雅黑" panose="020B0503020204020204" pitchFamily="34" charset="-122"/>
                <a:ea typeface="微软雅黑" panose="020B0503020204020204" pitchFamily="34" charset="-122"/>
              </a:rPr>
              <a:t> </a:t>
            </a:r>
            <a:r>
              <a:rPr lang="en-US" altLang="zh-CN" sz="1600" spc="150" dirty="0">
                <a:solidFill>
                  <a:srgbClr val="000000"/>
                </a:solidFill>
                <a:latin typeface="微软雅黑" panose="020B0503020204020204" pitchFamily="34" charset="-122"/>
                <a:ea typeface="微软雅黑" panose="020B0503020204020204" pitchFamily="34" charset="-122"/>
              </a:rPr>
              <a:t>=m</a:t>
            </a:r>
          </a:p>
        </p:txBody>
      </p:sp>
      <p:pic>
        <p:nvPicPr>
          <p:cNvPr id="8" name="图片 7">
            <a:extLst>
              <a:ext uri="{FF2B5EF4-FFF2-40B4-BE49-F238E27FC236}">
                <a16:creationId xmlns:a16="http://schemas.microsoft.com/office/drawing/2014/main" id="{927121A8-E130-4CAF-8060-22F902C4995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11309" y="2662882"/>
            <a:ext cx="2757486" cy="3035172"/>
          </a:xfrm>
          <a:prstGeom prst="rect">
            <a:avLst/>
          </a:prstGeom>
        </p:spPr>
      </p:pic>
      <p:grpSp>
        <p:nvGrpSpPr>
          <p:cNvPr id="9" name="组合 8">
            <a:extLst>
              <a:ext uri="{FF2B5EF4-FFF2-40B4-BE49-F238E27FC236}">
                <a16:creationId xmlns:a16="http://schemas.microsoft.com/office/drawing/2014/main" id="{967E5282-39F4-4436-AD50-E0ED079BA062}"/>
              </a:ext>
            </a:extLst>
          </p:cNvPr>
          <p:cNvGrpSpPr/>
          <p:nvPr/>
        </p:nvGrpSpPr>
        <p:grpSpPr>
          <a:xfrm>
            <a:off x="467544" y="1161144"/>
            <a:ext cx="4067944" cy="659493"/>
            <a:chOff x="467544" y="1161144"/>
            <a:chExt cx="3806023" cy="659493"/>
          </a:xfrm>
        </p:grpSpPr>
        <p:sp>
          <p:nvSpPr>
            <p:cNvPr id="12" name="MH_Text_1">
              <a:extLst>
                <a:ext uri="{FF2B5EF4-FFF2-40B4-BE49-F238E27FC236}">
                  <a16:creationId xmlns:a16="http://schemas.microsoft.com/office/drawing/2014/main" id="{6E46D03F-9C01-41EE-B309-FAD463308E53}"/>
                </a:ext>
              </a:extLst>
            </p:cNvPr>
            <p:cNvSpPr/>
            <p:nvPr>
              <p:custDataLst>
                <p:tags r:id="rId1"/>
              </p:custDataLst>
            </p:nvPr>
          </p:nvSpPr>
          <p:spPr bwMode="auto">
            <a:xfrm>
              <a:off x="467544" y="1161144"/>
              <a:ext cx="3806023" cy="659493"/>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algn="ctr">
                <a:defRPr/>
              </a:pPr>
              <a:r>
                <a:rPr lang="zh-CN" altLang="en-US" sz="2000" spc="150" dirty="0">
                  <a:solidFill>
                    <a:srgbClr val="000000"/>
                  </a:solidFill>
                  <a:latin typeface="微软雅黑" panose="020B0503020204020204" pitchFamily="34" charset="-122"/>
                  <a:ea typeface="微软雅黑" panose="020B0503020204020204" pitchFamily="34" charset="-122"/>
                </a:rPr>
                <a:t>更多种商品情况下的效用最大化</a:t>
              </a:r>
            </a:p>
          </p:txBody>
        </p:sp>
        <p:sp>
          <p:nvSpPr>
            <p:cNvPr id="15" name="MH_Other_2">
              <a:extLst>
                <a:ext uri="{FF2B5EF4-FFF2-40B4-BE49-F238E27FC236}">
                  <a16:creationId xmlns:a16="http://schemas.microsoft.com/office/drawing/2014/main" id="{E5D6E343-9F5D-4ADE-8C9D-D6E5C183F3F8}"/>
                </a:ext>
              </a:extLst>
            </p:cNvPr>
            <p:cNvSpPr/>
            <p:nvPr>
              <p:custDataLst>
                <p:tags r:id="rId2"/>
              </p:custDataLst>
            </p:nvPr>
          </p:nvSpPr>
          <p:spPr bwMode="auto">
            <a:xfrm rot="10800000">
              <a:off x="4004344" y="1240922"/>
              <a:ext cx="189743" cy="162838"/>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Tree>
    <p:extLst>
      <p:ext uri="{BB962C8B-B14F-4D97-AF65-F5344CB8AC3E}">
        <p14:creationId xmlns:p14="http://schemas.microsoft.com/office/powerpoint/2010/main" val="164656037"/>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randombar(horizontal)">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1000"/>
                                        <p:tgtEl>
                                          <p:spTgt spid="10"/>
                                        </p:tgtEl>
                                      </p:cBhvr>
                                    </p:animEffect>
                                    <p:anim calcmode="lin" valueType="num">
                                      <p:cBhvr>
                                        <p:cTn id="28" dur="1000" fill="hold"/>
                                        <p:tgtEl>
                                          <p:spTgt spid="10"/>
                                        </p:tgtEl>
                                        <p:attrNameLst>
                                          <p:attrName>ppt_x</p:attrName>
                                        </p:attrNameLst>
                                      </p:cBhvr>
                                      <p:tavLst>
                                        <p:tav tm="0">
                                          <p:val>
                                            <p:strVal val="#ppt_x"/>
                                          </p:val>
                                        </p:tav>
                                        <p:tav tm="100000">
                                          <p:val>
                                            <p:strVal val="#ppt_x"/>
                                          </p:val>
                                        </p:tav>
                                      </p:tavLst>
                                    </p:anim>
                                    <p:anim calcmode="lin" valueType="num">
                                      <p:cBhvr>
                                        <p:cTn id="2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E4A50A50-AB5A-460A-8097-75D12B22AB36}"/>
              </a:ext>
            </a:extLst>
          </p:cNvPr>
          <p:cNvSpPr/>
          <p:nvPr/>
        </p:nvSpPr>
        <p:spPr>
          <a:xfrm>
            <a:off x="1086133" y="2071751"/>
            <a:ext cx="7046686" cy="397353"/>
          </a:xfrm>
          <a:prstGeom prst="rect">
            <a:avLst/>
          </a:prstGeom>
        </p:spPr>
        <p:txBody>
          <a:bodyPr wrap="square">
            <a:spAutoFit/>
          </a:bodyPr>
          <a:lstStyle/>
          <a:p>
            <a:pPr marL="538163" lvl="3" indent="-261938" defTabSz="457200" eaLnBrk="1" hangingPunct="1">
              <a:lnSpc>
                <a:spcPts val="2600"/>
              </a:lnSpc>
              <a:buFont typeface="Wingdings" panose="05000000000000000000" pitchFamily="2" charset="2"/>
              <a:buChar char="Ø"/>
            </a:pPr>
            <a:r>
              <a:rPr lang="zh-CN" altLang="en-US" spc="150" dirty="0">
                <a:solidFill>
                  <a:srgbClr val="000000"/>
                </a:solidFill>
                <a:latin typeface="微软雅黑" panose="020B0503020204020204" pitchFamily="34" charset="-122"/>
                <a:ea typeface="微软雅黑" panose="020B0503020204020204" pitchFamily="34" charset="-122"/>
              </a:rPr>
              <a:t>一种商品情况下的效用最大化</a:t>
            </a:r>
            <a:endParaRPr lang="en-US" altLang="zh-CN" spc="150" dirty="0">
              <a:solidFill>
                <a:srgbClr val="000000"/>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546A719A-D3F2-4B4A-A636-C460876F4EAB}"/>
                  </a:ext>
                </a:extLst>
              </p:cNvPr>
              <p:cNvSpPr/>
              <p:nvPr/>
            </p:nvSpPr>
            <p:spPr>
              <a:xfrm>
                <a:off x="3986898" y="2673628"/>
                <a:ext cx="4572000" cy="440633"/>
              </a:xfrm>
              <a:prstGeom prst="rect">
                <a:avLst/>
              </a:prstGeom>
            </p:spPr>
            <p:txBody>
              <a:bodyPr>
                <a:spAutoFit/>
              </a:bodyPr>
              <a:lstStyle/>
              <a:p>
                <a:pPr marL="0" lvl="3" defTabSz="457200" eaLnBrk="1" hangingPunct="1">
                  <a:spcAft>
                    <a:spcPts val="1200"/>
                  </a:spcAft>
                  <a:buNone/>
                </a:pPr>
                <a14:m>
                  <m:oMath xmlns:m="http://schemas.openxmlformats.org/officeDocument/2006/math">
                    <m:f>
                      <m:fPr>
                        <m:ctrlPr>
                          <a:rPr lang="en-US" altLang="zh-CN" sz="1600" i="1" spc="150">
                            <a:solidFill>
                              <a:srgbClr val="000000"/>
                            </a:solidFill>
                            <a:latin typeface="Cambria Math" panose="02040503050406030204" pitchFamily="18" charset="0"/>
                            <a:ea typeface="微软雅黑" panose="020B0503020204020204" pitchFamily="34" charset="-122"/>
                          </a:rPr>
                        </m:ctrlPr>
                      </m:fPr>
                      <m:num>
                        <m:r>
                          <a:rPr lang="en-US" altLang="zh-CN" sz="1600" i="1" spc="150">
                            <a:solidFill>
                              <a:srgbClr val="000000"/>
                            </a:solidFill>
                            <a:latin typeface="Cambria Math" panose="02040503050406030204" pitchFamily="18" charset="0"/>
                            <a:ea typeface="微软雅黑" panose="020B0503020204020204" pitchFamily="34" charset="-122"/>
                          </a:rPr>
                          <m:t>𝑀𝑈</m:t>
                        </m:r>
                      </m:num>
                      <m:den>
                        <m:r>
                          <a:rPr lang="en-US" altLang="zh-CN" sz="1600" i="1" spc="150">
                            <a:solidFill>
                              <a:srgbClr val="000000"/>
                            </a:solidFill>
                            <a:latin typeface="Cambria Math" panose="02040503050406030204" pitchFamily="18" charset="0"/>
                            <a:ea typeface="微软雅黑" panose="020B0503020204020204" pitchFamily="34" charset="-122"/>
                          </a:rPr>
                          <m:t>𝑃</m:t>
                        </m:r>
                      </m:den>
                    </m:f>
                    <m:r>
                      <a:rPr lang="en-US" altLang="zh-CN" sz="1600" i="1" spc="150">
                        <a:solidFill>
                          <a:srgbClr val="000000"/>
                        </a:solidFill>
                        <a:latin typeface="Cambria Math" panose="02040503050406030204" pitchFamily="18" charset="0"/>
                        <a:ea typeface="微软雅黑" panose="020B0503020204020204" pitchFamily="34" charset="-122"/>
                      </a:rPr>
                      <m:t>= </m:t>
                    </m:r>
                  </m:oMath>
                </a14:m>
                <a:r>
                  <a:rPr lang="el-GR" altLang="zh-CN" sz="1600" spc="150" dirty="0">
                    <a:solidFill>
                      <a:srgbClr val="000000"/>
                    </a:solidFill>
                    <a:latin typeface="微软雅黑" panose="020B0503020204020204" pitchFamily="34" charset="-122"/>
                    <a:ea typeface="微软雅黑" panose="020B0503020204020204" pitchFamily="34" charset="-122"/>
                  </a:rPr>
                  <a:t>λ</a:t>
                </a:r>
                <a:endParaRPr lang="en-US" altLang="zh-CN" sz="1600" spc="150" dirty="0">
                  <a:solidFill>
                    <a:srgbClr val="000000"/>
                  </a:solidFill>
                  <a:latin typeface="微软雅黑" panose="020B0503020204020204" pitchFamily="34" charset="-122"/>
                  <a:ea typeface="微软雅黑" panose="020B0503020204020204" pitchFamily="34" charset="-122"/>
                </a:endParaRPr>
              </a:p>
            </p:txBody>
          </p:sp>
        </mc:Choice>
        <mc:Fallback xmlns="">
          <p:sp>
            <p:nvSpPr>
              <p:cNvPr id="3" name="矩形 2">
                <a:extLst>
                  <a:ext uri="{FF2B5EF4-FFF2-40B4-BE49-F238E27FC236}">
                    <a16:creationId xmlns:a16="http://schemas.microsoft.com/office/drawing/2014/main" id="{546A719A-D3F2-4B4A-A636-C460876F4EAB}"/>
                  </a:ext>
                </a:extLst>
              </p:cNvPr>
              <p:cNvSpPr>
                <a:spLocks noRot="1" noChangeAspect="1" noMove="1" noResize="1" noEditPoints="1" noAdjustHandles="1" noChangeArrowheads="1" noChangeShapeType="1" noTextEdit="1"/>
              </p:cNvSpPr>
              <p:nvPr/>
            </p:nvSpPr>
            <p:spPr>
              <a:xfrm>
                <a:off x="3986898" y="2673628"/>
                <a:ext cx="4572000" cy="440633"/>
              </a:xfrm>
              <a:prstGeom prst="rect">
                <a:avLst/>
              </a:prstGeom>
              <a:blipFill>
                <a:blip r:embed="rId4"/>
                <a:stretch>
                  <a:fillRect b="-5556"/>
                </a:stretch>
              </a:blipFill>
            </p:spPr>
            <p:txBody>
              <a:bodyPr/>
              <a:lstStyle/>
              <a:p>
                <a:r>
                  <a:rPr lang="zh-CN" altLang="en-US">
                    <a:noFill/>
                  </a:rPr>
                  <a:t> </a:t>
                </a:r>
              </a:p>
            </p:txBody>
          </p:sp>
        </mc:Fallback>
      </mc:AlternateContent>
      <p:sp>
        <p:nvSpPr>
          <p:cNvPr id="10" name="矩形 9">
            <a:extLst>
              <a:ext uri="{FF2B5EF4-FFF2-40B4-BE49-F238E27FC236}">
                <a16:creationId xmlns:a16="http://schemas.microsoft.com/office/drawing/2014/main" id="{6AB47915-B4AE-4098-BA1D-78BFE0AF0909}"/>
              </a:ext>
            </a:extLst>
          </p:cNvPr>
          <p:cNvSpPr/>
          <p:nvPr/>
        </p:nvSpPr>
        <p:spPr>
          <a:xfrm>
            <a:off x="1086133" y="3308284"/>
            <a:ext cx="4572000" cy="397353"/>
          </a:xfrm>
          <a:prstGeom prst="rect">
            <a:avLst/>
          </a:prstGeom>
        </p:spPr>
        <p:txBody>
          <a:bodyPr>
            <a:spAutoFit/>
          </a:bodyPr>
          <a:lstStyle/>
          <a:p>
            <a:pPr marL="538163" lvl="3" indent="-261938" defTabSz="457200" eaLnBrk="1" hangingPunct="1">
              <a:lnSpc>
                <a:spcPts val="2600"/>
              </a:lnSpc>
              <a:buFont typeface="Wingdings" panose="05000000000000000000" pitchFamily="2" charset="2"/>
              <a:buChar char="Ø"/>
            </a:pPr>
            <a:r>
              <a:rPr lang="zh-CN" altLang="en-US" spc="150" dirty="0">
                <a:solidFill>
                  <a:srgbClr val="000000"/>
                </a:solidFill>
                <a:latin typeface="微软雅黑" panose="020B0503020204020204" pitchFamily="34" charset="-122"/>
                <a:ea typeface="微软雅黑" panose="020B0503020204020204" pitchFamily="34" charset="-122"/>
              </a:rPr>
              <a:t>两种商品情况下的效用最大化</a:t>
            </a:r>
            <a:endParaRPr lang="en-US" altLang="zh-CN" spc="150" dirty="0">
              <a:solidFill>
                <a:srgbClr val="000000"/>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5990281B-4FD3-482C-A05C-9F92DE87D047}"/>
                  </a:ext>
                </a:extLst>
              </p:cNvPr>
              <p:cNvSpPr/>
              <p:nvPr/>
            </p:nvSpPr>
            <p:spPr>
              <a:xfrm>
                <a:off x="2697126" y="3933501"/>
                <a:ext cx="2419106" cy="471155"/>
              </a:xfrm>
              <a:prstGeom prst="rect">
                <a:avLst/>
              </a:prstGeom>
            </p:spPr>
            <p:txBody>
              <a:bodyPr wrap="square">
                <a:spAutoFit/>
              </a:bodyPr>
              <a:lstStyle/>
              <a:p>
                <a:pPr marL="0" lvl="3" defTabSz="457200" eaLnBrk="1" hangingPunct="1">
                  <a:spcAft>
                    <a:spcPts val="600"/>
                  </a:spcAft>
                  <a:buNone/>
                </a:pPr>
                <a14:m>
                  <m:oMath xmlns:m="http://schemas.openxmlformats.org/officeDocument/2006/math">
                    <m:f>
                      <m:fPr>
                        <m:ctrlPr>
                          <a:rPr lang="en-US" altLang="zh-CN" sz="1600" i="1" spc="150">
                            <a:solidFill>
                              <a:srgbClr val="000000"/>
                            </a:solidFill>
                            <a:latin typeface="Cambria Math" panose="02040503050406030204" pitchFamily="18" charset="0"/>
                            <a:ea typeface="微软雅黑" panose="020B0503020204020204" pitchFamily="34" charset="-122"/>
                          </a:rPr>
                        </m:ctrlPr>
                      </m:fPr>
                      <m:num>
                        <m:sSub>
                          <m:sSubPr>
                            <m:ctrlPr>
                              <a:rPr lang="en-US" altLang="zh-CN" sz="1600" i="1" spc="150">
                                <a:solidFill>
                                  <a:srgbClr val="000000"/>
                                </a:solidFill>
                                <a:latin typeface="Cambria Math" panose="02040503050406030204" pitchFamily="18" charset="0"/>
                                <a:ea typeface="微软雅黑" panose="020B0503020204020204" pitchFamily="34" charset="-122"/>
                              </a:rPr>
                            </m:ctrlPr>
                          </m:sSubPr>
                          <m:e>
                            <m:r>
                              <a:rPr lang="en-US" altLang="zh-CN" sz="1600" i="1" spc="150">
                                <a:solidFill>
                                  <a:srgbClr val="000000"/>
                                </a:solidFill>
                                <a:latin typeface="Cambria Math" panose="02040503050406030204" pitchFamily="18" charset="0"/>
                                <a:ea typeface="微软雅黑" panose="020B0503020204020204" pitchFamily="34" charset="-122"/>
                              </a:rPr>
                              <m:t>𝑀𝑈</m:t>
                            </m:r>
                          </m:e>
                          <m:sub>
                            <m:r>
                              <a:rPr lang="en-US" altLang="zh-CN" sz="1600" i="1" spc="150">
                                <a:solidFill>
                                  <a:srgbClr val="000000"/>
                                </a:solidFill>
                                <a:latin typeface="Cambria Math" panose="02040503050406030204" pitchFamily="18" charset="0"/>
                                <a:ea typeface="微软雅黑" panose="020B0503020204020204" pitchFamily="34" charset="-122"/>
                              </a:rPr>
                              <m:t>1</m:t>
                            </m:r>
                          </m:sub>
                        </m:sSub>
                      </m:num>
                      <m:den>
                        <m:sSub>
                          <m:sSubPr>
                            <m:ctrlPr>
                              <a:rPr lang="en-US" altLang="zh-CN" sz="1600" i="1" spc="150">
                                <a:solidFill>
                                  <a:srgbClr val="000000"/>
                                </a:solidFill>
                                <a:latin typeface="Cambria Math" panose="02040503050406030204" pitchFamily="18" charset="0"/>
                                <a:ea typeface="微软雅黑" panose="020B0503020204020204" pitchFamily="34" charset="-122"/>
                              </a:rPr>
                            </m:ctrlPr>
                          </m:sSubPr>
                          <m:e>
                            <m:r>
                              <a:rPr lang="en-US" altLang="zh-CN" sz="1600" i="1" spc="150">
                                <a:solidFill>
                                  <a:srgbClr val="000000"/>
                                </a:solidFill>
                                <a:latin typeface="Cambria Math" panose="02040503050406030204" pitchFamily="18" charset="0"/>
                                <a:ea typeface="微软雅黑" panose="020B0503020204020204" pitchFamily="34" charset="-122"/>
                              </a:rPr>
                              <m:t>𝑃</m:t>
                            </m:r>
                          </m:e>
                          <m:sub>
                            <m:r>
                              <a:rPr lang="en-US" altLang="zh-CN" sz="1600" i="1" spc="150">
                                <a:solidFill>
                                  <a:srgbClr val="000000"/>
                                </a:solidFill>
                                <a:latin typeface="Cambria Math" panose="02040503050406030204" pitchFamily="18" charset="0"/>
                                <a:ea typeface="微软雅黑" panose="020B0503020204020204" pitchFamily="34" charset="-122"/>
                              </a:rPr>
                              <m:t>1</m:t>
                            </m:r>
                          </m:sub>
                        </m:sSub>
                      </m:den>
                    </m:f>
                  </m:oMath>
                </a14:m>
                <a:r>
                  <a:rPr lang="en-US" altLang="zh-CN" sz="1600" spc="150" dirty="0">
                    <a:solidFill>
                      <a:srgbClr val="000000"/>
                    </a:solidFill>
                    <a:latin typeface="微软雅黑" panose="020B0503020204020204" pitchFamily="34" charset="-122"/>
                    <a:ea typeface="微软雅黑" panose="020B0503020204020204" pitchFamily="34" charset="-122"/>
                  </a:rPr>
                  <a:t> =</a:t>
                </a:r>
                <a:r>
                  <a:rPr lang="en-US" altLang="zh-CN" sz="1600" spc="150" dirty="0">
                    <a:solidFill>
                      <a:srgbClr val="000000"/>
                    </a:solidFill>
                    <a:ea typeface="微软雅黑" panose="020B0503020204020204" pitchFamily="34" charset="-122"/>
                  </a:rPr>
                  <a:t> </a:t>
                </a:r>
                <a14:m>
                  <m:oMath xmlns:m="http://schemas.openxmlformats.org/officeDocument/2006/math">
                    <m:f>
                      <m:fPr>
                        <m:ctrlPr>
                          <a:rPr lang="en-US" altLang="zh-CN" sz="1600" i="1" spc="150">
                            <a:solidFill>
                              <a:srgbClr val="000000"/>
                            </a:solidFill>
                            <a:latin typeface="Cambria Math" panose="02040503050406030204" pitchFamily="18" charset="0"/>
                            <a:ea typeface="微软雅黑" panose="020B0503020204020204" pitchFamily="34" charset="-122"/>
                          </a:rPr>
                        </m:ctrlPr>
                      </m:fPr>
                      <m:num>
                        <m:sSub>
                          <m:sSubPr>
                            <m:ctrlPr>
                              <a:rPr lang="en-US" altLang="zh-CN" sz="1600" i="1" spc="150">
                                <a:solidFill>
                                  <a:srgbClr val="000000"/>
                                </a:solidFill>
                                <a:latin typeface="Cambria Math" panose="02040503050406030204" pitchFamily="18" charset="0"/>
                                <a:ea typeface="微软雅黑" panose="020B0503020204020204" pitchFamily="34" charset="-122"/>
                              </a:rPr>
                            </m:ctrlPr>
                          </m:sSubPr>
                          <m:e>
                            <m:r>
                              <a:rPr lang="en-US" altLang="zh-CN" sz="1600" i="1" spc="150">
                                <a:solidFill>
                                  <a:srgbClr val="000000"/>
                                </a:solidFill>
                                <a:latin typeface="Cambria Math" panose="02040503050406030204" pitchFamily="18" charset="0"/>
                                <a:ea typeface="微软雅黑" panose="020B0503020204020204" pitchFamily="34" charset="-122"/>
                              </a:rPr>
                              <m:t>𝑀𝑈</m:t>
                            </m:r>
                          </m:e>
                          <m:sub>
                            <m:r>
                              <a:rPr lang="en-US" altLang="zh-CN" sz="1600" i="1" spc="150">
                                <a:solidFill>
                                  <a:srgbClr val="000000"/>
                                </a:solidFill>
                                <a:latin typeface="Cambria Math" panose="02040503050406030204" pitchFamily="18" charset="0"/>
                                <a:ea typeface="微软雅黑" panose="020B0503020204020204" pitchFamily="34" charset="-122"/>
                              </a:rPr>
                              <m:t>2</m:t>
                            </m:r>
                          </m:sub>
                        </m:sSub>
                      </m:num>
                      <m:den>
                        <m:sSub>
                          <m:sSubPr>
                            <m:ctrlPr>
                              <a:rPr lang="en-US" altLang="zh-CN" sz="1600" i="1" spc="150">
                                <a:solidFill>
                                  <a:srgbClr val="000000"/>
                                </a:solidFill>
                                <a:latin typeface="Cambria Math" panose="02040503050406030204" pitchFamily="18" charset="0"/>
                                <a:ea typeface="微软雅黑" panose="020B0503020204020204" pitchFamily="34" charset="-122"/>
                              </a:rPr>
                            </m:ctrlPr>
                          </m:sSubPr>
                          <m:e>
                            <m:r>
                              <a:rPr lang="en-US" altLang="zh-CN" sz="1600" i="1" spc="150">
                                <a:solidFill>
                                  <a:srgbClr val="000000"/>
                                </a:solidFill>
                                <a:latin typeface="Cambria Math" panose="02040503050406030204" pitchFamily="18" charset="0"/>
                                <a:ea typeface="微软雅黑" panose="020B0503020204020204" pitchFamily="34" charset="-122"/>
                              </a:rPr>
                              <m:t>𝑃</m:t>
                            </m:r>
                          </m:e>
                          <m:sub>
                            <m:r>
                              <a:rPr lang="en-US" altLang="zh-CN" sz="1600" i="1" spc="150">
                                <a:solidFill>
                                  <a:srgbClr val="000000"/>
                                </a:solidFill>
                                <a:latin typeface="Cambria Math" panose="02040503050406030204" pitchFamily="18" charset="0"/>
                                <a:ea typeface="微软雅黑" panose="020B0503020204020204" pitchFamily="34" charset="-122"/>
                              </a:rPr>
                              <m:t>2</m:t>
                            </m:r>
                          </m:sub>
                        </m:sSub>
                      </m:den>
                    </m:f>
                  </m:oMath>
                </a14:m>
                <a:r>
                  <a:rPr lang="en-US" altLang="zh-CN" sz="1600" spc="150" dirty="0">
                    <a:solidFill>
                      <a:srgbClr val="000000"/>
                    </a:solidFill>
                    <a:latin typeface="微软雅黑" panose="020B0503020204020204" pitchFamily="34" charset="-122"/>
                    <a:ea typeface="微软雅黑" panose="020B0503020204020204" pitchFamily="34" charset="-122"/>
                  </a:rPr>
                  <a:t> </a:t>
                </a:r>
                <a:r>
                  <a:rPr lang="en-US" altLang="zh-CN" sz="1600" spc="150" baseline="-25000" dirty="0">
                    <a:solidFill>
                      <a:srgbClr val="000000"/>
                    </a:solidFill>
                    <a:latin typeface="微软雅黑" panose="020B0503020204020204" pitchFamily="34" charset="-122"/>
                    <a:ea typeface="微软雅黑" panose="020B0503020204020204" pitchFamily="34" charset="-122"/>
                  </a:rPr>
                  <a:t> </a:t>
                </a:r>
                <a:r>
                  <a:rPr lang="en-US" altLang="zh-CN" sz="1600" spc="150" dirty="0">
                    <a:solidFill>
                      <a:srgbClr val="000000"/>
                    </a:solidFill>
                    <a:latin typeface="微软雅黑" panose="020B0503020204020204" pitchFamily="34" charset="-122"/>
                    <a:ea typeface="微软雅黑" panose="020B0503020204020204" pitchFamily="34" charset="-122"/>
                  </a:rPr>
                  <a:t>=</a:t>
                </a:r>
                <a:r>
                  <a:rPr lang="el-GR" altLang="zh-CN" sz="1600" spc="150" dirty="0">
                    <a:solidFill>
                      <a:srgbClr val="000000"/>
                    </a:solidFill>
                    <a:latin typeface="微软雅黑" panose="020B0503020204020204" pitchFamily="34" charset="-122"/>
                    <a:ea typeface="微软雅黑" panose="020B0503020204020204" pitchFamily="34" charset="-122"/>
                  </a:rPr>
                  <a:t>λ</a:t>
                </a:r>
                <a:endParaRPr lang="en-US" altLang="zh-CN" sz="1600" spc="150" dirty="0">
                  <a:solidFill>
                    <a:srgbClr val="000000"/>
                  </a:solidFill>
                  <a:latin typeface="微软雅黑" panose="020B0503020204020204" pitchFamily="34" charset="-122"/>
                  <a:ea typeface="微软雅黑" panose="020B0503020204020204" pitchFamily="34" charset="-122"/>
                </a:endParaRPr>
              </a:p>
            </p:txBody>
          </p:sp>
        </mc:Choice>
        <mc:Fallback xmlns="">
          <p:sp>
            <p:nvSpPr>
              <p:cNvPr id="11" name="矩形 10">
                <a:extLst>
                  <a:ext uri="{FF2B5EF4-FFF2-40B4-BE49-F238E27FC236}">
                    <a16:creationId xmlns:a16="http://schemas.microsoft.com/office/drawing/2014/main" id="{5990281B-4FD3-482C-A05C-9F92DE87D047}"/>
                  </a:ext>
                </a:extLst>
              </p:cNvPr>
              <p:cNvSpPr>
                <a:spLocks noRot="1" noChangeAspect="1" noMove="1" noResize="1" noEditPoints="1" noAdjustHandles="1" noChangeArrowheads="1" noChangeShapeType="1" noTextEdit="1"/>
              </p:cNvSpPr>
              <p:nvPr/>
            </p:nvSpPr>
            <p:spPr>
              <a:xfrm>
                <a:off x="2697126" y="3933501"/>
                <a:ext cx="2419106" cy="471155"/>
              </a:xfrm>
              <a:prstGeom prst="rect">
                <a:avLst/>
              </a:prstGeom>
              <a:blipFill>
                <a:blip r:embed="rId5"/>
                <a:stretch>
                  <a:fillRect/>
                </a:stretch>
              </a:blipFill>
            </p:spPr>
            <p:txBody>
              <a:bodyPr/>
              <a:lstStyle/>
              <a:p>
                <a:r>
                  <a:rPr lang="zh-CN" altLang="en-US">
                    <a:noFill/>
                  </a:rPr>
                  <a:t> </a:t>
                </a:r>
              </a:p>
            </p:txBody>
          </p:sp>
        </mc:Fallback>
      </mc:AlternateContent>
      <p:sp>
        <p:nvSpPr>
          <p:cNvPr id="13" name="矩形 12">
            <a:extLst>
              <a:ext uri="{FF2B5EF4-FFF2-40B4-BE49-F238E27FC236}">
                <a16:creationId xmlns:a16="http://schemas.microsoft.com/office/drawing/2014/main" id="{9380224B-0DD0-40EB-BB04-913A1FF8D455}"/>
              </a:ext>
            </a:extLst>
          </p:cNvPr>
          <p:cNvSpPr/>
          <p:nvPr/>
        </p:nvSpPr>
        <p:spPr>
          <a:xfrm>
            <a:off x="4448580" y="3999801"/>
            <a:ext cx="2419106" cy="338554"/>
          </a:xfrm>
          <a:prstGeom prst="rect">
            <a:avLst/>
          </a:prstGeom>
        </p:spPr>
        <p:txBody>
          <a:bodyPr wrap="square">
            <a:spAutoFit/>
          </a:bodyPr>
          <a:lstStyle/>
          <a:p>
            <a:pPr marL="276225" lvl="3" indent="257175" defTabSz="457200" eaLnBrk="1" hangingPunct="1">
              <a:spcAft>
                <a:spcPts val="1200"/>
              </a:spcAft>
              <a:buNone/>
            </a:pPr>
            <a:r>
              <a:rPr lang="en-US" altLang="zh-CN" sz="1600" spc="150" dirty="0">
                <a:solidFill>
                  <a:srgbClr val="000000"/>
                </a:solidFill>
                <a:latin typeface="微软雅黑" panose="020B0503020204020204" pitchFamily="34" charset="-122"/>
                <a:ea typeface="微软雅黑" panose="020B0503020204020204" pitchFamily="34" charset="-122"/>
              </a:rPr>
              <a:t>P</a:t>
            </a:r>
            <a:r>
              <a:rPr lang="en-US" altLang="zh-CN" sz="1600" spc="150" baseline="-25000" dirty="0">
                <a:solidFill>
                  <a:srgbClr val="000000"/>
                </a:solidFill>
                <a:latin typeface="微软雅黑" panose="020B0503020204020204" pitchFamily="34" charset="-122"/>
                <a:ea typeface="微软雅黑" panose="020B0503020204020204" pitchFamily="34" charset="-122"/>
              </a:rPr>
              <a:t>1</a:t>
            </a:r>
            <a:r>
              <a:rPr lang="en-US" altLang="zh-CN" sz="1600" spc="150" dirty="0">
                <a:solidFill>
                  <a:srgbClr val="000000"/>
                </a:solidFill>
                <a:latin typeface="微软雅黑" panose="020B0503020204020204" pitchFamily="34" charset="-122"/>
                <a:ea typeface="微软雅黑" panose="020B0503020204020204" pitchFamily="34" charset="-122"/>
              </a:rPr>
              <a:t>Q</a:t>
            </a:r>
            <a:r>
              <a:rPr lang="en-US" altLang="zh-CN" sz="1600" spc="150" baseline="-25000" dirty="0">
                <a:solidFill>
                  <a:srgbClr val="000000"/>
                </a:solidFill>
                <a:latin typeface="微软雅黑" panose="020B0503020204020204" pitchFamily="34" charset="-122"/>
                <a:ea typeface="微软雅黑" panose="020B0503020204020204" pitchFamily="34" charset="-122"/>
              </a:rPr>
              <a:t>1</a:t>
            </a:r>
            <a:r>
              <a:rPr lang="en-US" altLang="zh-CN" sz="1600" spc="150" dirty="0">
                <a:solidFill>
                  <a:srgbClr val="000000"/>
                </a:solidFill>
                <a:latin typeface="微软雅黑" panose="020B0503020204020204" pitchFamily="34" charset="-122"/>
                <a:ea typeface="微软雅黑" panose="020B0503020204020204" pitchFamily="34" charset="-122"/>
              </a:rPr>
              <a:t>+P</a:t>
            </a:r>
            <a:r>
              <a:rPr lang="en-US" altLang="zh-CN" sz="1600" spc="150" baseline="-25000" dirty="0">
                <a:solidFill>
                  <a:srgbClr val="000000"/>
                </a:solidFill>
                <a:latin typeface="微软雅黑" panose="020B0503020204020204" pitchFamily="34" charset="-122"/>
                <a:ea typeface="微软雅黑" panose="020B0503020204020204" pitchFamily="34" charset="-122"/>
              </a:rPr>
              <a:t>2</a:t>
            </a:r>
            <a:r>
              <a:rPr lang="en-US" altLang="zh-CN" sz="1600" spc="150" dirty="0">
                <a:solidFill>
                  <a:srgbClr val="000000"/>
                </a:solidFill>
                <a:latin typeface="微软雅黑" panose="020B0503020204020204" pitchFamily="34" charset="-122"/>
                <a:ea typeface="微软雅黑" panose="020B0503020204020204" pitchFamily="34" charset="-122"/>
              </a:rPr>
              <a:t>Q</a:t>
            </a:r>
            <a:r>
              <a:rPr lang="en-US" altLang="zh-CN" sz="1600" spc="150" baseline="-25000" dirty="0">
                <a:solidFill>
                  <a:srgbClr val="000000"/>
                </a:solidFill>
                <a:latin typeface="微软雅黑" panose="020B0503020204020204" pitchFamily="34" charset="-122"/>
                <a:ea typeface="微软雅黑" panose="020B0503020204020204" pitchFamily="34" charset="-122"/>
              </a:rPr>
              <a:t>2 </a:t>
            </a:r>
            <a:r>
              <a:rPr lang="en-US" altLang="zh-CN" sz="1600" spc="150" dirty="0">
                <a:solidFill>
                  <a:srgbClr val="000000"/>
                </a:solidFill>
                <a:latin typeface="微软雅黑" panose="020B0503020204020204" pitchFamily="34" charset="-122"/>
                <a:ea typeface="微软雅黑" panose="020B0503020204020204" pitchFamily="34" charset="-122"/>
              </a:rPr>
              <a:t>=m</a:t>
            </a:r>
          </a:p>
        </p:txBody>
      </p:sp>
      <p:sp>
        <p:nvSpPr>
          <p:cNvPr id="14" name="矩形 13">
            <a:extLst>
              <a:ext uri="{FF2B5EF4-FFF2-40B4-BE49-F238E27FC236}">
                <a16:creationId xmlns:a16="http://schemas.microsoft.com/office/drawing/2014/main" id="{1B548592-0CFC-43B9-9B81-4CF8C227503F}"/>
              </a:ext>
            </a:extLst>
          </p:cNvPr>
          <p:cNvSpPr/>
          <p:nvPr/>
        </p:nvSpPr>
        <p:spPr>
          <a:xfrm>
            <a:off x="1086133" y="4559682"/>
            <a:ext cx="4572000" cy="397353"/>
          </a:xfrm>
          <a:prstGeom prst="rect">
            <a:avLst/>
          </a:prstGeom>
        </p:spPr>
        <p:txBody>
          <a:bodyPr>
            <a:spAutoFit/>
          </a:bodyPr>
          <a:lstStyle/>
          <a:p>
            <a:pPr marL="538163" lvl="3" indent="-261938" defTabSz="457200" eaLnBrk="1" hangingPunct="1">
              <a:lnSpc>
                <a:spcPts val="2600"/>
              </a:lnSpc>
              <a:buFont typeface="Wingdings" panose="05000000000000000000" pitchFamily="2" charset="2"/>
              <a:buChar char="Ø"/>
            </a:pPr>
            <a:r>
              <a:rPr lang="zh-CN" altLang="en-US" spc="150" dirty="0">
                <a:solidFill>
                  <a:srgbClr val="000000"/>
                </a:solidFill>
                <a:latin typeface="微软雅黑" panose="020B0503020204020204" pitchFamily="34" charset="-122"/>
                <a:ea typeface="微软雅黑" panose="020B0503020204020204" pitchFamily="34" charset="-122"/>
              </a:rPr>
              <a:t>更多种商品情况下的效用最大化</a:t>
            </a:r>
            <a:endParaRPr lang="en-US" altLang="zh-CN" spc="150" dirty="0">
              <a:solidFill>
                <a:srgbClr val="000000"/>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5" name="矩形 14">
                <a:extLst>
                  <a:ext uri="{FF2B5EF4-FFF2-40B4-BE49-F238E27FC236}">
                    <a16:creationId xmlns:a16="http://schemas.microsoft.com/office/drawing/2014/main" id="{D42D0C66-1066-4CBD-8B9E-0611EE31ADAE}"/>
                  </a:ext>
                </a:extLst>
              </p:cNvPr>
              <p:cNvSpPr/>
              <p:nvPr/>
            </p:nvSpPr>
            <p:spPr>
              <a:xfrm>
                <a:off x="1815336" y="5382010"/>
                <a:ext cx="4572000" cy="472437"/>
              </a:xfrm>
              <a:prstGeom prst="rect">
                <a:avLst/>
              </a:prstGeom>
            </p:spPr>
            <p:txBody>
              <a:bodyPr>
                <a:spAutoFit/>
              </a:bodyPr>
              <a:lstStyle/>
              <a:p>
                <a:pPr marL="0" lvl="3" defTabSz="457200" eaLnBrk="1" hangingPunct="1">
                  <a:spcAft>
                    <a:spcPts val="600"/>
                  </a:spcAft>
                  <a:buNone/>
                </a:pPr>
                <a14:m>
                  <m:oMath xmlns:m="http://schemas.openxmlformats.org/officeDocument/2006/math">
                    <m:f>
                      <m:fPr>
                        <m:ctrlPr>
                          <a:rPr lang="en-US" altLang="zh-CN" sz="1600" i="1" spc="150">
                            <a:solidFill>
                              <a:srgbClr val="000000"/>
                            </a:solidFill>
                            <a:latin typeface="Cambria Math" panose="02040503050406030204" pitchFamily="18" charset="0"/>
                            <a:ea typeface="微软雅黑" panose="020B0503020204020204" pitchFamily="34" charset="-122"/>
                          </a:rPr>
                        </m:ctrlPr>
                      </m:fPr>
                      <m:num>
                        <m:sSub>
                          <m:sSubPr>
                            <m:ctrlPr>
                              <a:rPr lang="en-US" altLang="zh-CN" sz="1600" i="1" spc="150">
                                <a:solidFill>
                                  <a:srgbClr val="000000"/>
                                </a:solidFill>
                                <a:latin typeface="Cambria Math" panose="02040503050406030204" pitchFamily="18" charset="0"/>
                                <a:ea typeface="微软雅黑" panose="020B0503020204020204" pitchFamily="34" charset="-122"/>
                              </a:rPr>
                            </m:ctrlPr>
                          </m:sSubPr>
                          <m:e>
                            <m:r>
                              <a:rPr lang="en-US" altLang="zh-CN" sz="1600" i="1" spc="150">
                                <a:solidFill>
                                  <a:srgbClr val="000000"/>
                                </a:solidFill>
                                <a:latin typeface="Cambria Math" panose="02040503050406030204" pitchFamily="18" charset="0"/>
                                <a:ea typeface="微软雅黑" panose="020B0503020204020204" pitchFamily="34" charset="-122"/>
                              </a:rPr>
                              <m:t>𝑀𝑈</m:t>
                            </m:r>
                          </m:e>
                          <m:sub>
                            <m:r>
                              <a:rPr lang="en-US" altLang="zh-CN" sz="1600" i="1" spc="150">
                                <a:solidFill>
                                  <a:srgbClr val="000000"/>
                                </a:solidFill>
                                <a:latin typeface="Cambria Math" panose="02040503050406030204" pitchFamily="18" charset="0"/>
                                <a:ea typeface="微软雅黑" panose="020B0503020204020204" pitchFamily="34" charset="-122"/>
                              </a:rPr>
                              <m:t>1</m:t>
                            </m:r>
                          </m:sub>
                        </m:sSub>
                      </m:num>
                      <m:den>
                        <m:sSub>
                          <m:sSubPr>
                            <m:ctrlPr>
                              <a:rPr lang="en-US" altLang="zh-CN" sz="1600" i="1" spc="150">
                                <a:solidFill>
                                  <a:srgbClr val="000000"/>
                                </a:solidFill>
                                <a:latin typeface="Cambria Math" panose="02040503050406030204" pitchFamily="18" charset="0"/>
                                <a:ea typeface="微软雅黑" panose="020B0503020204020204" pitchFamily="34" charset="-122"/>
                              </a:rPr>
                            </m:ctrlPr>
                          </m:sSubPr>
                          <m:e>
                            <m:r>
                              <a:rPr lang="en-US" altLang="zh-CN" sz="1600" i="1" spc="150">
                                <a:solidFill>
                                  <a:srgbClr val="000000"/>
                                </a:solidFill>
                                <a:latin typeface="Cambria Math" panose="02040503050406030204" pitchFamily="18" charset="0"/>
                                <a:ea typeface="微软雅黑" panose="020B0503020204020204" pitchFamily="34" charset="-122"/>
                              </a:rPr>
                              <m:t>𝑃</m:t>
                            </m:r>
                          </m:e>
                          <m:sub>
                            <m:r>
                              <a:rPr lang="en-US" altLang="zh-CN" sz="1600" i="1" spc="150">
                                <a:solidFill>
                                  <a:srgbClr val="000000"/>
                                </a:solidFill>
                                <a:latin typeface="Cambria Math" panose="02040503050406030204" pitchFamily="18" charset="0"/>
                                <a:ea typeface="微软雅黑" panose="020B0503020204020204" pitchFamily="34" charset="-122"/>
                              </a:rPr>
                              <m:t>1</m:t>
                            </m:r>
                          </m:sub>
                        </m:sSub>
                      </m:den>
                    </m:f>
                  </m:oMath>
                </a14:m>
                <a:r>
                  <a:rPr lang="en-US" altLang="zh-CN" sz="1600" spc="150" dirty="0">
                    <a:solidFill>
                      <a:srgbClr val="000000"/>
                    </a:solidFill>
                    <a:latin typeface="微软雅黑" panose="020B0503020204020204" pitchFamily="34" charset="-122"/>
                    <a:ea typeface="微软雅黑" panose="020B0503020204020204" pitchFamily="34" charset="-122"/>
                  </a:rPr>
                  <a:t> =</a:t>
                </a:r>
                <a:r>
                  <a:rPr lang="en-US" altLang="zh-CN" sz="1600" spc="150" dirty="0">
                    <a:solidFill>
                      <a:srgbClr val="000000"/>
                    </a:solidFill>
                    <a:ea typeface="微软雅黑" panose="020B0503020204020204" pitchFamily="34" charset="-122"/>
                  </a:rPr>
                  <a:t> </a:t>
                </a:r>
                <a14:m>
                  <m:oMath xmlns:m="http://schemas.openxmlformats.org/officeDocument/2006/math">
                    <m:f>
                      <m:fPr>
                        <m:ctrlPr>
                          <a:rPr lang="en-US" altLang="zh-CN" sz="1600" i="1" spc="150">
                            <a:solidFill>
                              <a:srgbClr val="000000"/>
                            </a:solidFill>
                            <a:latin typeface="Cambria Math" panose="02040503050406030204" pitchFamily="18" charset="0"/>
                            <a:ea typeface="微软雅黑" panose="020B0503020204020204" pitchFamily="34" charset="-122"/>
                          </a:rPr>
                        </m:ctrlPr>
                      </m:fPr>
                      <m:num>
                        <m:sSub>
                          <m:sSubPr>
                            <m:ctrlPr>
                              <a:rPr lang="en-US" altLang="zh-CN" sz="1600" i="1" spc="150">
                                <a:solidFill>
                                  <a:srgbClr val="000000"/>
                                </a:solidFill>
                                <a:latin typeface="Cambria Math" panose="02040503050406030204" pitchFamily="18" charset="0"/>
                                <a:ea typeface="微软雅黑" panose="020B0503020204020204" pitchFamily="34" charset="-122"/>
                              </a:rPr>
                            </m:ctrlPr>
                          </m:sSubPr>
                          <m:e>
                            <m:r>
                              <a:rPr lang="en-US" altLang="zh-CN" sz="1600" i="1" spc="150">
                                <a:solidFill>
                                  <a:srgbClr val="000000"/>
                                </a:solidFill>
                                <a:latin typeface="Cambria Math" panose="02040503050406030204" pitchFamily="18" charset="0"/>
                                <a:ea typeface="微软雅黑" panose="020B0503020204020204" pitchFamily="34" charset="-122"/>
                              </a:rPr>
                              <m:t>𝑀𝑈</m:t>
                            </m:r>
                          </m:e>
                          <m:sub>
                            <m:r>
                              <a:rPr lang="en-US" altLang="zh-CN" sz="1600" i="1" spc="150">
                                <a:solidFill>
                                  <a:srgbClr val="000000"/>
                                </a:solidFill>
                                <a:latin typeface="Cambria Math" panose="02040503050406030204" pitchFamily="18" charset="0"/>
                                <a:ea typeface="微软雅黑" panose="020B0503020204020204" pitchFamily="34" charset="-122"/>
                              </a:rPr>
                              <m:t>2</m:t>
                            </m:r>
                          </m:sub>
                        </m:sSub>
                      </m:num>
                      <m:den>
                        <m:sSub>
                          <m:sSubPr>
                            <m:ctrlPr>
                              <a:rPr lang="en-US" altLang="zh-CN" sz="1600" i="1" spc="150">
                                <a:solidFill>
                                  <a:srgbClr val="000000"/>
                                </a:solidFill>
                                <a:latin typeface="Cambria Math" panose="02040503050406030204" pitchFamily="18" charset="0"/>
                                <a:ea typeface="微软雅黑" panose="020B0503020204020204" pitchFamily="34" charset="-122"/>
                              </a:rPr>
                            </m:ctrlPr>
                          </m:sSubPr>
                          <m:e>
                            <m:r>
                              <a:rPr lang="en-US" altLang="zh-CN" sz="1600" i="1" spc="150">
                                <a:solidFill>
                                  <a:srgbClr val="000000"/>
                                </a:solidFill>
                                <a:latin typeface="Cambria Math" panose="02040503050406030204" pitchFamily="18" charset="0"/>
                                <a:ea typeface="微软雅黑" panose="020B0503020204020204" pitchFamily="34" charset="-122"/>
                              </a:rPr>
                              <m:t>𝑃</m:t>
                            </m:r>
                          </m:e>
                          <m:sub>
                            <m:r>
                              <a:rPr lang="en-US" altLang="zh-CN" sz="1600" i="1" spc="150">
                                <a:solidFill>
                                  <a:srgbClr val="000000"/>
                                </a:solidFill>
                                <a:latin typeface="Cambria Math" panose="02040503050406030204" pitchFamily="18" charset="0"/>
                                <a:ea typeface="微软雅黑" panose="020B0503020204020204" pitchFamily="34" charset="-122"/>
                              </a:rPr>
                              <m:t>2</m:t>
                            </m:r>
                          </m:sub>
                        </m:sSub>
                      </m:den>
                    </m:f>
                  </m:oMath>
                </a14:m>
                <a:r>
                  <a:rPr lang="en-US" altLang="zh-CN" sz="1600" spc="150" dirty="0">
                    <a:solidFill>
                      <a:srgbClr val="000000"/>
                    </a:solidFill>
                    <a:latin typeface="微软雅黑" panose="020B0503020204020204" pitchFamily="34" charset="-122"/>
                    <a:ea typeface="微软雅黑" panose="020B0503020204020204" pitchFamily="34" charset="-122"/>
                  </a:rPr>
                  <a:t> </a:t>
                </a:r>
                <a:r>
                  <a:rPr lang="en-US" altLang="zh-CN" sz="1600" spc="150" baseline="-25000" dirty="0">
                    <a:solidFill>
                      <a:srgbClr val="000000"/>
                    </a:solidFill>
                    <a:latin typeface="微软雅黑" panose="020B0503020204020204" pitchFamily="34" charset="-122"/>
                    <a:ea typeface="微软雅黑" panose="020B0503020204020204" pitchFamily="34" charset="-122"/>
                  </a:rPr>
                  <a:t> =</a:t>
                </a:r>
                <a:r>
                  <a:rPr lang="en-US" altLang="zh-CN" sz="1600" spc="150" dirty="0">
                    <a:solidFill>
                      <a:srgbClr val="000000"/>
                    </a:solidFill>
                    <a:latin typeface="微软雅黑" panose="020B0503020204020204" pitchFamily="34" charset="-122"/>
                    <a:ea typeface="微软雅黑" panose="020B0503020204020204" pitchFamily="34" charset="-122"/>
                  </a:rPr>
                  <a:t>…</a:t>
                </a:r>
                <a:r>
                  <a:rPr lang="en-US" altLang="zh-CN" sz="1600" spc="150" baseline="-25000" dirty="0">
                    <a:solidFill>
                      <a:srgbClr val="000000"/>
                    </a:solidFill>
                    <a:latin typeface="微软雅黑" panose="020B0503020204020204" pitchFamily="34" charset="-122"/>
                    <a:ea typeface="微软雅黑" panose="020B0503020204020204" pitchFamily="34" charset="-122"/>
                  </a:rPr>
                  <a:t>= </a:t>
                </a:r>
                <a14:m>
                  <m:oMath xmlns:m="http://schemas.openxmlformats.org/officeDocument/2006/math">
                    <m:f>
                      <m:fPr>
                        <m:ctrlPr>
                          <a:rPr lang="en-US" altLang="zh-CN" sz="1600" i="1" spc="150">
                            <a:solidFill>
                              <a:srgbClr val="000000"/>
                            </a:solidFill>
                            <a:latin typeface="Cambria Math" panose="02040503050406030204" pitchFamily="18" charset="0"/>
                            <a:ea typeface="微软雅黑" panose="020B0503020204020204" pitchFamily="34" charset="-122"/>
                          </a:rPr>
                        </m:ctrlPr>
                      </m:fPr>
                      <m:num>
                        <m:sSub>
                          <m:sSubPr>
                            <m:ctrlPr>
                              <a:rPr lang="en-US" altLang="zh-CN" sz="1600" i="1" spc="150">
                                <a:solidFill>
                                  <a:srgbClr val="000000"/>
                                </a:solidFill>
                                <a:latin typeface="Cambria Math" panose="02040503050406030204" pitchFamily="18" charset="0"/>
                                <a:ea typeface="微软雅黑" panose="020B0503020204020204" pitchFamily="34" charset="-122"/>
                              </a:rPr>
                            </m:ctrlPr>
                          </m:sSubPr>
                          <m:e>
                            <m:r>
                              <a:rPr lang="en-US" altLang="zh-CN" sz="1600" i="1" spc="150">
                                <a:solidFill>
                                  <a:srgbClr val="000000"/>
                                </a:solidFill>
                                <a:latin typeface="Cambria Math" panose="02040503050406030204" pitchFamily="18" charset="0"/>
                                <a:ea typeface="微软雅黑" panose="020B0503020204020204" pitchFamily="34" charset="-122"/>
                              </a:rPr>
                              <m:t>𝑀𝑈</m:t>
                            </m:r>
                          </m:e>
                          <m:sub>
                            <m:r>
                              <a:rPr lang="en-US" altLang="zh-CN" sz="1600" i="1" spc="150">
                                <a:solidFill>
                                  <a:srgbClr val="000000"/>
                                </a:solidFill>
                                <a:latin typeface="Cambria Math" panose="02040503050406030204" pitchFamily="18" charset="0"/>
                                <a:ea typeface="微软雅黑" panose="020B0503020204020204" pitchFamily="34" charset="-122"/>
                              </a:rPr>
                              <m:t>𝑛</m:t>
                            </m:r>
                          </m:sub>
                        </m:sSub>
                      </m:num>
                      <m:den>
                        <m:sSub>
                          <m:sSubPr>
                            <m:ctrlPr>
                              <a:rPr lang="en-US" altLang="zh-CN" sz="1600" i="1" spc="150">
                                <a:solidFill>
                                  <a:srgbClr val="000000"/>
                                </a:solidFill>
                                <a:latin typeface="Cambria Math" panose="02040503050406030204" pitchFamily="18" charset="0"/>
                                <a:ea typeface="微软雅黑" panose="020B0503020204020204" pitchFamily="34" charset="-122"/>
                              </a:rPr>
                            </m:ctrlPr>
                          </m:sSubPr>
                          <m:e>
                            <m:r>
                              <a:rPr lang="en-US" altLang="zh-CN" sz="1600" i="1" spc="150">
                                <a:solidFill>
                                  <a:srgbClr val="000000"/>
                                </a:solidFill>
                                <a:latin typeface="Cambria Math" panose="02040503050406030204" pitchFamily="18" charset="0"/>
                                <a:ea typeface="微软雅黑" panose="020B0503020204020204" pitchFamily="34" charset="-122"/>
                              </a:rPr>
                              <m:t>𝑃</m:t>
                            </m:r>
                          </m:e>
                          <m:sub>
                            <m:r>
                              <a:rPr lang="en-US" altLang="zh-CN" sz="1600" i="1" spc="150">
                                <a:solidFill>
                                  <a:srgbClr val="000000"/>
                                </a:solidFill>
                                <a:latin typeface="Cambria Math" panose="02040503050406030204" pitchFamily="18" charset="0"/>
                                <a:ea typeface="微软雅黑" panose="020B0503020204020204" pitchFamily="34" charset="-122"/>
                              </a:rPr>
                              <m:t>𝑛</m:t>
                            </m:r>
                          </m:sub>
                        </m:sSub>
                      </m:den>
                    </m:f>
                  </m:oMath>
                </a14:m>
                <a:r>
                  <a:rPr lang="en-US" altLang="zh-CN" sz="1600" spc="150" dirty="0">
                    <a:solidFill>
                      <a:srgbClr val="000000"/>
                    </a:solidFill>
                    <a:latin typeface="微软雅黑" panose="020B0503020204020204" pitchFamily="34" charset="-122"/>
                    <a:ea typeface="微软雅黑" panose="020B0503020204020204" pitchFamily="34" charset="-122"/>
                  </a:rPr>
                  <a:t> =</a:t>
                </a:r>
                <a:r>
                  <a:rPr lang="el-GR" altLang="zh-CN" sz="1600" spc="150" dirty="0">
                    <a:solidFill>
                      <a:srgbClr val="000000"/>
                    </a:solidFill>
                    <a:latin typeface="微软雅黑" panose="020B0503020204020204" pitchFamily="34" charset="-122"/>
                    <a:ea typeface="微软雅黑" panose="020B0503020204020204" pitchFamily="34" charset="-122"/>
                  </a:rPr>
                  <a:t>λ</a:t>
                </a:r>
                <a:endParaRPr lang="en-US" altLang="zh-CN" sz="1600" spc="150" dirty="0">
                  <a:solidFill>
                    <a:srgbClr val="000000"/>
                  </a:solidFill>
                  <a:latin typeface="微软雅黑" panose="020B0503020204020204" pitchFamily="34" charset="-122"/>
                  <a:ea typeface="微软雅黑" panose="020B0503020204020204" pitchFamily="34" charset="-122"/>
                </a:endParaRPr>
              </a:p>
            </p:txBody>
          </p:sp>
        </mc:Choice>
        <mc:Fallback xmlns="">
          <p:sp>
            <p:nvSpPr>
              <p:cNvPr id="15" name="矩形 14">
                <a:extLst>
                  <a:ext uri="{FF2B5EF4-FFF2-40B4-BE49-F238E27FC236}">
                    <a16:creationId xmlns:a16="http://schemas.microsoft.com/office/drawing/2014/main" id="{D42D0C66-1066-4CBD-8B9E-0611EE31ADAE}"/>
                  </a:ext>
                </a:extLst>
              </p:cNvPr>
              <p:cNvSpPr>
                <a:spLocks noRot="1" noChangeAspect="1" noMove="1" noResize="1" noEditPoints="1" noAdjustHandles="1" noChangeArrowheads="1" noChangeShapeType="1" noTextEdit="1"/>
              </p:cNvSpPr>
              <p:nvPr/>
            </p:nvSpPr>
            <p:spPr>
              <a:xfrm>
                <a:off x="1815336" y="5382010"/>
                <a:ext cx="4572000" cy="472437"/>
              </a:xfrm>
              <a:prstGeom prst="rect">
                <a:avLst/>
              </a:prstGeom>
              <a:blipFill>
                <a:blip r:embed="rId6"/>
                <a:stretch>
                  <a:fillRect/>
                </a:stretch>
              </a:blipFill>
            </p:spPr>
            <p:txBody>
              <a:bodyPr/>
              <a:lstStyle/>
              <a:p>
                <a:r>
                  <a:rPr lang="zh-CN" altLang="en-US">
                    <a:noFill/>
                  </a:rPr>
                  <a:t> </a:t>
                </a:r>
              </a:p>
            </p:txBody>
          </p:sp>
        </mc:Fallback>
      </mc:AlternateContent>
      <p:sp>
        <p:nvSpPr>
          <p:cNvPr id="16" name="矩形 15">
            <a:extLst>
              <a:ext uri="{FF2B5EF4-FFF2-40B4-BE49-F238E27FC236}">
                <a16:creationId xmlns:a16="http://schemas.microsoft.com/office/drawing/2014/main" id="{D9626A7E-B811-41ED-B014-0FE01C0BDF7B}"/>
              </a:ext>
            </a:extLst>
          </p:cNvPr>
          <p:cNvSpPr/>
          <p:nvPr/>
        </p:nvSpPr>
        <p:spPr>
          <a:xfrm>
            <a:off x="5042665" y="5448951"/>
            <a:ext cx="2896947" cy="338554"/>
          </a:xfrm>
          <a:prstGeom prst="rect">
            <a:avLst/>
          </a:prstGeom>
        </p:spPr>
        <p:txBody>
          <a:bodyPr wrap="none">
            <a:spAutoFit/>
          </a:bodyPr>
          <a:lstStyle/>
          <a:p>
            <a:pPr marL="0" lvl="3" defTabSz="457200" eaLnBrk="1" hangingPunct="1">
              <a:spcAft>
                <a:spcPts val="800"/>
              </a:spcAft>
              <a:buNone/>
            </a:pPr>
            <a:r>
              <a:rPr lang="en-US" altLang="zh-CN" sz="1600" spc="150" dirty="0">
                <a:solidFill>
                  <a:srgbClr val="000000"/>
                </a:solidFill>
                <a:latin typeface="微软雅黑" panose="020B0503020204020204" pitchFamily="34" charset="-122"/>
                <a:ea typeface="微软雅黑" panose="020B0503020204020204" pitchFamily="34" charset="-122"/>
              </a:rPr>
              <a:t>P</a:t>
            </a:r>
            <a:r>
              <a:rPr lang="en-US" altLang="zh-CN" sz="1600" spc="150" baseline="-25000" dirty="0">
                <a:solidFill>
                  <a:srgbClr val="000000"/>
                </a:solidFill>
                <a:latin typeface="微软雅黑" panose="020B0503020204020204" pitchFamily="34" charset="-122"/>
                <a:ea typeface="微软雅黑" panose="020B0503020204020204" pitchFamily="34" charset="-122"/>
              </a:rPr>
              <a:t>1</a:t>
            </a:r>
            <a:r>
              <a:rPr lang="en-US" altLang="zh-CN" sz="1600" spc="150" dirty="0">
                <a:solidFill>
                  <a:srgbClr val="000000"/>
                </a:solidFill>
                <a:latin typeface="微软雅黑" panose="020B0503020204020204" pitchFamily="34" charset="-122"/>
                <a:ea typeface="微软雅黑" panose="020B0503020204020204" pitchFamily="34" charset="-122"/>
              </a:rPr>
              <a:t>Q</a:t>
            </a:r>
            <a:r>
              <a:rPr lang="en-US" altLang="zh-CN" sz="1600" spc="150" baseline="-25000" dirty="0">
                <a:solidFill>
                  <a:srgbClr val="000000"/>
                </a:solidFill>
                <a:latin typeface="微软雅黑" panose="020B0503020204020204" pitchFamily="34" charset="-122"/>
                <a:ea typeface="微软雅黑" panose="020B0503020204020204" pitchFamily="34" charset="-122"/>
              </a:rPr>
              <a:t>1</a:t>
            </a:r>
            <a:r>
              <a:rPr lang="en-US" altLang="zh-CN" sz="1600" spc="150" dirty="0">
                <a:solidFill>
                  <a:srgbClr val="000000"/>
                </a:solidFill>
                <a:latin typeface="微软雅黑" panose="020B0503020204020204" pitchFamily="34" charset="-122"/>
                <a:ea typeface="微软雅黑" panose="020B0503020204020204" pitchFamily="34" charset="-122"/>
              </a:rPr>
              <a:t>+P</a:t>
            </a:r>
            <a:r>
              <a:rPr lang="en-US" altLang="zh-CN" sz="1600" spc="150" baseline="-25000" dirty="0">
                <a:solidFill>
                  <a:srgbClr val="000000"/>
                </a:solidFill>
                <a:latin typeface="微软雅黑" panose="020B0503020204020204" pitchFamily="34" charset="-122"/>
                <a:ea typeface="微软雅黑" panose="020B0503020204020204" pitchFamily="34" charset="-122"/>
              </a:rPr>
              <a:t>2</a:t>
            </a:r>
            <a:r>
              <a:rPr lang="en-US" altLang="zh-CN" sz="1600" spc="150" dirty="0">
                <a:solidFill>
                  <a:srgbClr val="000000"/>
                </a:solidFill>
                <a:latin typeface="微软雅黑" panose="020B0503020204020204" pitchFamily="34" charset="-122"/>
                <a:ea typeface="微软雅黑" panose="020B0503020204020204" pitchFamily="34" charset="-122"/>
              </a:rPr>
              <a:t>Q</a:t>
            </a:r>
            <a:r>
              <a:rPr lang="en-US" altLang="zh-CN" sz="1600" spc="150" baseline="-25000" dirty="0">
                <a:solidFill>
                  <a:srgbClr val="000000"/>
                </a:solidFill>
                <a:latin typeface="微软雅黑" panose="020B0503020204020204" pitchFamily="34" charset="-122"/>
                <a:ea typeface="微软雅黑" panose="020B0503020204020204" pitchFamily="34" charset="-122"/>
              </a:rPr>
              <a:t>2 +</a:t>
            </a:r>
            <a:r>
              <a:rPr lang="en-US" altLang="zh-CN" sz="1600" spc="150" dirty="0">
                <a:solidFill>
                  <a:srgbClr val="000000"/>
                </a:solidFill>
                <a:latin typeface="微软雅黑" panose="020B0503020204020204" pitchFamily="34" charset="-122"/>
                <a:ea typeface="微软雅黑" panose="020B0503020204020204" pitchFamily="34" charset="-122"/>
              </a:rPr>
              <a:t>…</a:t>
            </a:r>
            <a:r>
              <a:rPr lang="en-US" altLang="zh-CN" sz="1600" spc="150" baseline="-25000" dirty="0">
                <a:solidFill>
                  <a:srgbClr val="000000"/>
                </a:solidFill>
                <a:latin typeface="微软雅黑" panose="020B0503020204020204" pitchFamily="34" charset="-122"/>
                <a:ea typeface="微软雅黑" panose="020B0503020204020204" pitchFamily="34" charset="-122"/>
              </a:rPr>
              <a:t>+</a:t>
            </a:r>
            <a:r>
              <a:rPr lang="en-US" altLang="zh-CN" sz="1600" spc="150" dirty="0">
                <a:solidFill>
                  <a:srgbClr val="000000"/>
                </a:solidFill>
                <a:latin typeface="微软雅黑" panose="020B0503020204020204" pitchFamily="34" charset="-122"/>
                <a:ea typeface="微软雅黑" panose="020B0503020204020204" pitchFamily="34" charset="-122"/>
              </a:rPr>
              <a:t> </a:t>
            </a:r>
            <a:r>
              <a:rPr lang="en-US" altLang="zh-CN" sz="1600" spc="150" dirty="0" err="1">
                <a:solidFill>
                  <a:srgbClr val="000000"/>
                </a:solidFill>
                <a:latin typeface="微软雅黑" panose="020B0503020204020204" pitchFamily="34" charset="-122"/>
                <a:ea typeface="微软雅黑" panose="020B0503020204020204" pitchFamily="34" charset="-122"/>
              </a:rPr>
              <a:t>P</a:t>
            </a:r>
            <a:r>
              <a:rPr lang="en-US" altLang="zh-CN" sz="1600" spc="150" baseline="-25000" dirty="0" err="1">
                <a:solidFill>
                  <a:srgbClr val="000000"/>
                </a:solidFill>
                <a:latin typeface="微软雅黑" panose="020B0503020204020204" pitchFamily="34" charset="-122"/>
                <a:ea typeface="微软雅黑" panose="020B0503020204020204" pitchFamily="34" charset="-122"/>
              </a:rPr>
              <a:t>n</a:t>
            </a:r>
            <a:r>
              <a:rPr lang="en-US" altLang="zh-CN" sz="1600" spc="150" dirty="0" err="1">
                <a:solidFill>
                  <a:srgbClr val="000000"/>
                </a:solidFill>
                <a:latin typeface="微软雅黑" panose="020B0503020204020204" pitchFamily="34" charset="-122"/>
                <a:ea typeface="微软雅黑" panose="020B0503020204020204" pitchFamily="34" charset="-122"/>
              </a:rPr>
              <a:t>Q</a:t>
            </a:r>
            <a:r>
              <a:rPr lang="en-US" altLang="zh-CN" sz="1600" spc="150" baseline="-25000" dirty="0" err="1">
                <a:solidFill>
                  <a:srgbClr val="000000"/>
                </a:solidFill>
                <a:latin typeface="微软雅黑" panose="020B0503020204020204" pitchFamily="34" charset="-122"/>
                <a:ea typeface="微软雅黑" panose="020B0503020204020204" pitchFamily="34" charset="-122"/>
              </a:rPr>
              <a:t>n</a:t>
            </a:r>
            <a:r>
              <a:rPr lang="en-US" altLang="zh-CN" sz="1600" spc="150" baseline="-25000" dirty="0">
                <a:solidFill>
                  <a:srgbClr val="000000"/>
                </a:solidFill>
                <a:latin typeface="微软雅黑" panose="020B0503020204020204" pitchFamily="34" charset="-122"/>
                <a:ea typeface="微软雅黑" panose="020B0503020204020204" pitchFamily="34" charset="-122"/>
              </a:rPr>
              <a:t> </a:t>
            </a:r>
            <a:r>
              <a:rPr lang="en-US" altLang="zh-CN" sz="1600" spc="150" dirty="0">
                <a:solidFill>
                  <a:srgbClr val="000000"/>
                </a:solidFill>
                <a:latin typeface="微软雅黑" panose="020B0503020204020204" pitchFamily="34" charset="-122"/>
                <a:ea typeface="微软雅黑" panose="020B0503020204020204" pitchFamily="34" charset="-122"/>
              </a:rPr>
              <a:t>=m</a:t>
            </a:r>
          </a:p>
        </p:txBody>
      </p:sp>
      <p:sp>
        <p:nvSpPr>
          <p:cNvPr id="17" name="矩形 16">
            <a:extLst>
              <a:ext uri="{FF2B5EF4-FFF2-40B4-BE49-F238E27FC236}">
                <a16:creationId xmlns:a16="http://schemas.microsoft.com/office/drawing/2014/main" id="{1D5E130E-4967-4375-9C78-F17D471DB28A}"/>
              </a:ext>
            </a:extLst>
          </p:cNvPr>
          <p:cNvSpPr/>
          <p:nvPr/>
        </p:nvSpPr>
        <p:spPr>
          <a:xfrm>
            <a:off x="6593747" y="0"/>
            <a:ext cx="2550253" cy="369332"/>
          </a:xfrm>
          <a:prstGeom prst="rect">
            <a:avLst/>
          </a:prstGeom>
        </p:spPr>
        <p:txBody>
          <a:bodyPr wrap="squar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第一节 </a:t>
            </a:r>
            <a:r>
              <a:rPr lang="zh-CN" altLang="en-US" spc="150" dirty="0">
                <a:latin typeface="微软雅黑" panose="020B0503020204020204" pitchFamily="34" charset="-122"/>
                <a:ea typeface="微软雅黑" panose="020B0503020204020204" pitchFamily="34" charset="-122"/>
              </a:rPr>
              <a:t>效用理论概述</a:t>
            </a:r>
            <a:r>
              <a:rPr lang="zh-CN" altLang="en-US" spc="150" dirty="0">
                <a:solidFill>
                  <a:srgbClr val="000000"/>
                </a:solidFill>
                <a:latin typeface="微软雅黑" panose="020B0503020204020204" pitchFamily="34" charset="-122"/>
                <a:ea typeface="微软雅黑" panose="020B0503020204020204" pitchFamily="34" charset="-122"/>
              </a:rPr>
              <a:t> </a:t>
            </a:r>
          </a:p>
        </p:txBody>
      </p:sp>
      <p:sp>
        <p:nvSpPr>
          <p:cNvPr id="18" name="矩形 17">
            <a:extLst>
              <a:ext uri="{FF2B5EF4-FFF2-40B4-BE49-F238E27FC236}">
                <a16:creationId xmlns:a16="http://schemas.microsoft.com/office/drawing/2014/main" id="{905E1C32-7D9D-4DF0-89C8-41175E911E61}"/>
              </a:ext>
            </a:extLst>
          </p:cNvPr>
          <p:cNvSpPr/>
          <p:nvPr/>
        </p:nvSpPr>
        <p:spPr>
          <a:xfrm>
            <a:off x="467544" y="548680"/>
            <a:ext cx="2473754"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三、效用最大化</a:t>
            </a:r>
          </a:p>
        </p:txBody>
      </p:sp>
      <p:grpSp>
        <p:nvGrpSpPr>
          <p:cNvPr id="20" name="组合 19">
            <a:extLst>
              <a:ext uri="{FF2B5EF4-FFF2-40B4-BE49-F238E27FC236}">
                <a16:creationId xmlns:a16="http://schemas.microsoft.com/office/drawing/2014/main" id="{F5B60362-B3F4-4E1E-9406-568904DFA45B}"/>
              </a:ext>
            </a:extLst>
          </p:cNvPr>
          <p:cNvGrpSpPr/>
          <p:nvPr/>
        </p:nvGrpSpPr>
        <p:grpSpPr>
          <a:xfrm>
            <a:off x="467544" y="1293837"/>
            <a:ext cx="2483619" cy="468744"/>
            <a:chOff x="467544" y="1161144"/>
            <a:chExt cx="3806023" cy="659493"/>
          </a:xfrm>
        </p:grpSpPr>
        <p:sp>
          <p:nvSpPr>
            <p:cNvPr id="21" name="MH_Text_1">
              <a:extLst>
                <a:ext uri="{FF2B5EF4-FFF2-40B4-BE49-F238E27FC236}">
                  <a16:creationId xmlns:a16="http://schemas.microsoft.com/office/drawing/2014/main" id="{EDB60CFA-5DBD-447E-ADD2-37987686E18D}"/>
                </a:ext>
              </a:extLst>
            </p:cNvPr>
            <p:cNvSpPr/>
            <p:nvPr>
              <p:custDataLst>
                <p:tags r:id="rId1"/>
              </p:custDataLst>
            </p:nvPr>
          </p:nvSpPr>
          <p:spPr bwMode="auto">
            <a:xfrm>
              <a:off x="467544" y="1161144"/>
              <a:ext cx="3806023" cy="659493"/>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algn="ctr">
                <a:defRPr/>
              </a:pPr>
              <a:r>
                <a:rPr lang="zh-CN" altLang="en-US" sz="2000" spc="150" dirty="0">
                  <a:solidFill>
                    <a:srgbClr val="000000"/>
                  </a:solidFill>
                  <a:latin typeface="微软雅黑" panose="020B0503020204020204" pitchFamily="34" charset="-122"/>
                  <a:ea typeface="微软雅黑" panose="020B0503020204020204" pitchFamily="34" charset="-122"/>
                </a:rPr>
                <a:t>效用最大化小结</a:t>
              </a:r>
            </a:p>
          </p:txBody>
        </p:sp>
        <p:sp>
          <p:nvSpPr>
            <p:cNvPr id="22" name="MH_Other_2">
              <a:extLst>
                <a:ext uri="{FF2B5EF4-FFF2-40B4-BE49-F238E27FC236}">
                  <a16:creationId xmlns:a16="http://schemas.microsoft.com/office/drawing/2014/main" id="{497CFF1F-8BF4-4AFA-A922-5529B838134A}"/>
                </a:ext>
              </a:extLst>
            </p:cNvPr>
            <p:cNvSpPr/>
            <p:nvPr>
              <p:custDataLst>
                <p:tags r:id="rId2"/>
              </p:custDataLst>
            </p:nvPr>
          </p:nvSpPr>
          <p:spPr bwMode="auto">
            <a:xfrm rot="10800000">
              <a:off x="4004344" y="1240922"/>
              <a:ext cx="189743" cy="162838"/>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Tree>
    <p:extLst>
      <p:ext uri="{BB962C8B-B14F-4D97-AF65-F5344CB8AC3E}">
        <p14:creationId xmlns:p14="http://schemas.microsoft.com/office/powerpoint/2010/main" val="3197626126"/>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barn(inVertical)">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0" grpId="0"/>
      <p:bldP spid="11" grpId="0"/>
      <p:bldP spid="13" grpId="0"/>
      <p:bldP spid="14" grpId="0"/>
      <p:bldP spid="15" grpId="0"/>
      <p:bldP spid="1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3"/>
          <p:cNvSpPr>
            <a:spLocks noGrp="1" noChangeArrowheads="1"/>
          </p:cNvSpPr>
          <p:nvPr>
            <p:ph type="body" idx="4294967295"/>
          </p:nvPr>
        </p:nvSpPr>
        <p:spPr>
          <a:xfrm>
            <a:off x="892628" y="1731341"/>
            <a:ext cx="7065095" cy="1730930"/>
          </a:xfrm>
        </p:spPr>
        <p:txBody>
          <a:bodyPr/>
          <a:lstStyle/>
          <a:p>
            <a:pPr marL="538163" lvl="3" indent="-261938" defTabSz="457200" eaLnBrk="1" hangingPunct="1">
              <a:lnSpc>
                <a:spcPct val="150000"/>
              </a:lnSpc>
              <a:spcAft>
                <a:spcPts val="1800"/>
              </a:spcAft>
              <a:buFont typeface="Wingdings" panose="05000000000000000000" pitchFamily="2" charset="2"/>
              <a:buChar char="Ø"/>
            </a:pPr>
            <a:r>
              <a:rPr lang="zh-CN" altLang="en-US" sz="1800" spc="150" dirty="0">
                <a:solidFill>
                  <a:srgbClr val="000000"/>
                </a:solidFill>
                <a:latin typeface="微软雅黑" panose="020B0503020204020204" pitchFamily="34" charset="-122"/>
                <a:ea typeface="微软雅黑" panose="020B0503020204020204" pitchFamily="34" charset="-122"/>
              </a:rPr>
              <a:t>在其他条件不变的情况下，对应于既定的价格，消费者选择效用为最大的商品数量（组合），这一数量就是该价格下的需求量，即消费者的需求曲线来源于消费者效用最大化的均衡条件</a:t>
            </a:r>
          </a:p>
        </p:txBody>
      </p:sp>
      <p:sp>
        <p:nvSpPr>
          <p:cNvPr id="13" name="矩形 12">
            <a:extLst>
              <a:ext uri="{FF2B5EF4-FFF2-40B4-BE49-F238E27FC236}">
                <a16:creationId xmlns:a16="http://schemas.microsoft.com/office/drawing/2014/main" id="{17ED4211-954A-48FA-972F-9D7BEBA92631}"/>
              </a:ext>
            </a:extLst>
          </p:cNvPr>
          <p:cNvSpPr/>
          <p:nvPr/>
        </p:nvSpPr>
        <p:spPr>
          <a:xfrm>
            <a:off x="6593747" y="0"/>
            <a:ext cx="2550253" cy="369332"/>
          </a:xfrm>
          <a:prstGeom prst="rect">
            <a:avLst/>
          </a:prstGeom>
        </p:spPr>
        <p:txBody>
          <a:bodyPr wrap="squar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第一节 </a:t>
            </a:r>
            <a:r>
              <a:rPr lang="zh-CN" altLang="en-US" spc="150" dirty="0">
                <a:latin typeface="微软雅黑" panose="020B0503020204020204" pitchFamily="34" charset="-122"/>
                <a:ea typeface="微软雅黑" panose="020B0503020204020204" pitchFamily="34" charset="-122"/>
              </a:rPr>
              <a:t>效用理论概述</a:t>
            </a:r>
            <a:r>
              <a:rPr lang="zh-CN" altLang="en-US" spc="150" dirty="0">
                <a:solidFill>
                  <a:srgbClr val="000000"/>
                </a:solidFill>
                <a:latin typeface="微软雅黑" panose="020B0503020204020204" pitchFamily="34" charset="-122"/>
                <a:ea typeface="微软雅黑" panose="020B0503020204020204" pitchFamily="34" charset="-122"/>
              </a:rPr>
              <a:t> </a:t>
            </a:r>
          </a:p>
        </p:txBody>
      </p:sp>
      <p:sp>
        <p:nvSpPr>
          <p:cNvPr id="14" name="矩形 13">
            <a:extLst>
              <a:ext uri="{FF2B5EF4-FFF2-40B4-BE49-F238E27FC236}">
                <a16:creationId xmlns:a16="http://schemas.microsoft.com/office/drawing/2014/main" id="{AA2CD6AE-A06B-46FD-825E-F5FC70DE8FF8}"/>
              </a:ext>
            </a:extLst>
          </p:cNvPr>
          <p:cNvSpPr/>
          <p:nvPr/>
        </p:nvSpPr>
        <p:spPr>
          <a:xfrm>
            <a:off x="467544" y="548680"/>
            <a:ext cx="3454792"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四、消费者的需求曲线</a:t>
            </a:r>
          </a:p>
        </p:txBody>
      </p:sp>
      <p:grpSp>
        <p:nvGrpSpPr>
          <p:cNvPr id="6" name="组合 5">
            <a:extLst>
              <a:ext uri="{FF2B5EF4-FFF2-40B4-BE49-F238E27FC236}">
                <a16:creationId xmlns:a16="http://schemas.microsoft.com/office/drawing/2014/main" id="{3CE2CE2E-91E0-4D7E-B1E8-154D4FA7C5D7}"/>
              </a:ext>
            </a:extLst>
          </p:cNvPr>
          <p:cNvGrpSpPr/>
          <p:nvPr/>
        </p:nvGrpSpPr>
        <p:grpSpPr>
          <a:xfrm>
            <a:off x="467544" y="1213829"/>
            <a:ext cx="2348227" cy="461665"/>
            <a:chOff x="467544" y="1161144"/>
            <a:chExt cx="3806023" cy="659493"/>
          </a:xfrm>
        </p:grpSpPr>
        <p:sp>
          <p:nvSpPr>
            <p:cNvPr id="7" name="MH_Text_1">
              <a:extLst>
                <a:ext uri="{FF2B5EF4-FFF2-40B4-BE49-F238E27FC236}">
                  <a16:creationId xmlns:a16="http://schemas.microsoft.com/office/drawing/2014/main" id="{321C6FB8-AE4E-4D25-AF6A-CD6A8409CA65}"/>
                </a:ext>
              </a:extLst>
            </p:cNvPr>
            <p:cNvSpPr/>
            <p:nvPr>
              <p:custDataLst>
                <p:tags r:id="rId3"/>
              </p:custDataLst>
            </p:nvPr>
          </p:nvSpPr>
          <p:spPr bwMode="auto">
            <a:xfrm>
              <a:off x="467544" y="1161144"/>
              <a:ext cx="3806023" cy="659493"/>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algn="ctr">
                <a:defRPr/>
              </a:pPr>
              <a:r>
                <a:rPr lang="zh-CN" altLang="en-US" sz="2000" spc="150" dirty="0">
                  <a:solidFill>
                    <a:srgbClr val="000000"/>
                  </a:solidFill>
                  <a:latin typeface="微软雅黑" panose="020B0503020204020204" pitchFamily="34" charset="-122"/>
                  <a:ea typeface="微软雅黑" panose="020B0503020204020204" pitchFamily="34" charset="-122"/>
                </a:rPr>
                <a:t>需求曲线的推导</a:t>
              </a:r>
            </a:p>
          </p:txBody>
        </p:sp>
        <p:sp>
          <p:nvSpPr>
            <p:cNvPr id="8" name="MH_Other_2">
              <a:extLst>
                <a:ext uri="{FF2B5EF4-FFF2-40B4-BE49-F238E27FC236}">
                  <a16:creationId xmlns:a16="http://schemas.microsoft.com/office/drawing/2014/main" id="{63EDB849-7703-4670-BBD9-8AD0CB04FA61}"/>
                </a:ext>
              </a:extLst>
            </p:cNvPr>
            <p:cNvSpPr/>
            <p:nvPr>
              <p:custDataLst>
                <p:tags r:id="rId4"/>
              </p:custDataLst>
            </p:nvPr>
          </p:nvSpPr>
          <p:spPr bwMode="auto">
            <a:xfrm rot="10800000">
              <a:off x="4004344" y="1240922"/>
              <a:ext cx="189743" cy="162838"/>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
        <p:nvSpPr>
          <p:cNvPr id="9" name="Rectangle 3">
            <a:extLst>
              <a:ext uri="{FF2B5EF4-FFF2-40B4-BE49-F238E27FC236}">
                <a16:creationId xmlns:a16="http://schemas.microsoft.com/office/drawing/2014/main" id="{CA6A45B2-4180-4F12-B23E-E0B10E15F47C}"/>
              </a:ext>
            </a:extLst>
          </p:cNvPr>
          <p:cNvSpPr txBox="1">
            <a:spLocks noChangeArrowheads="1"/>
          </p:cNvSpPr>
          <p:nvPr/>
        </p:nvSpPr>
        <p:spPr bwMode="auto">
          <a:xfrm>
            <a:off x="878114" y="4324635"/>
            <a:ext cx="7065095" cy="1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38163" lvl="3" indent="-261938" defTabSz="457200" eaLnBrk="1" hangingPunct="1">
              <a:lnSpc>
                <a:spcPct val="150000"/>
              </a:lnSpc>
              <a:spcAft>
                <a:spcPts val="0"/>
              </a:spcAft>
              <a:buFont typeface="Wingdings" panose="05000000000000000000" pitchFamily="2" charset="2"/>
              <a:buChar char="Ø"/>
            </a:pPr>
            <a:r>
              <a:rPr lang="zh-CN" altLang="en-US" sz="1800" spc="150" dirty="0">
                <a:solidFill>
                  <a:srgbClr val="000000"/>
                </a:solidFill>
                <a:latin typeface="微软雅黑" panose="020B0503020204020204" pitchFamily="34" charset="-122"/>
                <a:ea typeface="微软雅黑" panose="020B0503020204020204" pitchFamily="34" charset="-122"/>
              </a:rPr>
              <a:t>通过每单位支出购买商品获得的边际效用等于货币边际效用的条件，商品价格与需求量联系在一起，在边际效用递减规律的作用下，消费者的需求曲线向右下方倾斜</a:t>
            </a:r>
          </a:p>
        </p:txBody>
      </p:sp>
      <p:grpSp>
        <p:nvGrpSpPr>
          <p:cNvPr id="10" name="组合 9">
            <a:extLst>
              <a:ext uri="{FF2B5EF4-FFF2-40B4-BE49-F238E27FC236}">
                <a16:creationId xmlns:a16="http://schemas.microsoft.com/office/drawing/2014/main" id="{01FE4774-A53D-4EC8-B436-E3226456633A}"/>
              </a:ext>
            </a:extLst>
          </p:cNvPr>
          <p:cNvGrpSpPr/>
          <p:nvPr/>
        </p:nvGrpSpPr>
        <p:grpSpPr>
          <a:xfrm>
            <a:off x="467543" y="3775600"/>
            <a:ext cx="2348227" cy="461665"/>
            <a:chOff x="467544" y="1161144"/>
            <a:chExt cx="3806023" cy="659493"/>
          </a:xfrm>
        </p:grpSpPr>
        <p:sp>
          <p:nvSpPr>
            <p:cNvPr id="11" name="MH_Text_1">
              <a:extLst>
                <a:ext uri="{FF2B5EF4-FFF2-40B4-BE49-F238E27FC236}">
                  <a16:creationId xmlns:a16="http://schemas.microsoft.com/office/drawing/2014/main" id="{5A892BB8-D7E2-41F9-B071-D935042CBD48}"/>
                </a:ext>
              </a:extLst>
            </p:cNvPr>
            <p:cNvSpPr/>
            <p:nvPr>
              <p:custDataLst>
                <p:tags r:id="rId1"/>
              </p:custDataLst>
            </p:nvPr>
          </p:nvSpPr>
          <p:spPr bwMode="auto">
            <a:xfrm>
              <a:off x="467544" y="1161144"/>
              <a:ext cx="3806023" cy="659493"/>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algn="ctr">
                <a:defRPr/>
              </a:pPr>
              <a:r>
                <a:rPr lang="zh-CN" altLang="en-US" sz="2000" spc="150" dirty="0">
                  <a:solidFill>
                    <a:srgbClr val="000000"/>
                  </a:solidFill>
                  <a:latin typeface="微软雅黑" panose="020B0503020204020204" pitchFamily="34" charset="-122"/>
                  <a:ea typeface="微软雅黑" panose="020B0503020204020204" pitchFamily="34" charset="-122"/>
                </a:rPr>
                <a:t>需求曲线的形状</a:t>
              </a:r>
            </a:p>
          </p:txBody>
        </p:sp>
        <p:sp>
          <p:nvSpPr>
            <p:cNvPr id="12" name="MH_Other_2">
              <a:extLst>
                <a:ext uri="{FF2B5EF4-FFF2-40B4-BE49-F238E27FC236}">
                  <a16:creationId xmlns:a16="http://schemas.microsoft.com/office/drawing/2014/main" id="{50989475-3088-42C7-AFE2-9FDA3E6F413E}"/>
                </a:ext>
              </a:extLst>
            </p:cNvPr>
            <p:cNvSpPr/>
            <p:nvPr>
              <p:custDataLst>
                <p:tags r:id="rId2"/>
              </p:custDataLst>
            </p:nvPr>
          </p:nvSpPr>
          <p:spPr bwMode="auto">
            <a:xfrm rot="10800000">
              <a:off x="4004344" y="1240922"/>
              <a:ext cx="189743" cy="162838"/>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
        <p:nvSpPr>
          <p:cNvPr id="2" name="标注: 线形 1">
            <a:extLst>
              <a:ext uri="{FF2B5EF4-FFF2-40B4-BE49-F238E27FC236}">
                <a16:creationId xmlns:a16="http://schemas.microsoft.com/office/drawing/2014/main" id="{28FEBEB1-ABA5-4659-AD84-8280929C4783}"/>
              </a:ext>
            </a:extLst>
          </p:cNvPr>
          <p:cNvSpPr/>
          <p:nvPr/>
        </p:nvSpPr>
        <p:spPr bwMode="auto">
          <a:xfrm>
            <a:off x="4294908" y="764771"/>
            <a:ext cx="4381547" cy="910723"/>
          </a:xfrm>
          <a:prstGeom prst="borderCallout1">
            <a:avLst>
              <a:gd name="adj1" fmla="val 53928"/>
              <a:gd name="adj2" fmla="val -1222"/>
              <a:gd name="adj3" fmla="val 79750"/>
              <a:gd name="adj4" fmla="val -29748"/>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分析消费者选择的目的是为了揭示消费者的需求曲线，探讨需求规律成立的行为基础。</a:t>
            </a:r>
          </a:p>
        </p:txBody>
      </p:sp>
    </p:spTree>
    <p:extLst>
      <p:ext uri="{BB962C8B-B14F-4D97-AF65-F5344CB8AC3E}">
        <p14:creationId xmlns:p14="http://schemas.microsoft.com/office/powerpoint/2010/main" val="3346151546"/>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arn(inVertic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7170">
                                            <p:txEl>
                                              <p:pRg st="0" end="0"/>
                                            </p:txEl>
                                          </p:spTgt>
                                        </p:tgtEl>
                                        <p:attrNameLst>
                                          <p:attrName>style.visibility</p:attrName>
                                        </p:attrNameLst>
                                      </p:cBhvr>
                                      <p:to>
                                        <p:strVal val="visible"/>
                                      </p:to>
                                    </p:set>
                                    <p:animEffect transition="in" filter="slide(fromBottom)">
                                      <p:cBhvr>
                                        <p:cTn id="17" dur="500"/>
                                        <p:tgtEl>
                                          <p:spTgt spid="7170">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barn(inVertical)">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9">
                                            <p:txEl>
                                              <p:pRg st="0" end="0"/>
                                            </p:txEl>
                                          </p:spTgt>
                                        </p:tgtEl>
                                        <p:attrNameLst>
                                          <p:attrName>style.visibility</p:attrName>
                                        </p:attrNameLst>
                                      </p:cBhvr>
                                      <p:to>
                                        <p:strVal val="visible"/>
                                      </p:to>
                                    </p:set>
                                    <p:animEffect transition="in" filter="strips(downRight)">
                                      <p:cBhvr>
                                        <p:cTn id="27"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uiExpand="1" build="p" autoUpdateAnimBg="0"/>
      <p:bldP spid="14" grpId="0" animBg="1"/>
      <p:bldP spid="9" grpId="0" uiExpand="1" build="p"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170" name="Rectangle 3"/>
              <p:cNvSpPr>
                <a:spLocks noGrp="1" noChangeArrowheads="1"/>
              </p:cNvSpPr>
              <p:nvPr>
                <p:ph type="body" idx="4294967295"/>
              </p:nvPr>
            </p:nvSpPr>
            <p:spPr>
              <a:xfrm>
                <a:off x="882936" y="2102854"/>
                <a:ext cx="6354902" cy="1188252"/>
              </a:xfrm>
            </p:spPr>
            <p:txBody>
              <a:bodyPr/>
              <a:lstStyle/>
              <a:p>
                <a:pPr marL="538163" lvl="3" indent="-261938" defTabSz="457200" eaLnBrk="1" hangingPunct="1">
                  <a:lnSpc>
                    <a:spcPts val="2600"/>
                  </a:lnSpc>
                  <a:spcAft>
                    <a:spcPts val="1200"/>
                  </a:spcAft>
                  <a:buFont typeface="Wingdings" panose="05000000000000000000" pitchFamily="2" charset="2"/>
                  <a:buChar char="Ø"/>
                </a:pPr>
                <a:r>
                  <a:rPr lang="zh-CN" altLang="en-US" sz="1800" spc="150" dirty="0">
                    <a:solidFill>
                      <a:srgbClr val="000000"/>
                    </a:solidFill>
                    <a:latin typeface="微软雅黑" panose="020B0503020204020204" pitchFamily="34" charset="-122"/>
                    <a:ea typeface="微软雅黑" panose="020B0503020204020204" pitchFamily="34" charset="-122"/>
                  </a:rPr>
                  <a:t>解释</a:t>
                </a:r>
                <a:r>
                  <a:rPr lang="en-US" altLang="zh-CN" sz="1800" spc="150" dirty="0">
                    <a:solidFill>
                      <a:srgbClr val="000000"/>
                    </a:solidFill>
                    <a:latin typeface="微软雅黑" panose="020B0503020204020204" pitchFamily="34" charset="-122"/>
                    <a:ea typeface="微软雅黑" panose="020B0503020204020204" pitchFamily="34" charset="-122"/>
                  </a:rPr>
                  <a:t>1</a:t>
                </a:r>
                <a:r>
                  <a:rPr lang="zh-CN" altLang="en-US" sz="1800" spc="150" dirty="0">
                    <a:solidFill>
                      <a:srgbClr val="000000"/>
                    </a:solidFill>
                    <a:latin typeface="微软雅黑" panose="020B0503020204020204" pitchFamily="34" charset="-122"/>
                    <a:ea typeface="微软雅黑" panose="020B0503020204020204" pitchFamily="34" charset="-122"/>
                  </a:rPr>
                  <a:t>：消费者购买</a:t>
                </a:r>
                <a:r>
                  <a:rPr lang="en-US" altLang="zh-CN" sz="1800" spc="150" dirty="0">
                    <a:solidFill>
                      <a:srgbClr val="000000"/>
                    </a:solidFill>
                    <a:latin typeface="微软雅黑" panose="020B0503020204020204" pitchFamily="34" charset="-122"/>
                    <a:ea typeface="微软雅黑" panose="020B0503020204020204" pitchFamily="34" charset="-122"/>
                  </a:rPr>
                  <a:t>X</a:t>
                </a:r>
                <a:r>
                  <a:rPr lang="zh-CN" altLang="en-US" sz="1800" spc="150" dirty="0">
                    <a:solidFill>
                      <a:srgbClr val="000000"/>
                    </a:solidFill>
                    <a:latin typeface="微软雅黑" panose="020B0503020204020204" pitchFamily="34" charset="-122"/>
                    <a:ea typeface="微软雅黑" panose="020B0503020204020204" pitchFamily="34" charset="-122"/>
                  </a:rPr>
                  <a:t>要满足 </a:t>
                </a:r>
                <a14:m>
                  <m:oMath xmlns:m="http://schemas.openxmlformats.org/officeDocument/2006/math">
                    <m:f>
                      <m:fPr>
                        <m:ctrlPr>
                          <a:rPr lang="en-US" altLang="zh-CN" sz="1800" i="1" spc="150" dirty="0" smtClean="0">
                            <a:solidFill>
                              <a:srgbClr val="000000"/>
                            </a:solidFill>
                            <a:latin typeface="Cambria Math" panose="02040503050406030204" pitchFamily="18" charset="0"/>
                            <a:ea typeface="微软雅黑" panose="020B0503020204020204" pitchFamily="34" charset="-122"/>
                          </a:rPr>
                        </m:ctrlPr>
                      </m:fPr>
                      <m:num>
                        <m:r>
                          <a:rPr lang="en-US" altLang="zh-CN" sz="1800" b="0" i="1" spc="150" dirty="0" smtClean="0">
                            <a:solidFill>
                              <a:srgbClr val="000000"/>
                            </a:solidFill>
                            <a:latin typeface="Cambria Math" panose="02040503050406030204" pitchFamily="18" charset="0"/>
                            <a:ea typeface="微软雅黑" panose="020B0503020204020204" pitchFamily="34" charset="-122"/>
                          </a:rPr>
                          <m:t>𝑀𝑈</m:t>
                        </m:r>
                      </m:num>
                      <m:den>
                        <m:r>
                          <a:rPr lang="en-US" altLang="zh-CN" sz="1800" b="0" i="1" spc="150" dirty="0" smtClean="0">
                            <a:solidFill>
                              <a:srgbClr val="000000"/>
                            </a:solidFill>
                            <a:latin typeface="Cambria Math" panose="02040503050406030204" pitchFamily="18" charset="0"/>
                            <a:ea typeface="微软雅黑" panose="020B0503020204020204" pitchFamily="34" charset="-122"/>
                          </a:rPr>
                          <m:t>𝑃</m:t>
                        </m:r>
                      </m:den>
                    </m:f>
                  </m:oMath>
                </a14:m>
                <a:r>
                  <a:rPr lang="en-US" altLang="zh-CN" sz="1800" spc="150" dirty="0">
                    <a:solidFill>
                      <a:srgbClr val="000000"/>
                    </a:solidFill>
                    <a:latin typeface="微软雅黑" panose="020B0503020204020204" pitchFamily="34" charset="-122"/>
                    <a:ea typeface="微软雅黑" panose="020B0503020204020204" pitchFamily="34" charset="-122"/>
                  </a:rPr>
                  <a:t>=</a:t>
                </a:r>
                <a14:m>
                  <m:oMath xmlns:m="http://schemas.openxmlformats.org/officeDocument/2006/math">
                    <m:r>
                      <a:rPr lang="zh-CN" altLang="en-US" sz="1800" i="1">
                        <a:latin typeface="Cambria Math" panose="02040503050406030204" pitchFamily="18" charset="0"/>
                        <a:ea typeface="宋体" panose="02010600030101010101" pitchFamily="2" charset="-122"/>
                      </a:rPr>
                      <m:t>𝜆</m:t>
                    </m:r>
                  </m:oMath>
                </a14:m>
                <a:endParaRPr lang="en-US" altLang="zh-CN" sz="1800" spc="150" dirty="0">
                  <a:solidFill>
                    <a:srgbClr val="000000"/>
                  </a:solidFill>
                  <a:latin typeface="微软雅黑" panose="020B0503020204020204" pitchFamily="34" charset="-122"/>
                  <a:ea typeface="微软雅黑" panose="020B0503020204020204" pitchFamily="34" charset="-122"/>
                </a:endParaRPr>
              </a:p>
              <a:p>
                <a:pPr marL="538163" lvl="3" indent="-261938" defTabSz="457200" eaLnBrk="1" hangingPunct="1">
                  <a:lnSpc>
                    <a:spcPts val="600"/>
                  </a:lnSpc>
                  <a:spcAft>
                    <a:spcPts val="0"/>
                  </a:spcAft>
                  <a:buFont typeface="Wingdings" panose="05000000000000000000" pitchFamily="2" charset="2"/>
                  <a:buChar char="Ø"/>
                </a:pPr>
                <a:endParaRPr lang="en-US" altLang="zh-CN" sz="1600" spc="150" dirty="0">
                  <a:solidFill>
                    <a:srgbClr val="000000"/>
                  </a:solidFill>
                  <a:latin typeface="微软雅黑" panose="020B0503020204020204" pitchFamily="34" charset="-122"/>
                  <a:ea typeface="微软雅黑" panose="020B0503020204020204" pitchFamily="34" charset="-122"/>
                </a:endParaRPr>
              </a:p>
              <a:p>
                <a:pPr marL="276225" lvl="3" indent="238125" defTabSz="457200" eaLnBrk="1" hangingPunct="1">
                  <a:lnSpc>
                    <a:spcPts val="2600"/>
                  </a:lnSpc>
                  <a:spcAft>
                    <a:spcPts val="3600"/>
                  </a:spcAft>
                  <a:buNone/>
                </a:pPr>
                <a:r>
                  <a:rPr lang="en-US" altLang="zh-CN" sz="1600" spc="150" dirty="0">
                    <a:solidFill>
                      <a:srgbClr val="000000"/>
                    </a:solidFill>
                    <a:latin typeface="微软雅黑" panose="020B0503020204020204" pitchFamily="34" charset="-122"/>
                    <a:ea typeface="微软雅黑" panose="020B0503020204020204" pitchFamily="34" charset="-122"/>
                  </a:rPr>
                  <a:t>P↑</a:t>
                </a:r>
                <a:r>
                  <a:rPr lang="en-US" altLang="zh-CN" sz="1600" dirty="0">
                    <a:latin typeface="Arial" panose="020B0604020202020204" pitchFamily="34" charset="0"/>
                    <a:ea typeface="宋体" panose="02010600030101010101" pitchFamily="2" charset="-122"/>
                    <a:sym typeface="Wingdings" panose="05000000000000000000" pitchFamily="2" charset="2"/>
                  </a:rPr>
                  <a:t>  </a:t>
                </a:r>
                <a14:m>
                  <m:oMath xmlns:m="http://schemas.openxmlformats.org/officeDocument/2006/math">
                    <m:f>
                      <m:fPr>
                        <m:ctrlPr>
                          <a:rPr lang="en-US" altLang="zh-CN" sz="1600" i="1">
                            <a:latin typeface="Cambria Math" panose="02040503050406030204" pitchFamily="18" charset="0"/>
                            <a:ea typeface="宋体" panose="02010600030101010101" pitchFamily="2" charset="-122"/>
                          </a:rPr>
                        </m:ctrlPr>
                      </m:fPr>
                      <m:num>
                        <m:r>
                          <a:rPr lang="en-US" altLang="zh-CN" sz="1600" i="1">
                            <a:latin typeface="Cambria Math" panose="02040503050406030204" pitchFamily="18" charset="0"/>
                            <a:ea typeface="宋体" panose="02010600030101010101" pitchFamily="2" charset="-122"/>
                          </a:rPr>
                          <m:t>𝑀𝑈</m:t>
                        </m:r>
                      </m:num>
                      <m:den>
                        <m:r>
                          <a:rPr lang="en-US" altLang="zh-CN" sz="1600" i="1">
                            <a:latin typeface="Cambria Math" panose="02040503050406030204" pitchFamily="18" charset="0"/>
                            <a:ea typeface="宋体" panose="02010600030101010101" pitchFamily="2" charset="-122"/>
                          </a:rPr>
                          <m:t>𝑃</m:t>
                        </m:r>
                      </m:den>
                    </m:f>
                    <m:r>
                      <a:rPr lang="en-US" altLang="zh-CN" sz="1600" i="1">
                        <a:latin typeface="Cambria Math" panose="02040503050406030204" pitchFamily="18" charset="0"/>
                        <a:ea typeface="宋体" panose="02010600030101010101" pitchFamily="2" charset="-122"/>
                      </a:rPr>
                      <m:t>&lt;</m:t>
                    </m:r>
                    <m:r>
                      <a:rPr lang="zh-CN" altLang="en-US" sz="1600" i="1">
                        <a:latin typeface="Cambria Math" panose="02040503050406030204" pitchFamily="18" charset="0"/>
                        <a:ea typeface="宋体" panose="02010600030101010101" pitchFamily="2" charset="-122"/>
                      </a:rPr>
                      <m:t>𝜆</m:t>
                    </m:r>
                  </m:oMath>
                </a14:m>
                <a:r>
                  <a:rPr lang="zh-CN" altLang="en-US" sz="1600" spc="150" dirty="0">
                    <a:solidFill>
                      <a:srgbClr val="000000"/>
                    </a:solidFill>
                    <a:latin typeface="微软雅黑" panose="020B0503020204020204" pitchFamily="34" charset="-122"/>
                    <a:ea typeface="微软雅黑" panose="020B0503020204020204" pitchFamily="34" charset="-122"/>
                  </a:rPr>
                  <a:t> </a:t>
                </a:r>
                <a:r>
                  <a:rPr lang="en-US" altLang="zh-CN" sz="1600" dirty="0">
                    <a:latin typeface="Arial" panose="020B0604020202020204" pitchFamily="34" charset="0"/>
                    <a:ea typeface="宋体" panose="02010600030101010101" pitchFamily="2" charset="-122"/>
                    <a:sym typeface="Wingdings" panose="05000000000000000000" pitchFamily="2" charset="2"/>
                  </a:rPr>
                  <a:t></a:t>
                </a:r>
                <a:r>
                  <a:rPr lang="zh-CN" altLang="en-US" sz="1600" spc="150" dirty="0">
                    <a:solidFill>
                      <a:srgbClr val="000000"/>
                    </a:solidFill>
                    <a:latin typeface="微软雅黑" panose="020B0503020204020204" pitchFamily="34" charset="-122"/>
                    <a:ea typeface="微软雅黑" panose="020B0503020204020204" pitchFamily="34" charset="-122"/>
                  </a:rPr>
                  <a:t>减少购买量，增加边际效用再次实现均衡</a:t>
                </a:r>
                <a:endParaRPr lang="en-US" altLang="zh-CN" sz="1600" spc="150" dirty="0">
                  <a:solidFill>
                    <a:srgbClr val="000000"/>
                  </a:solidFill>
                  <a:latin typeface="微软雅黑" panose="020B0503020204020204" pitchFamily="34" charset="-122"/>
                  <a:ea typeface="微软雅黑" panose="020B0503020204020204" pitchFamily="34" charset="-122"/>
                </a:endParaRPr>
              </a:p>
              <a:p>
                <a:pPr marL="276225" lvl="3" indent="0" defTabSz="457200" eaLnBrk="1" hangingPunct="1">
                  <a:lnSpc>
                    <a:spcPts val="2600"/>
                  </a:lnSpc>
                  <a:buNone/>
                </a:pPr>
                <a:endParaRPr lang="en-US" altLang="zh-CN" sz="1600" spc="150" dirty="0">
                  <a:solidFill>
                    <a:srgbClr val="000000"/>
                  </a:solidFill>
                  <a:latin typeface="微软雅黑" panose="020B0503020204020204" pitchFamily="34" charset="-122"/>
                  <a:ea typeface="微软雅黑" panose="020B0503020204020204" pitchFamily="34" charset="-122"/>
                </a:endParaRPr>
              </a:p>
              <a:p>
                <a:pPr marL="538163" lvl="3" indent="-261938" defTabSz="457200" eaLnBrk="1" hangingPunct="1">
                  <a:lnSpc>
                    <a:spcPts val="2600"/>
                  </a:lnSpc>
                  <a:buFont typeface="Wingdings" panose="05000000000000000000" pitchFamily="2" charset="2"/>
                  <a:buChar char="Ø"/>
                </a:pPr>
                <a:endParaRPr lang="zh-CN" altLang="en-US" sz="1600" spc="150" dirty="0">
                  <a:solidFill>
                    <a:srgbClr val="000000"/>
                  </a:solidFill>
                  <a:latin typeface="微软雅黑" panose="020B0503020204020204" pitchFamily="34" charset="-122"/>
                  <a:ea typeface="微软雅黑" panose="020B0503020204020204" pitchFamily="34" charset="-122"/>
                </a:endParaRPr>
              </a:p>
            </p:txBody>
          </p:sp>
        </mc:Choice>
        <mc:Fallback xmlns="">
          <p:sp>
            <p:nvSpPr>
              <p:cNvPr id="7170" name="Rectangle 3"/>
              <p:cNvSpPr>
                <a:spLocks noGrp="1" noRot="1" noChangeAspect="1" noMove="1" noResize="1" noEditPoints="1" noAdjustHandles="1" noChangeArrowheads="1" noChangeShapeType="1" noTextEdit="1"/>
              </p:cNvSpPr>
              <p:nvPr>
                <p:ph type="body" idx="4294967295"/>
              </p:nvPr>
            </p:nvSpPr>
            <p:spPr>
              <a:xfrm>
                <a:off x="882936" y="2102854"/>
                <a:ext cx="6354902" cy="1188252"/>
              </a:xfrm>
              <a:blipFill>
                <a:blip r:embed="rId4"/>
                <a:stretch>
                  <a:fillRect t="-2051"/>
                </a:stretch>
              </a:blipFill>
            </p:spPr>
            <p:txBody>
              <a:bodyPr/>
              <a:lstStyle/>
              <a:p>
                <a:r>
                  <a:rPr lang="zh-CN" altLang="en-US">
                    <a:noFill/>
                  </a:rPr>
                  <a:t> </a:t>
                </a:r>
              </a:p>
            </p:txBody>
          </p:sp>
        </mc:Fallback>
      </mc:AlternateContent>
      <p:sp>
        <p:nvSpPr>
          <p:cNvPr id="2" name="等腰三角形 1">
            <a:extLst>
              <a:ext uri="{FF2B5EF4-FFF2-40B4-BE49-F238E27FC236}">
                <a16:creationId xmlns:a16="http://schemas.microsoft.com/office/drawing/2014/main" id="{755F1BFE-1FF4-4C7A-ADBF-260A9BFB2F37}"/>
              </a:ext>
            </a:extLst>
          </p:cNvPr>
          <p:cNvSpPr/>
          <p:nvPr/>
        </p:nvSpPr>
        <p:spPr bwMode="auto">
          <a:xfrm rot="10800000">
            <a:off x="2507044" y="2558024"/>
            <a:ext cx="147153" cy="250520"/>
          </a:xfrm>
          <a:prstGeom prst="triangle">
            <a:avLst/>
          </a:prstGeom>
          <a:solidFill>
            <a:srgbClr val="F3C97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3" name="等腰三角形 12">
            <a:extLst>
              <a:ext uri="{FF2B5EF4-FFF2-40B4-BE49-F238E27FC236}">
                <a16:creationId xmlns:a16="http://schemas.microsoft.com/office/drawing/2014/main" id="{43B124EE-D728-4DCD-82E5-11286E4E1EF2}"/>
              </a:ext>
            </a:extLst>
          </p:cNvPr>
          <p:cNvSpPr/>
          <p:nvPr/>
        </p:nvSpPr>
        <p:spPr bwMode="auto">
          <a:xfrm rot="10800000">
            <a:off x="2507044" y="4546240"/>
            <a:ext cx="147153" cy="250520"/>
          </a:xfrm>
          <a:prstGeom prst="triangle">
            <a:avLst/>
          </a:prstGeom>
          <a:solidFill>
            <a:srgbClr val="F3C97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E285EDE2-0275-49A8-AEB7-9BC5EBC84937}"/>
                  </a:ext>
                </a:extLst>
              </p:cNvPr>
              <p:cNvSpPr/>
              <p:nvPr/>
            </p:nvSpPr>
            <p:spPr>
              <a:xfrm>
                <a:off x="776518" y="4924754"/>
                <a:ext cx="7926290" cy="724686"/>
              </a:xfrm>
              <a:prstGeom prst="rect">
                <a:avLst/>
              </a:prstGeom>
            </p:spPr>
            <p:txBody>
              <a:bodyPr wrap="square">
                <a:spAutoFit/>
              </a:bodyPr>
              <a:lstStyle/>
              <a:p>
                <a:pPr marL="514350" lvl="3" indent="0" defTabSz="457200" eaLnBrk="1" hangingPunct="1">
                  <a:lnSpc>
                    <a:spcPts val="2600"/>
                  </a:lnSpc>
                  <a:spcAft>
                    <a:spcPts val="1200"/>
                  </a:spcAft>
                  <a:buNone/>
                </a:pPr>
                <a:r>
                  <a:rPr lang="en-US" altLang="zh-CN" sz="1600" spc="150" dirty="0">
                    <a:solidFill>
                      <a:srgbClr val="000000"/>
                    </a:solidFill>
                    <a:latin typeface="微软雅黑" panose="020B0503020204020204" pitchFamily="34" charset="-122"/>
                    <a:ea typeface="微软雅黑" panose="020B0503020204020204" pitchFamily="34" charset="-122"/>
                  </a:rPr>
                  <a:t>P</a:t>
                </a:r>
                <a:r>
                  <a:rPr lang="en-US" altLang="zh-CN" sz="1600" spc="150" baseline="-25000" dirty="0">
                    <a:solidFill>
                      <a:srgbClr val="000000"/>
                    </a:solidFill>
                    <a:latin typeface="微软雅黑" panose="020B0503020204020204" pitchFamily="34" charset="-122"/>
                    <a:ea typeface="微软雅黑" panose="020B0503020204020204" pitchFamily="34" charset="-122"/>
                  </a:rPr>
                  <a:t>1</a:t>
                </a:r>
                <a:r>
                  <a:rPr lang="en-US" altLang="zh-CN" sz="1600" spc="150" dirty="0">
                    <a:solidFill>
                      <a:srgbClr val="000000"/>
                    </a:solidFill>
                    <a:latin typeface="微软雅黑" panose="020B0503020204020204" pitchFamily="34" charset="-122"/>
                    <a:ea typeface="微软雅黑" panose="020B0503020204020204" pitchFamily="34" charset="-122"/>
                  </a:rPr>
                  <a:t>↑</a:t>
                </a:r>
                <a:r>
                  <a:rPr lang="en-US" altLang="zh-CN" sz="1600" dirty="0">
                    <a:sym typeface="Wingdings" panose="05000000000000000000" pitchFamily="2" charset="2"/>
                  </a:rPr>
                  <a:t> </a:t>
                </a:r>
                <a14:m>
                  <m:oMath xmlns:m="http://schemas.openxmlformats.org/officeDocument/2006/math">
                    <m:r>
                      <a:rPr lang="en-US" altLang="zh-CN" sz="1600" b="0" i="0" spc="150" smtClean="0">
                        <a:solidFill>
                          <a:srgbClr val="000000"/>
                        </a:solidFill>
                        <a:latin typeface="Cambria Math" panose="02040503050406030204" pitchFamily="18" charset="0"/>
                        <a:ea typeface="微软雅黑" panose="020B0503020204020204" pitchFamily="34" charset="-122"/>
                      </a:rPr>
                      <m:t> </m:t>
                    </m:r>
                    <m:f>
                      <m:fPr>
                        <m:ctrlPr>
                          <a:rPr lang="en-US" altLang="zh-CN" sz="1600" i="1" spc="150">
                            <a:solidFill>
                              <a:srgbClr val="000000"/>
                            </a:solidFill>
                            <a:latin typeface="Cambria Math" panose="02040503050406030204" pitchFamily="18" charset="0"/>
                            <a:ea typeface="微软雅黑" panose="020B0503020204020204" pitchFamily="34" charset="-122"/>
                          </a:rPr>
                        </m:ctrlPr>
                      </m:fPr>
                      <m:num>
                        <m:sSub>
                          <m:sSubPr>
                            <m:ctrlPr>
                              <a:rPr lang="en-US" altLang="zh-CN" sz="1600" i="1" spc="150">
                                <a:solidFill>
                                  <a:srgbClr val="000000"/>
                                </a:solidFill>
                                <a:latin typeface="Cambria Math" panose="02040503050406030204" pitchFamily="18" charset="0"/>
                                <a:ea typeface="微软雅黑" panose="020B0503020204020204" pitchFamily="34" charset="-122"/>
                              </a:rPr>
                            </m:ctrlPr>
                          </m:sSubPr>
                          <m:e>
                            <m:r>
                              <a:rPr lang="en-US" altLang="zh-CN" sz="1600" i="1" spc="150">
                                <a:solidFill>
                                  <a:srgbClr val="000000"/>
                                </a:solidFill>
                                <a:latin typeface="Cambria Math" panose="02040503050406030204" pitchFamily="18" charset="0"/>
                                <a:ea typeface="微软雅黑" panose="020B0503020204020204" pitchFamily="34" charset="-122"/>
                              </a:rPr>
                              <m:t>𝑀𝑈</m:t>
                            </m:r>
                          </m:e>
                          <m:sub>
                            <m:r>
                              <a:rPr lang="en-US" altLang="zh-CN" sz="1600" i="1" spc="150">
                                <a:solidFill>
                                  <a:srgbClr val="000000"/>
                                </a:solidFill>
                                <a:latin typeface="Cambria Math" panose="02040503050406030204" pitchFamily="18" charset="0"/>
                                <a:ea typeface="微软雅黑" panose="020B0503020204020204" pitchFamily="34" charset="-122"/>
                              </a:rPr>
                              <m:t>1</m:t>
                            </m:r>
                          </m:sub>
                        </m:sSub>
                      </m:num>
                      <m:den>
                        <m:sSub>
                          <m:sSubPr>
                            <m:ctrlPr>
                              <a:rPr lang="en-US" altLang="zh-CN" sz="1600" i="1" spc="150">
                                <a:solidFill>
                                  <a:srgbClr val="000000"/>
                                </a:solidFill>
                                <a:latin typeface="Cambria Math" panose="02040503050406030204" pitchFamily="18" charset="0"/>
                                <a:ea typeface="微软雅黑" panose="020B0503020204020204" pitchFamily="34" charset="-122"/>
                              </a:rPr>
                            </m:ctrlPr>
                          </m:sSubPr>
                          <m:e>
                            <m:r>
                              <a:rPr lang="en-US" altLang="zh-CN" sz="1600" i="1" spc="150">
                                <a:solidFill>
                                  <a:srgbClr val="000000"/>
                                </a:solidFill>
                                <a:latin typeface="Cambria Math" panose="02040503050406030204" pitchFamily="18" charset="0"/>
                                <a:ea typeface="微软雅黑" panose="020B0503020204020204" pitchFamily="34" charset="-122"/>
                              </a:rPr>
                              <m:t>𝑃</m:t>
                            </m:r>
                          </m:e>
                          <m:sub>
                            <m:r>
                              <a:rPr lang="en-US" altLang="zh-CN" sz="1600" i="1" spc="150">
                                <a:solidFill>
                                  <a:srgbClr val="000000"/>
                                </a:solidFill>
                                <a:latin typeface="Cambria Math" panose="02040503050406030204" pitchFamily="18" charset="0"/>
                                <a:ea typeface="微软雅黑" panose="020B0503020204020204" pitchFamily="34" charset="-122"/>
                              </a:rPr>
                              <m:t>1</m:t>
                            </m:r>
                          </m:sub>
                        </m:sSub>
                      </m:den>
                    </m:f>
                  </m:oMath>
                </a14:m>
                <a:r>
                  <a:rPr lang="en-US" altLang="zh-CN" sz="1600" spc="150" dirty="0">
                    <a:solidFill>
                      <a:srgbClr val="000000"/>
                    </a:solidFill>
                    <a:latin typeface="微软雅黑" panose="020B0503020204020204" pitchFamily="34" charset="-122"/>
                    <a:ea typeface="微软雅黑" panose="020B0503020204020204" pitchFamily="34" charset="-122"/>
                  </a:rPr>
                  <a:t> &lt;</a:t>
                </a:r>
                <a:r>
                  <a:rPr lang="en-US" altLang="zh-CN" sz="1600" spc="150" dirty="0">
                    <a:solidFill>
                      <a:srgbClr val="000000"/>
                    </a:solidFill>
                    <a:ea typeface="微软雅黑" panose="020B0503020204020204" pitchFamily="34" charset="-122"/>
                  </a:rPr>
                  <a:t> </a:t>
                </a:r>
                <a14:m>
                  <m:oMath xmlns:m="http://schemas.openxmlformats.org/officeDocument/2006/math">
                    <m:f>
                      <m:fPr>
                        <m:ctrlPr>
                          <a:rPr lang="en-US" altLang="zh-CN" sz="1600" i="1" spc="150">
                            <a:solidFill>
                              <a:srgbClr val="000000"/>
                            </a:solidFill>
                            <a:latin typeface="Cambria Math" panose="02040503050406030204" pitchFamily="18" charset="0"/>
                            <a:ea typeface="微软雅黑" panose="020B0503020204020204" pitchFamily="34" charset="-122"/>
                          </a:rPr>
                        </m:ctrlPr>
                      </m:fPr>
                      <m:num>
                        <m:sSub>
                          <m:sSubPr>
                            <m:ctrlPr>
                              <a:rPr lang="en-US" altLang="zh-CN" sz="1600" i="1" spc="150">
                                <a:solidFill>
                                  <a:srgbClr val="000000"/>
                                </a:solidFill>
                                <a:latin typeface="Cambria Math" panose="02040503050406030204" pitchFamily="18" charset="0"/>
                                <a:ea typeface="微软雅黑" panose="020B0503020204020204" pitchFamily="34" charset="-122"/>
                              </a:rPr>
                            </m:ctrlPr>
                          </m:sSubPr>
                          <m:e>
                            <m:r>
                              <a:rPr lang="en-US" altLang="zh-CN" sz="1600" i="1" spc="150">
                                <a:solidFill>
                                  <a:srgbClr val="000000"/>
                                </a:solidFill>
                                <a:latin typeface="Cambria Math" panose="02040503050406030204" pitchFamily="18" charset="0"/>
                                <a:ea typeface="微软雅黑" panose="020B0503020204020204" pitchFamily="34" charset="-122"/>
                              </a:rPr>
                              <m:t>𝑀𝑈</m:t>
                            </m:r>
                          </m:e>
                          <m:sub>
                            <m:r>
                              <a:rPr lang="en-US" altLang="zh-CN" sz="1600" i="1" spc="150">
                                <a:solidFill>
                                  <a:srgbClr val="000000"/>
                                </a:solidFill>
                                <a:latin typeface="Cambria Math" panose="02040503050406030204" pitchFamily="18" charset="0"/>
                                <a:ea typeface="微软雅黑" panose="020B0503020204020204" pitchFamily="34" charset="-122"/>
                              </a:rPr>
                              <m:t>2</m:t>
                            </m:r>
                          </m:sub>
                        </m:sSub>
                      </m:num>
                      <m:den>
                        <m:sSub>
                          <m:sSubPr>
                            <m:ctrlPr>
                              <a:rPr lang="en-US" altLang="zh-CN" sz="1600" i="1" spc="150">
                                <a:solidFill>
                                  <a:srgbClr val="000000"/>
                                </a:solidFill>
                                <a:latin typeface="Cambria Math" panose="02040503050406030204" pitchFamily="18" charset="0"/>
                                <a:ea typeface="微软雅黑" panose="020B0503020204020204" pitchFamily="34" charset="-122"/>
                              </a:rPr>
                            </m:ctrlPr>
                          </m:sSubPr>
                          <m:e>
                            <m:r>
                              <a:rPr lang="en-US" altLang="zh-CN" sz="1600" i="1" spc="150">
                                <a:solidFill>
                                  <a:srgbClr val="000000"/>
                                </a:solidFill>
                                <a:latin typeface="Cambria Math" panose="02040503050406030204" pitchFamily="18" charset="0"/>
                                <a:ea typeface="微软雅黑" panose="020B0503020204020204" pitchFamily="34" charset="-122"/>
                              </a:rPr>
                              <m:t>𝑃</m:t>
                            </m:r>
                          </m:e>
                          <m:sub>
                            <m:r>
                              <a:rPr lang="en-US" altLang="zh-CN" sz="1600" i="1" spc="150">
                                <a:solidFill>
                                  <a:srgbClr val="000000"/>
                                </a:solidFill>
                                <a:latin typeface="Cambria Math" panose="02040503050406030204" pitchFamily="18" charset="0"/>
                                <a:ea typeface="微软雅黑" panose="020B0503020204020204" pitchFamily="34" charset="-122"/>
                              </a:rPr>
                              <m:t>2</m:t>
                            </m:r>
                          </m:sub>
                        </m:sSub>
                      </m:den>
                    </m:f>
                  </m:oMath>
                </a14:m>
                <a:r>
                  <a:rPr lang="en-US" altLang="zh-CN" sz="1600" spc="150" dirty="0">
                    <a:solidFill>
                      <a:srgbClr val="000000"/>
                    </a:solidFill>
                    <a:latin typeface="微软雅黑" panose="020B0503020204020204" pitchFamily="34" charset="-122"/>
                    <a:ea typeface="微软雅黑" panose="020B0503020204020204" pitchFamily="34" charset="-122"/>
                  </a:rPr>
                  <a:t> </a:t>
                </a:r>
                <a:r>
                  <a:rPr lang="en-US" altLang="zh-CN" sz="1600" spc="150" baseline="-25000" dirty="0">
                    <a:solidFill>
                      <a:srgbClr val="000000"/>
                    </a:solidFill>
                    <a:latin typeface="微软雅黑" panose="020B0503020204020204" pitchFamily="34" charset="-122"/>
                    <a:ea typeface="微软雅黑" panose="020B0503020204020204" pitchFamily="34" charset="-122"/>
                  </a:rPr>
                  <a:t> </a:t>
                </a:r>
                <a:r>
                  <a:rPr lang="en-US" altLang="zh-CN" sz="1600" spc="150" dirty="0">
                    <a:solidFill>
                      <a:srgbClr val="000000"/>
                    </a:solidFill>
                    <a:latin typeface="微软雅黑" panose="020B0503020204020204" pitchFamily="34" charset="-122"/>
                    <a:ea typeface="微软雅黑" panose="020B0503020204020204" pitchFamily="34" charset="-122"/>
                  </a:rPr>
                  <a:t>=</a:t>
                </a:r>
                <a14:m>
                  <m:oMath xmlns:m="http://schemas.openxmlformats.org/officeDocument/2006/math">
                    <m:r>
                      <a:rPr lang="zh-CN" altLang="en-US" sz="1600" i="1">
                        <a:latin typeface="Cambria Math" panose="02040503050406030204" pitchFamily="18" charset="0"/>
                      </a:rPr>
                      <m:t>𝜆</m:t>
                    </m:r>
                  </m:oMath>
                </a14:m>
                <a:r>
                  <a:rPr lang="en-US" altLang="zh-CN" sz="1600" dirty="0">
                    <a:sym typeface="Wingdings" panose="05000000000000000000" pitchFamily="2" charset="2"/>
                  </a:rPr>
                  <a:t></a:t>
                </a:r>
                <a:r>
                  <a:rPr lang="zh-CN" altLang="en-US" sz="1600" spc="150" dirty="0">
                    <a:solidFill>
                      <a:srgbClr val="000000"/>
                    </a:solidFill>
                    <a:latin typeface="微软雅黑" panose="020B0503020204020204" pitchFamily="34" charset="-122"/>
                    <a:ea typeface="微软雅黑" panose="020B0503020204020204" pitchFamily="34" charset="-122"/>
                  </a:rPr>
                  <a:t>替代行为：减少</a:t>
                </a:r>
                <a:r>
                  <a:rPr lang="en-US" altLang="zh-CN" sz="1600" spc="150" dirty="0">
                    <a:solidFill>
                      <a:srgbClr val="000000"/>
                    </a:solidFill>
                    <a:latin typeface="微软雅黑" panose="020B0503020204020204" pitchFamily="34" charset="-122"/>
                    <a:ea typeface="微软雅黑" panose="020B0503020204020204" pitchFamily="34" charset="-122"/>
                  </a:rPr>
                  <a:t>X1</a:t>
                </a:r>
                <a:r>
                  <a:rPr lang="zh-CN" altLang="en-US" sz="1600" spc="150" dirty="0">
                    <a:solidFill>
                      <a:srgbClr val="000000"/>
                    </a:solidFill>
                    <a:latin typeface="微软雅黑" panose="020B0503020204020204" pitchFamily="34" charset="-122"/>
                    <a:ea typeface="微软雅黑" panose="020B0503020204020204" pitchFamily="34" charset="-122"/>
                  </a:rPr>
                  <a:t>购买，增加</a:t>
                </a:r>
                <a:r>
                  <a:rPr lang="en-US" altLang="zh-CN" sz="1600" spc="150" dirty="0">
                    <a:solidFill>
                      <a:srgbClr val="000000"/>
                    </a:solidFill>
                    <a:latin typeface="微软雅黑" panose="020B0503020204020204" pitchFamily="34" charset="-122"/>
                    <a:ea typeface="微软雅黑" panose="020B0503020204020204" pitchFamily="34" charset="-122"/>
                  </a:rPr>
                  <a:t>X2</a:t>
                </a:r>
                <a:r>
                  <a:rPr lang="zh-CN" altLang="en-US" sz="1600" spc="150" dirty="0">
                    <a:solidFill>
                      <a:srgbClr val="000000"/>
                    </a:solidFill>
                    <a:latin typeface="微软雅黑" panose="020B0503020204020204" pitchFamily="34" charset="-122"/>
                    <a:ea typeface="微软雅黑" panose="020B0503020204020204" pitchFamily="34" charset="-122"/>
                  </a:rPr>
                  <a:t>购买，会增加</a:t>
                </a:r>
                <a:r>
                  <a:rPr lang="en-US" altLang="zh-CN" sz="1600" spc="150" dirty="0">
                    <a:solidFill>
                      <a:srgbClr val="000000"/>
                    </a:solidFill>
                    <a:latin typeface="微软雅黑" panose="020B0503020204020204" pitchFamily="34" charset="-122"/>
                    <a:ea typeface="微软雅黑" panose="020B0503020204020204" pitchFamily="34" charset="-122"/>
                  </a:rPr>
                  <a:t>X1</a:t>
                </a:r>
                <a:r>
                  <a:rPr lang="zh-CN" altLang="en-US" sz="1600" spc="150" dirty="0">
                    <a:solidFill>
                      <a:srgbClr val="000000"/>
                    </a:solidFill>
                    <a:latin typeface="微软雅黑" panose="020B0503020204020204" pitchFamily="34" charset="-122"/>
                    <a:ea typeface="微软雅黑" panose="020B0503020204020204" pitchFamily="34" charset="-122"/>
                  </a:rPr>
                  <a:t>边际效用再次实现均衡</a:t>
                </a:r>
              </a:p>
            </p:txBody>
          </p:sp>
        </mc:Choice>
        <mc:Fallback xmlns="">
          <p:sp>
            <p:nvSpPr>
              <p:cNvPr id="3" name="矩形 2">
                <a:extLst>
                  <a:ext uri="{FF2B5EF4-FFF2-40B4-BE49-F238E27FC236}">
                    <a16:creationId xmlns:a16="http://schemas.microsoft.com/office/drawing/2014/main" id="{E285EDE2-0275-49A8-AEB7-9BC5EBC84937}"/>
                  </a:ext>
                </a:extLst>
              </p:cNvPr>
              <p:cNvSpPr>
                <a:spLocks noRot="1" noChangeAspect="1" noMove="1" noResize="1" noEditPoints="1" noAdjustHandles="1" noChangeArrowheads="1" noChangeShapeType="1" noTextEdit="1"/>
              </p:cNvSpPr>
              <p:nvPr/>
            </p:nvSpPr>
            <p:spPr>
              <a:xfrm>
                <a:off x="776518" y="4924754"/>
                <a:ext cx="7926290" cy="724686"/>
              </a:xfrm>
              <a:prstGeom prst="rect">
                <a:avLst/>
              </a:prstGeom>
              <a:blipFill>
                <a:blip r:embed="rId5"/>
                <a:stretch>
                  <a:fillRect t="-840" b="-1008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0CA7EC59-BD3C-4A29-8940-DCEF38CE320F}"/>
                  </a:ext>
                </a:extLst>
              </p:cNvPr>
              <p:cNvSpPr/>
              <p:nvPr/>
            </p:nvSpPr>
            <p:spPr>
              <a:xfrm>
                <a:off x="882936" y="4076342"/>
                <a:ext cx="5812971" cy="448905"/>
              </a:xfrm>
              <a:prstGeom prst="rect">
                <a:avLst/>
              </a:prstGeom>
            </p:spPr>
            <p:txBody>
              <a:bodyPr wrap="square">
                <a:spAutoFit/>
              </a:bodyPr>
              <a:lstStyle/>
              <a:p>
                <a:pPr marL="538163" lvl="3" indent="-261938" defTabSz="457200" eaLnBrk="1" hangingPunct="1">
                  <a:lnSpc>
                    <a:spcPts val="2600"/>
                  </a:lnSpc>
                  <a:buFont typeface="Wingdings" panose="05000000000000000000" pitchFamily="2" charset="2"/>
                  <a:buChar char="Ø"/>
                </a:pPr>
                <a:r>
                  <a:rPr lang="zh-CN" altLang="en-US" spc="150" dirty="0">
                    <a:solidFill>
                      <a:srgbClr val="000000"/>
                    </a:solidFill>
                    <a:latin typeface="微软雅黑" panose="020B0503020204020204" pitchFamily="34" charset="-122"/>
                    <a:ea typeface="微软雅黑" panose="020B0503020204020204" pitchFamily="34" charset="-122"/>
                  </a:rPr>
                  <a:t>解释</a:t>
                </a:r>
                <a:r>
                  <a:rPr lang="en-US" altLang="zh-CN" spc="150" dirty="0">
                    <a:solidFill>
                      <a:srgbClr val="000000"/>
                    </a:solidFill>
                    <a:latin typeface="微软雅黑" panose="020B0503020204020204" pitchFamily="34" charset="-122"/>
                    <a:ea typeface="微软雅黑" panose="020B0503020204020204" pitchFamily="34" charset="-122"/>
                  </a:rPr>
                  <a:t>2</a:t>
                </a:r>
                <a:r>
                  <a:rPr lang="zh-CN" altLang="en-US" spc="150" dirty="0">
                    <a:solidFill>
                      <a:srgbClr val="000000"/>
                    </a:solidFill>
                    <a:latin typeface="微软雅黑" panose="020B0503020204020204" pitchFamily="34" charset="-122"/>
                    <a:ea typeface="微软雅黑" panose="020B0503020204020204" pitchFamily="34" charset="-122"/>
                  </a:rPr>
                  <a:t>：消费者购买</a:t>
                </a:r>
                <a:r>
                  <a:rPr lang="en-US" altLang="zh-CN" spc="150" dirty="0">
                    <a:solidFill>
                      <a:srgbClr val="000000"/>
                    </a:solidFill>
                    <a:latin typeface="微软雅黑" panose="020B0503020204020204" pitchFamily="34" charset="-122"/>
                    <a:ea typeface="微软雅黑" panose="020B0503020204020204" pitchFamily="34" charset="-122"/>
                  </a:rPr>
                  <a:t>X</a:t>
                </a:r>
                <a:r>
                  <a:rPr lang="zh-CN" altLang="en-US" spc="150" dirty="0">
                    <a:solidFill>
                      <a:srgbClr val="000000"/>
                    </a:solidFill>
                    <a:latin typeface="微软雅黑" panose="020B0503020204020204" pitchFamily="34" charset="-122"/>
                    <a:ea typeface="微软雅黑" panose="020B0503020204020204" pitchFamily="34" charset="-122"/>
                  </a:rPr>
                  <a:t>要满足 </a:t>
                </a:r>
                <a14:m>
                  <m:oMath xmlns:m="http://schemas.openxmlformats.org/officeDocument/2006/math">
                    <m:f>
                      <m:fPr>
                        <m:ctrlPr>
                          <a:rPr lang="en-US" altLang="zh-CN" i="1" spc="150">
                            <a:solidFill>
                              <a:srgbClr val="000000"/>
                            </a:solidFill>
                            <a:latin typeface="Cambria Math" panose="02040503050406030204" pitchFamily="18" charset="0"/>
                            <a:ea typeface="微软雅黑" panose="020B0503020204020204" pitchFamily="34" charset="-122"/>
                          </a:rPr>
                        </m:ctrlPr>
                      </m:fPr>
                      <m:num>
                        <m:sSub>
                          <m:sSubPr>
                            <m:ctrlPr>
                              <a:rPr lang="en-US" altLang="zh-CN" i="1" spc="150">
                                <a:solidFill>
                                  <a:srgbClr val="000000"/>
                                </a:solidFill>
                                <a:latin typeface="Cambria Math" panose="02040503050406030204" pitchFamily="18" charset="0"/>
                                <a:ea typeface="微软雅黑" panose="020B0503020204020204" pitchFamily="34" charset="-122"/>
                              </a:rPr>
                            </m:ctrlPr>
                          </m:sSubPr>
                          <m:e>
                            <m:r>
                              <a:rPr lang="en-US" altLang="zh-CN" i="1" spc="150">
                                <a:solidFill>
                                  <a:srgbClr val="000000"/>
                                </a:solidFill>
                                <a:latin typeface="Cambria Math" panose="02040503050406030204" pitchFamily="18" charset="0"/>
                                <a:ea typeface="微软雅黑" panose="020B0503020204020204" pitchFamily="34" charset="-122"/>
                              </a:rPr>
                              <m:t>𝑀𝑈</m:t>
                            </m:r>
                          </m:e>
                          <m:sub>
                            <m:r>
                              <a:rPr lang="en-US" altLang="zh-CN" i="1" spc="150">
                                <a:solidFill>
                                  <a:srgbClr val="000000"/>
                                </a:solidFill>
                                <a:latin typeface="Cambria Math" panose="02040503050406030204" pitchFamily="18" charset="0"/>
                                <a:ea typeface="微软雅黑" panose="020B0503020204020204" pitchFamily="34" charset="-122"/>
                              </a:rPr>
                              <m:t>1</m:t>
                            </m:r>
                          </m:sub>
                        </m:sSub>
                      </m:num>
                      <m:den>
                        <m:sSub>
                          <m:sSubPr>
                            <m:ctrlPr>
                              <a:rPr lang="en-US" altLang="zh-CN" i="1" spc="150">
                                <a:solidFill>
                                  <a:srgbClr val="000000"/>
                                </a:solidFill>
                                <a:latin typeface="Cambria Math" panose="02040503050406030204" pitchFamily="18" charset="0"/>
                                <a:ea typeface="微软雅黑" panose="020B0503020204020204" pitchFamily="34" charset="-122"/>
                              </a:rPr>
                            </m:ctrlPr>
                          </m:sSubPr>
                          <m:e>
                            <m:r>
                              <a:rPr lang="en-US" altLang="zh-CN" i="1" spc="150">
                                <a:solidFill>
                                  <a:srgbClr val="000000"/>
                                </a:solidFill>
                                <a:latin typeface="Cambria Math" panose="02040503050406030204" pitchFamily="18" charset="0"/>
                                <a:ea typeface="微软雅黑" panose="020B0503020204020204" pitchFamily="34" charset="-122"/>
                              </a:rPr>
                              <m:t>𝑃</m:t>
                            </m:r>
                          </m:e>
                          <m:sub>
                            <m:r>
                              <a:rPr lang="en-US" altLang="zh-CN" i="1" spc="150">
                                <a:solidFill>
                                  <a:srgbClr val="000000"/>
                                </a:solidFill>
                                <a:latin typeface="Cambria Math" panose="02040503050406030204" pitchFamily="18" charset="0"/>
                                <a:ea typeface="微软雅黑" panose="020B0503020204020204" pitchFamily="34" charset="-122"/>
                              </a:rPr>
                              <m:t>1</m:t>
                            </m:r>
                          </m:sub>
                        </m:sSub>
                      </m:den>
                    </m:f>
                  </m:oMath>
                </a14:m>
                <a:r>
                  <a:rPr lang="en-US" altLang="zh-CN" spc="150" dirty="0">
                    <a:solidFill>
                      <a:srgbClr val="000000"/>
                    </a:solidFill>
                    <a:latin typeface="微软雅黑" panose="020B0503020204020204" pitchFamily="34" charset="-122"/>
                    <a:ea typeface="微软雅黑" panose="020B0503020204020204" pitchFamily="34" charset="-122"/>
                  </a:rPr>
                  <a:t> =</a:t>
                </a:r>
                <a:r>
                  <a:rPr lang="en-US" altLang="zh-CN" spc="150" dirty="0">
                    <a:solidFill>
                      <a:srgbClr val="000000"/>
                    </a:solidFill>
                    <a:ea typeface="微软雅黑" panose="020B0503020204020204" pitchFamily="34" charset="-122"/>
                  </a:rPr>
                  <a:t> </a:t>
                </a:r>
                <a14:m>
                  <m:oMath xmlns:m="http://schemas.openxmlformats.org/officeDocument/2006/math">
                    <m:f>
                      <m:fPr>
                        <m:ctrlPr>
                          <a:rPr lang="en-US" altLang="zh-CN" i="1" spc="150">
                            <a:solidFill>
                              <a:srgbClr val="000000"/>
                            </a:solidFill>
                            <a:latin typeface="Cambria Math" panose="02040503050406030204" pitchFamily="18" charset="0"/>
                            <a:ea typeface="微软雅黑" panose="020B0503020204020204" pitchFamily="34" charset="-122"/>
                          </a:rPr>
                        </m:ctrlPr>
                      </m:fPr>
                      <m:num>
                        <m:sSub>
                          <m:sSubPr>
                            <m:ctrlPr>
                              <a:rPr lang="en-US" altLang="zh-CN" i="1" spc="150">
                                <a:solidFill>
                                  <a:srgbClr val="000000"/>
                                </a:solidFill>
                                <a:latin typeface="Cambria Math" panose="02040503050406030204" pitchFamily="18" charset="0"/>
                                <a:ea typeface="微软雅黑" panose="020B0503020204020204" pitchFamily="34" charset="-122"/>
                              </a:rPr>
                            </m:ctrlPr>
                          </m:sSubPr>
                          <m:e>
                            <m:r>
                              <a:rPr lang="en-US" altLang="zh-CN" i="1" spc="150">
                                <a:solidFill>
                                  <a:srgbClr val="000000"/>
                                </a:solidFill>
                                <a:latin typeface="Cambria Math" panose="02040503050406030204" pitchFamily="18" charset="0"/>
                                <a:ea typeface="微软雅黑" panose="020B0503020204020204" pitchFamily="34" charset="-122"/>
                              </a:rPr>
                              <m:t>𝑀𝑈</m:t>
                            </m:r>
                          </m:e>
                          <m:sub>
                            <m:r>
                              <a:rPr lang="en-US" altLang="zh-CN" i="1" spc="150">
                                <a:solidFill>
                                  <a:srgbClr val="000000"/>
                                </a:solidFill>
                                <a:latin typeface="Cambria Math" panose="02040503050406030204" pitchFamily="18" charset="0"/>
                                <a:ea typeface="微软雅黑" panose="020B0503020204020204" pitchFamily="34" charset="-122"/>
                              </a:rPr>
                              <m:t>2</m:t>
                            </m:r>
                          </m:sub>
                        </m:sSub>
                      </m:num>
                      <m:den>
                        <m:sSub>
                          <m:sSubPr>
                            <m:ctrlPr>
                              <a:rPr lang="en-US" altLang="zh-CN" i="1" spc="150">
                                <a:solidFill>
                                  <a:srgbClr val="000000"/>
                                </a:solidFill>
                                <a:latin typeface="Cambria Math" panose="02040503050406030204" pitchFamily="18" charset="0"/>
                                <a:ea typeface="微软雅黑" panose="020B0503020204020204" pitchFamily="34" charset="-122"/>
                              </a:rPr>
                            </m:ctrlPr>
                          </m:sSubPr>
                          <m:e>
                            <m:r>
                              <a:rPr lang="en-US" altLang="zh-CN" i="1" spc="150">
                                <a:solidFill>
                                  <a:srgbClr val="000000"/>
                                </a:solidFill>
                                <a:latin typeface="Cambria Math" panose="02040503050406030204" pitchFamily="18" charset="0"/>
                                <a:ea typeface="微软雅黑" panose="020B0503020204020204" pitchFamily="34" charset="-122"/>
                              </a:rPr>
                              <m:t>𝑃</m:t>
                            </m:r>
                          </m:e>
                          <m:sub>
                            <m:r>
                              <a:rPr lang="en-US" altLang="zh-CN" i="1" spc="150">
                                <a:solidFill>
                                  <a:srgbClr val="000000"/>
                                </a:solidFill>
                                <a:latin typeface="Cambria Math" panose="02040503050406030204" pitchFamily="18" charset="0"/>
                                <a:ea typeface="微软雅黑" panose="020B0503020204020204" pitchFamily="34" charset="-122"/>
                              </a:rPr>
                              <m:t>2</m:t>
                            </m:r>
                          </m:sub>
                        </m:sSub>
                      </m:den>
                    </m:f>
                  </m:oMath>
                </a14:m>
                <a:r>
                  <a:rPr lang="en-US" altLang="zh-CN" spc="150" dirty="0">
                    <a:solidFill>
                      <a:srgbClr val="000000"/>
                    </a:solidFill>
                    <a:latin typeface="微软雅黑" panose="020B0503020204020204" pitchFamily="34" charset="-122"/>
                    <a:ea typeface="微软雅黑" panose="020B0503020204020204" pitchFamily="34" charset="-122"/>
                  </a:rPr>
                  <a:t> </a:t>
                </a:r>
                <a:r>
                  <a:rPr lang="en-US" altLang="zh-CN" spc="150" baseline="-25000" dirty="0">
                    <a:solidFill>
                      <a:srgbClr val="000000"/>
                    </a:solidFill>
                    <a:latin typeface="微软雅黑" panose="020B0503020204020204" pitchFamily="34" charset="-122"/>
                    <a:ea typeface="微软雅黑" panose="020B0503020204020204" pitchFamily="34" charset="-122"/>
                  </a:rPr>
                  <a:t> </a:t>
                </a:r>
                <a:r>
                  <a:rPr lang="en-US" altLang="zh-CN" spc="150" dirty="0">
                    <a:solidFill>
                      <a:srgbClr val="000000"/>
                    </a:solidFill>
                    <a:latin typeface="微软雅黑" panose="020B0503020204020204" pitchFamily="34" charset="-122"/>
                    <a:ea typeface="微软雅黑" panose="020B0503020204020204" pitchFamily="34" charset="-122"/>
                  </a:rPr>
                  <a:t>=</a:t>
                </a:r>
                <a14:m>
                  <m:oMath xmlns:m="http://schemas.openxmlformats.org/officeDocument/2006/math">
                    <m:r>
                      <a:rPr lang="zh-CN" altLang="en-US" i="1">
                        <a:latin typeface="Cambria Math" panose="02040503050406030204" pitchFamily="18" charset="0"/>
                      </a:rPr>
                      <m:t>𝜆</m:t>
                    </m:r>
                  </m:oMath>
                </a14:m>
                <a:endParaRPr lang="en-US" altLang="zh-CN" spc="150" dirty="0">
                  <a:solidFill>
                    <a:srgbClr val="000000"/>
                  </a:solidFill>
                  <a:latin typeface="微软雅黑" panose="020B0503020204020204" pitchFamily="34" charset="-122"/>
                  <a:ea typeface="微软雅黑" panose="020B0503020204020204" pitchFamily="34" charset="-122"/>
                </a:endParaRPr>
              </a:p>
            </p:txBody>
          </p:sp>
        </mc:Choice>
        <mc:Fallback xmlns="">
          <p:sp>
            <p:nvSpPr>
              <p:cNvPr id="4" name="矩形 3">
                <a:extLst>
                  <a:ext uri="{FF2B5EF4-FFF2-40B4-BE49-F238E27FC236}">
                    <a16:creationId xmlns:a16="http://schemas.microsoft.com/office/drawing/2014/main" id="{0CA7EC59-BD3C-4A29-8940-DCEF38CE320F}"/>
                  </a:ext>
                </a:extLst>
              </p:cNvPr>
              <p:cNvSpPr>
                <a:spLocks noRot="1" noChangeAspect="1" noMove="1" noResize="1" noEditPoints="1" noAdjustHandles="1" noChangeArrowheads="1" noChangeShapeType="1" noTextEdit="1"/>
              </p:cNvSpPr>
              <p:nvPr/>
            </p:nvSpPr>
            <p:spPr>
              <a:xfrm>
                <a:off x="882936" y="4076342"/>
                <a:ext cx="5812971" cy="448905"/>
              </a:xfrm>
              <a:prstGeom prst="rect">
                <a:avLst/>
              </a:prstGeom>
              <a:blipFill>
                <a:blip r:embed="rId6"/>
                <a:stretch>
                  <a:fillRect t="-12329"/>
                </a:stretch>
              </a:blipFill>
            </p:spPr>
            <p:txBody>
              <a:bodyPr/>
              <a:lstStyle/>
              <a:p>
                <a:r>
                  <a:rPr lang="zh-CN" altLang="en-US">
                    <a:noFill/>
                  </a:rPr>
                  <a:t> </a:t>
                </a:r>
              </a:p>
            </p:txBody>
          </p:sp>
        </mc:Fallback>
      </mc:AlternateContent>
      <p:sp>
        <p:nvSpPr>
          <p:cNvPr id="17" name="矩形 16">
            <a:extLst>
              <a:ext uri="{FF2B5EF4-FFF2-40B4-BE49-F238E27FC236}">
                <a16:creationId xmlns:a16="http://schemas.microsoft.com/office/drawing/2014/main" id="{3C30D642-4CD9-4FD2-AB72-D1F5337A786A}"/>
              </a:ext>
            </a:extLst>
          </p:cNvPr>
          <p:cNvSpPr/>
          <p:nvPr/>
        </p:nvSpPr>
        <p:spPr>
          <a:xfrm>
            <a:off x="6593747" y="0"/>
            <a:ext cx="2550253" cy="369332"/>
          </a:xfrm>
          <a:prstGeom prst="rect">
            <a:avLst/>
          </a:prstGeom>
        </p:spPr>
        <p:txBody>
          <a:bodyPr wrap="squar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第一节 </a:t>
            </a:r>
            <a:r>
              <a:rPr lang="zh-CN" altLang="en-US" spc="150" dirty="0">
                <a:latin typeface="微软雅黑" panose="020B0503020204020204" pitchFamily="34" charset="-122"/>
                <a:ea typeface="微软雅黑" panose="020B0503020204020204" pitchFamily="34" charset="-122"/>
              </a:rPr>
              <a:t>效用理论概述</a:t>
            </a:r>
            <a:r>
              <a:rPr lang="zh-CN" altLang="en-US" spc="150" dirty="0">
                <a:solidFill>
                  <a:srgbClr val="000000"/>
                </a:solidFill>
                <a:latin typeface="微软雅黑" panose="020B0503020204020204" pitchFamily="34" charset="-122"/>
                <a:ea typeface="微软雅黑" panose="020B0503020204020204" pitchFamily="34" charset="-122"/>
              </a:rPr>
              <a:t> </a:t>
            </a:r>
          </a:p>
        </p:txBody>
      </p:sp>
      <p:sp>
        <p:nvSpPr>
          <p:cNvPr id="18" name="矩形 17">
            <a:extLst>
              <a:ext uri="{FF2B5EF4-FFF2-40B4-BE49-F238E27FC236}">
                <a16:creationId xmlns:a16="http://schemas.microsoft.com/office/drawing/2014/main" id="{AF45EFD5-B75D-40E5-B263-5CC8AEBCE34E}"/>
              </a:ext>
            </a:extLst>
          </p:cNvPr>
          <p:cNvSpPr/>
          <p:nvPr/>
        </p:nvSpPr>
        <p:spPr>
          <a:xfrm>
            <a:off x="467544" y="548680"/>
            <a:ext cx="3454792"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四、消费者的需求曲线</a:t>
            </a:r>
          </a:p>
        </p:txBody>
      </p:sp>
      <p:grpSp>
        <p:nvGrpSpPr>
          <p:cNvPr id="10" name="组合 9">
            <a:extLst>
              <a:ext uri="{FF2B5EF4-FFF2-40B4-BE49-F238E27FC236}">
                <a16:creationId xmlns:a16="http://schemas.microsoft.com/office/drawing/2014/main" id="{540B6431-31FC-43B7-97BA-F46A6BDF641F}"/>
              </a:ext>
            </a:extLst>
          </p:cNvPr>
          <p:cNvGrpSpPr/>
          <p:nvPr/>
        </p:nvGrpSpPr>
        <p:grpSpPr>
          <a:xfrm>
            <a:off x="467544" y="1161144"/>
            <a:ext cx="4067944" cy="659493"/>
            <a:chOff x="467544" y="1161144"/>
            <a:chExt cx="3806023" cy="659493"/>
          </a:xfrm>
        </p:grpSpPr>
        <p:sp>
          <p:nvSpPr>
            <p:cNvPr id="11" name="MH_Text_1">
              <a:extLst>
                <a:ext uri="{FF2B5EF4-FFF2-40B4-BE49-F238E27FC236}">
                  <a16:creationId xmlns:a16="http://schemas.microsoft.com/office/drawing/2014/main" id="{317EC377-F2EE-4C4E-A8A6-D65D8ADD1040}"/>
                </a:ext>
              </a:extLst>
            </p:cNvPr>
            <p:cNvSpPr/>
            <p:nvPr>
              <p:custDataLst>
                <p:tags r:id="rId1"/>
              </p:custDataLst>
            </p:nvPr>
          </p:nvSpPr>
          <p:spPr bwMode="auto">
            <a:xfrm>
              <a:off x="467544" y="1161144"/>
              <a:ext cx="3806023" cy="659493"/>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algn="ctr">
                <a:defRPr/>
              </a:pPr>
              <a:r>
                <a:rPr lang="zh-CN" altLang="en-US" sz="2000" spc="150" dirty="0">
                  <a:solidFill>
                    <a:srgbClr val="000000"/>
                  </a:solidFill>
                  <a:latin typeface="微软雅黑" panose="020B0503020204020204" pitchFamily="34" charset="-122"/>
                  <a:ea typeface="微软雅黑" panose="020B0503020204020204" pitchFamily="34" charset="-122"/>
                </a:rPr>
                <a:t>为什么需求曲线向右下方倾斜？</a:t>
              </a:r>
            </a:p>
          </p:txBody>
        </p:sp>
        <p:sp>
          <p:nvSpPr>
            <p:cNvPr id="12" name="MH_Other_2">
              <a:extLst>
                <a:ext uri="{FF2B5EF4-FFF2-40B4-BE49-F238E27FC236}">
                  <a16:creationId xmlns:a16="http://schemas.microsoft.com/office/drawing/2014/main" id="{5CFDD6AA-783B-48E4-849C-79B7C563CBAC}"/>
                </a:ext>
              </a:extLst>
            </p:cNvPr>
            <p:cNvSpPr/>
            <p:nvPr>
              <p:custDataLst>
                <p:tags r:id="rId2"/>
              </p:custDataLst>
            </p:nvPr>
          </p:nvSpPr>
          <p:spPr bwMode="auto">
            <a:xfrm rot="10800000">
              <a:off x="4004344" y="1240922"/>
              <a:ext cx="189743" cy="162838"/>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Tree>
    <p:extLst>
      <p:ext uri="{BB962C8B-B14F-4D97-AF65-F5344CB8AC3E}">
        <p14:creationId xmlns:p14="http://schemas.microsoft.com/office/powerpoint/2010/main" val="2416141175"/>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Vertic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7170">
                                            <p:txEl>
                                              <p:pRg st="0" end="0"/>
                                            </p:txEl>
                                          </p:spTgt>
                                        </p:tgtEl>
                                        <p:attrNameLst>
                                          <p:attrName>style.visibility</p:attrName>
                                        </p:attrNameLst>
                                      </p:cBhvr>
                                      <p:to>
                                        <p:strVal val="visible"/>
                                      </p:to>
                                    </p:set>
                                    <p:animEffect transition="in" filter="strips(downRight)">
                                      <p:cBhvr>
                                        <p:cTn id="12" dur="500"/>
                                        <p:tgtEl>
                                          <p:spTgt spid="717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7170">
                                            <p:txEl>
                                              <p:pRg st="2" end="2"/>
                                            </p:txEl>
                                          </p:spTgt>
                                        </p:tgtEl>
                                        <p:attrNameLst>
                                          <p:attrName>style.visibility</p:attrName>
                                        </p:attrNameLst>
                                      </p:cBhvr>
                                      <p:to>
                                        <p:strVal val="visible"/>
                                      </p:to>
                                    </p:set>
                                    <p:animEffect transition="in" filter="strips(downRight)">
                                      <p:cBhvr>
                                        <p:cTn id="22" dur="500"/>
                                        <p:tgtEl>
                                          <p:spTgt spid="7170">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fade">
                                      <p:cBhvr>
                                        <p:cTn id="3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uiExpand="1" build="p" autoUpdateAnimBg="0"/>
      <p:bldP spid="2" grpId="0" animBg="1"/>
      <p:bldP spid="13" grpId="0" animBg="1"/>
      <p:bldP spid="3" grpId="0"/>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a:extLst>
              <a:ext uri="{FF2B5EF4-FFF2-40B4-BE49-F238E27FC236}">
                <a16:creationId xmlns:a16="http://schemas.microsoft.com/office/drawing/2014/main" id="{874F6145-055B-4B0C-B3AC-A3781107FD4B}"/>
              </a:ext>
            </a:extLst>
          </p:cNvPr>
          <p:cNvSpPr>
            <a:spLocks noGrp="1" noChangeArrowheads="1"/>
          </p:cNvSpPr>
          <p:nvPr>
            <p:ph type="title"/>
          </p:nvPr>
        </p:nvSpPr>
        <p:spPr/>
        <p:txBody>
          <a:bodyPr/>
          <a:lstStyle/>
          <a:p>
            <a:r>
              <a:rPr lang="zh-CN" altLang="en-US">
                <a:ea typeface="宋体" panose="02010600030101010101" pitchFamily="2" charset="-122"/>
              </a:rPr>
              <a:t>边际效用曲线与需求曲线</a:t>
            </a:r>
          </a:p>
        </p:txBody>
      </p:sp>
      <p:grpSp>
        <p:nvGrpSpPr>
          <p:cNvPr id="26627" name="Group 34">
            <a:extLst>
              <a:ext uri="{FF2B5EF4-FFF2-40B4-BE49-F238E27FC236}">
                <a16:creationId xmlns:a16="http://schemas.microsoft.com/office/drawing/2014/main" id="{DFBA95AD-680B-4E1E-B369-BA8A0BB0D747}"/>
              </a:ext>
            </a:extLst>
          </p:cNvPr>
          <p:cNvGrpSpPr>
            <a:grpSpLocks noGrp="1"/>
          </p:cNvGrpSpPr>
          <p:nvPr/>
        </p:nvGrpSpPr>
        <p:grpSpPr bwMode="auto">
          <a:xfrm>
            <a:off x="468314" y="1412875"/>
            <a:ext cx="3588298" cy="2089554"/>
            <a:chOff x="2875" y="1298"/>
            <a:chExt cx="2885" cy="3167"/>
          </a:xfrm>
        </p:grpSpPr>
        <p:sp>
          <p:nvSpPr>
            <p:cNvPr id="26635" name="Line 6">
              <a:extLst>
                <a:ext uri="{FF2B5EF4-FFF2-40B4-BE49-F238E27FC236}">
                  <a16:creationId xmlns:a16="http://schemas.microsoft.com/office/drawing/2014/main" id="{A035D1ED-7E48-4570-BFCF-2275EF3F934F}"/>
                </a:ext>
              </a:extLst>
            </p:cNvPr>
            <p:cNvSpPr>
              <a:spLocks noChangeShapeType="1"/>
            </p:cNvSpPr>
            <p:nvPr/>
          </p:nvSpPr>
          <p:spPr bwMode="auto">
            <a:xfrm>
              <a:off x="2875" y="1371"/>
              <a:ext cx="0" cy="271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36" name="Line 7">
              <a:extLst>
                <a:ext uri="{FF2B5EF4-FFF2-40B4-BE49-F238E27FC236}">
                  <a16:creationId xmlns:a16="http://schemas.microsoft.com/office/drawing/2014/main" id="{57A47D6C-5041-43C8-BB9C-DEEAF4E9A5CB}"/>
                </a:ext>
              </a:extLst>
            </p:cNvPr>
            <p:cNvSpPr>
              <a:spLocks noChangeShapeType="1"/>
            </p:cNvSpPr>
            <p:nvPr/>
          </p:nvSpPr>
          <p:spPr bwMode="auto">
            <a:xfrm>
              <a:off x="2875" y="4072"/>
              <a:ext cx="264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37" name="Rectangle 8">
              <a:extLst>
                <a:ext uri="{FF2B5EF4-FFF2-40B4-BE49-F238E27FC236}">
                  <a16:creationId xmlns:a16="http://schemas.microsoft.com/office/drawing/2014/main" id="{53BC82C1-753E-48C1-8B1B-D9D1FBB72014}"/>
                </a:ext>
              </a:extLst>
            </p:cNvPr>
            <p:cNvSpPr>
              <a:spLocks noChangeArrowheads="1"/>
            </p:cNvSpPr>
            <p:nvPr/>
          </p:nvSpPr>
          <p:spPr bwMode="auto">
            <a:xfrm>
              <a:off x="5118" y="4091"/>
              <a:ext cx="642"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Clr>
                  <a:schemeClr val="hlink"/>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zh-CN" sz="1800" b="0">
                  <a:latin typeface="Arial" panose="020B0604020202020204" pitchFamily="34" charset="0"/>
                </a:rPr>
                <a:t> Q</a:t>
              </a:r>
              <a:endParaRPr lang="zh-CN" altLang="en-US" sz="1800" b="0">
                <a:latin typeface="Arial" panose="020B0604020202020204" pitchFamily="34" charset="0"/>
              </a:endParaRPr>
            </a:p>
          </p:txBody>
        </p:sp>
        <p:sp>
          <p:nvSpPr>
            <p:cNvPr id="26638" name="Rectangle 9">
              <a:extLst>
                <a:ext uri="{FF2B5EF4-FFF2-40B4-BE49-F238E27FC236}">
                  <a16:creationId xmlns:a16="http://schemas.microsoft.com/office/drawing/2014/main" id="{3EA20FAC-50D3-40A6-A5AE-DF0992BF6459}"/>
                </a:ext>
              </a:extLst>
            </p:cNvPr>
            <p:cNvSpPr>
              <a:spLocks noChangeArrowheads="1"/>
            </p:cNvSpPr>
            <p:nvPr/>
          </p:nvSpPr>
          <p:spPr bwMode="auto">
            <a:xfrm>
              <a:off x="2925" y="1298"/>
              <a:ext cx="447"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Clr>
                  <a:schemeClr val="hlink"/>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altLang="zh-CN" sz="1800" b="0">
                  <a:latin typeface="Arial" panose="020B0604020202020204" pitchFamily="34" charset="0"/>
                </a:rPr>
                <a:t>MU</a:t>
              </a:r>
              <a:endParaRPr lang="zh-CN" altLang="en-US" sz="1800" b="0">
                <a:latin typeface="Arial" panose="020B0604020202020204" pitchFamily="34" charset="0"/>
              </a:endParaRPr>
            </a:p>
          </p:txBody>
        </p:sp>
        <p:sp>
          <p:nvSpPr>
            <p:cNvPr id="26639" name="Line 24">
              <a:extLst>
                <a:ext uri="{FF2B5EF4-FFF2-40B4-BE49-F238E27FC236}">
                  <a16:creationId xmlns:a16="http://schemas.microsoft.com/office/drawing/2014/main" id="{162CF933-59B2-4747-BA4D-B697DDD7F822}"/>
                </a:ext>
              </a:extLst>
            </p:cNvPr>
            <p:cNvSpPr>
              <a:spLocks noChangeShapeType="1"/>
            </p:cNvSpPr>
            <p:nvPr/>
          </p:nvSpPr>
          <p:spPr bwMode="auto">
            <a:xfrm>
              <a:off x="2974" y="1663"/>
              <a:ext cx="1905" cy="2229"/>
            </a:xfrm>
            <a:prstGeom prst="line">
              <a:avLst/>
            </a:prstGeom>
            <a:noFill/>
            <a:ln w="33338">
              <a:solidFill>
                <a:srgbClr val="008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6628" name="Group 34">
            <a:extLst>
              <a:ext uri="{FF2B5EF4-FFF2-40B4-BE49-F238E27FC236}">
                <a16:creationId xmlns:a16="http://schemas.microsoft.com/office/drawing/2014/main" id="{6A2F22C9-0552-40C7-9635-92D035248E05}"/>
              </a:ext>
            </a:extLst>
          </p:cNvPr>
          <p:cNvGrpSpPr>
            <a:grpSpLocks/>
          </p:cNvGrpSpPr>
          <p:nvPr/>
        </p:nvGrpSpPr>
        <p:grpSpPr bwMode="auto">
          <a:xfrm>
            <a:off x="4500563" y="1557338"/>
            <a:ext cx="3773369" cy="1871658"/>
            <a:chOff x="2875" y="1516"/>
            <a:chExt cx="2885" cy="2945"/>
          </a:xfrm>
        </p:grpSpPr>
        <p:sp>
          <p:nvSpPr>
            <p:cNvPr id="26630" name="Line 6">
              <a:extLst>
                <a:ext uri="{FF2B5EF4-FFF2-40B4-BE49-F238E27FC236}">
                  <a16:creationId xmlns:a16="http://schemas.microsoft.com/office/drawing/2014/main" id="{4FE83ED6-35B9-4CB6-A97D-E267F06914E2}"/>
                </a:ext>
              </a:extLst>
            </p:cNvPr>
            <p:cNvSpPr>
              <a:spLocks noChangeShapeType="1"/>
            </p:cNvSpPr>
            <p:nvPr/>
          </p:nvSpPr>
          <p:spPr bwMode="auto">
            <a:xfrm>
              <a:off x="2875" y="1532"/>
              <a:ext cx="0" cy="254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31" name="Line 7">
              <a:extLst>
                <a:ext uri="{FF2B5EF4-FFF2-40B4-BE49-F238E27FC236}">
                  <a16:creationId xmlns:a16="http://schemas.microsoft.com/office/drawing/2014/main" id="{914AEAC3-A3EE-41F5-B971-6B3DBAD6B565}"/>
                </a:ext>
              </a:extLst>
            </p:cNvPr>
            <p:cNvSpPr>
              <a:spLocks noChangeShapeType="1"/>
            </p:cNvSpPr>
            <p:nvPr/>
          </p:nvSpPr>
          <p:spPr bwMode="auto">
            <a:xfrm>
              <a:off x="2875" y="4072"/>
              <a:ext cx="264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32" name="Rectangle 8">
              <a:extLst>
                <a:ext uri="{FF2B5EF4-FFF2-40B4-BE49-F238E27FC236}">
                  <a16:creationId xmlns:a16="http://schemas.microsoft.com/office/drawing/2014/main" id="{D02588A8-F81B-4563-9A14-29AFA2A319DF}"/>
                </a:ext>
              </a:extLst>
            </p:cNvPr>
            <p:cNvSpPr>
              <a:spLocks noChangeArrowheads="1"/>
            </p:cNvSpPr>
            <p:nvPr/>
          </p:nvSpPr>
          <p:spPr bwMode="auto">
            <a:xfrm>
              <a:off x="5118" y="4091"/>
              <a:ext cx="642" cy="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Clr>
                  <a:schemeClr val="hlink"/>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zh-CN" sz="1800" b="0">
                  <a:latin typeface="Arial" panose="020B0604020202020204" pitchFamily="34" charset="0"/>
                </a:rPr>
                <a:t> Q</a:t>
              </a:r>
              <a:endParaRPr lang="zh-CN" altLang="en-US" sz="1800" b="0">
                <a:latin typeface="Arial" panose="020B0604020202020204" pitchFamily="34" charset="0"/>
              </a:endParaRPr>
            </a:p>
          </p:txBody>
        </p:sp>
        <p:sp>
          <p:nvSpPr>
            <p:cNvPr id="26633" name="Rectangle 9">
              <a:extLst>
                <a:ext uri="{FF2B5EF4-FFF2-40B4-BE49-F238E27FC236}">
                  <a16:creationId xmlns:a16="http://schemas.microsoft.com/office/drawing/2014/main" id="{BB263E18-5D32-4E99-903C-32D9D4FD3C3C}"/>
                </a:ext>
              </a:extLst>
            </p:cNvPr>
            <p:cNvSpPr>
              <a:spLocks noChangeArrowheads="1"/>
            </p:cNvSpPr>
            <p:nvPr/>
          </p:nvSpPr>
          <p:spPr bwMode="auto">
            <a:xfrm>
              <a:off x="2925" y="1516"/>
              <a:ext cx="430" cy="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Clr>
                  <a:schemeClr val="hlink"/>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altLang="zh-CN" sz="1800" b="0">
                  <a:latin typeface="Arial" panose="020B0604020202020204" pitchFamily="34" charset="0"/>
                </a:rPr>
                <a:t> P</a:t>
              </a:r>
              <a:endParaRPr lang="zh-CN" altLang="en-US" sz="1800" b="0">
                <a:latin typeface="Arial" panose="020B0604020202020204" pitchFamily="34" charset="0"/>
              </a:endParaRPr>
            </a:p>
          </p:txBody>
        </p:sp>
        <p:sp>
          <p:nvSpPr>
            <p:cNvPr id="50" name="Line 24">
              <a:extLst>
                <a:ext uri="{FF2B5EF4-FFF2-40B4-BE49-F238E27FC236}">
                  <a16:creationId xmlns:a16="http://schemas.microsoft.com/office/drawing/2014/main" id="{FF36C635-C9F7-4538-8598-D7933EB5F26D}"/>
                </a:ext>
              </a:extLst>
            </p:cNvPr>
            <p:cNvSpPr>
              <a:spLocks noChangeShapeType="1"/>
            </p:cNvSpPr>
            <p:nvPr/>
          </p:nvSpPr>
          <p:spPr bwMode="auto">
            <a:xfrm>
              <a:off x="2895" y="1979"/>
              <a:ext cx="1905" cy="2087"/>
            </a:xfrm>
            <a:prstGeom prst="line">
              <a:avLst/>
            </a:prstGeom>
            <a:ln>
              <a:solidFill>
                <a:srgbClr val="FF6600"/>
              </a:solidFill>
              <a:headEnd/>
              <a:tailEnd/>
            </a:ln>
          </p:spPr>
          <p:style>
            <a:lnRef idx="2">
              <a:schemeClr val="accent2"/>
            </a:lnRef>
            <a:fillRef idx="0">
              <a:schemeClr val="accent2"/>
            </a:fillRef>
            <a:effectRef idx="1">
              <a:schemeClr val="accent2"/>
            </a:effectRef>
            <a:fontRef idx="minor">
              <a:schemeClr val="tx1"/>
            </a:fontRef>
          </p:style>
          <p:txBody>
            <a:bodyPr/>
            <a:lstStyle/>
            <a:p>
              <a:pPr eaLnBrk="1" hangingPunct="1">
                <a:spcBef>
                  <a:spcPct val="20000"/>
                </a:spcBef>
                <a:buFontTx/>
                <a:buChar char="•"/>
                <a:defRPr/>
              </a:pPr>
              <a:endParaRPr lang="zh-CN" altLang="en-US"/>
            </a:p>
          </p:txBody>
        </p:sp>
      </p:grpSp>
      <p:sp>
        <p:nvSpPr>
          <p:cNvPr id="64" name="TextBox 63">
            <a:extLst>
              <a:ext uri="{FF2B5EF4-FFF2-40B4-BE49-F238E27FC236}">
                <a16:creationId xmlns:a16="http://schemas.microsoft.com/office/drawing/2014/main" id="{D2E59BC5-C301-4244-A494-79BFF5810B44}"/>
              </a:ext>
            </a:extLst>
          </p:cNvPr>
          <p:cNvSpPr txBox="1"/>
          <p:nvPr/>
        </p:nvSpPr>
        <p:spPr>
          <a:xfrm>
            <a:off x="872028" y="3838539"/>
            <a:ext cx="7561263" cy="2160588"/>
          </a:xfrm>
          <a:prstGeom prst="rect">
            <a:avLst/>
          </a:prstGeom>
          <a:noFill/>
        </p:spPr>
        <p:txBody>
          <a:bodyPr>
            <a:normAutofit fontScale="77500" lnSpcReduction="20000"/>
          </a:bodyPr>
          <a:lstStyle/>
          <a:p>
            <a:pPr eaLnBrk="1" hangingPunct="1">
              <a:spcBef>
                <a:spcPct val="20000"/>
              </a:spcBef>
              <a:buFontTx/>
              <a:buChar char="•"/>
              <a:defRPr/>
            </a:pPr>
            <a:r>
              <a:rPr lang="zh-CN" altLang="en-US" sz="2000" dirty="0"/>
              <a:t>单个消费者的需求曲线有</a:t>
            </a:r>
            <a:r>
              <a:rPr lang="en-US" altLang="zh-CN" sz="2000" dirty="0"/>
              <a:t>3</a:t>
            </a:r>
            <a:r>
              <a:rPr lang="zh-CN" altLang="en-US" sz="2000" dirty="0"/>
              <a:t>个特点：</a:t>
            </a:r>
            <a:endParaRPr lang="en-US" altLang="zh-CN" sz="2000" dirty="0"/>
          </a:p>
          <a:p>
            <a:pPr lvl="1" eaLnBrk="1" hangingPunct="1">
              <a:spcBef>
                <a:spcPct val="20000"/>
              </a:spcBef>
              <a:buFontTx/>
              <a:buChar char="•"/>
              <a:defRPr/>
            </a:pPr>
            <a:r>
              <a:rPr lang="en-US" altLang="zh-CN" sz="2000" dirty="0"/>
              <a:t>1.</a:t>
            </a:r>
            <a:r>
              <a:rPr lang="zh-CN" altLang="en-US" sz="2000" dirty="0"/>
              <a:t>需求曲线向右下方倾斜，原因在于边际效用递减。</a:t>
            </a:r>
            <a:endParaRPr lang="en-US" altLang="zh-CN" sz="2000" dirty="0"/>
          </a:p>
          <a:p>
            <a:pPr lvl="1" eaLnBrk="1" hangingPunct="1">
              <a:spcBef>
                <a:spcPct val="20000"/>
              </a:spcBef>
              <a:buFontTx/>
              <a:buChar char="•"/>
              <a:defRPr/>
            </a:pPr>
            <a:r>
              <a:rPr lang="en-US" altLang="zh-CN" sz="2000" dirty="0"/>
              <a:t>2.</a:t>
            </a:r>
            <a:r>
              <a:rPr lang="zh-CN" altLang="en-US" sz="2000" dirty="0"/>
              <a:t>需求曲线表示在不同的价格下，消费者愿意购买的数量。</a:t>
            </a:r>
            <a:endParaRPr lang="en-US" altLang="zh-CN" sz="2000" dirty="0"/>
          </a:p>
          <a:p>
            <a:pPr lvl="1" eaLnBrk="1" hangingPunct="1">
              <a:spcBef>
                <a:spcPct val="20000"/>
              </a:spcBef>
              <a:buFontTx/>
              <a:buChar char="•"/>
              <a:defRPr/>
            </a:pPr>
            <a:r>
              <a:rPr lang="en-US" altLang="zh-CN" sz="2000" dirty="0"/>
              <a:t>3.</a:t>
            </a:r>
            <a:r>
              <a:rPr lang="zh-CN" altLang="en-US" sz="2000" dirty="0"/>
              <a:t>需求曲线上的每一点都是消费者在既定价格下的效用最大化的均衡点。</a:t>
            </a:r>
            <a:endParaRPr lang="en-US" altLang="zh-CN" sz="2000" dirty="0"/>
          </a:p>
          <a:p>
            <a:pPr eaLnBrk="1" hangingPunct="1">
              <a:spcBef>
                <a:spcPct val="20000"/>
              </a:spcBef>
              <a:buFontTx/>
              <a:buChar char="•"/>
              <a:defRPr/>
            </a:pPr>
            <a:r>
              <a:rPr lang="zh-CN" altLang="en-US" sz="2000" dirty="0"/>
              <a:t>边际效用曲线和需求曲线的形状相同，但二者有区别：</a:t>
            </a:r>
            <a:endParaRPr lang="en-US" altLang="zh-CN" sz="2000" dirty="0"/>
          </a:p>
          <a:p>
            <a:pPr lvl="1" eaLnBrk="1" hangingPunct="1">
              <a:spcBef>
                <a:spcPct val="20000"/>
              </a:spcBef>
              <a:buFontTx/>
              <a:buChar char="•"/>
              <a:defRPr/>
            </a:pPr>
            <a:r>
              <a:rPr lang="zh-CN" altLang="en-US" sz="2000" dirty="0"/>
              <a:t>在边际效用曲线图上，数量是自变量，边际效用是因变量，表示商品购买数量的变化引起边际效用的变化；</a:t>
            </a:r>
            <a:endParaRPr lang="en-US" altLang="zh-CN" sz="2000" dirty="0"/>
          </a:p>
          <a:p>
            <a:pPr lvl="1" eaLnBrk="1" hangingPunct="1">
              <a:spcBef>
                <a:spcPct val="20000"/>
              </a:spcBef>
              <a:buFontTx/>
              <a:buChar char="•"/>
              <a:defRPr/>
            </a:pPr>
            <a:r>
              <a:rPr lang="zh-CN" altLang="en-US" sz="2000" dirty="0"/>
              <a:t>需求曲线图上，数量是因变量，价格是自变量，表明商品价格的变化引起商品购买数量的变化。</a:t>
            </a:r>
          </a:p>
        </p:txBody>
      </p:sp>
    </p:spTree>
  </p:cSld>
  <p:clrMapOvr>
    <a:masterClrMapping/>
  </p:clrMapOvr>
  <p:transition>
    <p:rand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3"/>
          <p:cNvSpPr>
            <a:spLocks noGrp="1" noChangeArrowheads="1"/>
          </p:cNvSpPr>
          <p:nvPr>
            <p:ph type="body" idx="4294967295"/>
          </p:nvPr>
        </p:nvSpPr>
        <p:spPr>
          <a:xfrm>
            <a:off x="482058" y="1657743"/>
            <a:ext cx="8229600" cy="4004065"/>
          </a:xfrm>
        </p:spPr>
        <p:txBody>
          <a:bodyPr/>
          <a:lstStyle/>
          <a:p>
            <a:pPr marL="538163" lvl="3" indent="-261938" defTabSz="457200" eaLnBrk="1" hangingPunct="1">
              <a:lnSpc>
                <a:spcPct val="150000"/>
              </a:lnSpc>
              <a:spcAft>
                <a:spcPts val="0"/>
              </a:spcAft>
              <a:buFont typeface="Wingdings" panose="05000000000000000000" pitchFamily="2" charset="2"/>
              <a:buChar char="Ø"/>
              <a:defRPr/>
            </a:pPr>
            <a:r>
              <a:rPr lang="zh-CN" altLang="en-US" sz="1800" spc="150" dirty="0">
                <a:solidFill>
                  <a:srgbClr val="000000"/>
                </a:solidFill>
                <a:latin typeface="微软雅黑" panose="020B0503020204020204" pitchFamily="34" charset="-122"/>
                <a:ea typeface="微软雅黑" panose="020B0503020204020204" pitchFamily="34" charset="-122"/>
              </a:rPr>
              <a:t>定义：消费者为得到一定数量的某种商品愿意支付的数额与实际必须支付的数额之间的差。</a:t>
            </a:r>
            <a:endParaRPr lang="en-US" altLang="zh-CN" sz="1800" spc="150" dirty="0">
              <a:solidFill>
                <a:srgbClr val="000000"/>
              </a:solidFill>
              <a:latin typeface="微软雅黑" panose="020B0503020204020204" pitchFamily="34" charset="-122"/>
              <a:ea typeface="微软雅黑" panose="020B0503020204020204" pitchFamily="34" charset="-122"/>
            </a:endParaRPr>
          </a:p>
          <a:p>
            <a:pPr marL="763588" lvl="3" indent="-227013" defTabSz="457200" eaLnBrk="1" hangingPunct="1">
              <a:lnSpc>
                <a:spcPct val="150000"/>
              </a:lnSpc>
              <a:spcBef>
                <a:spcPct val="40000"/>
              </a:spcBef>
              <a:spcAft>
                <a:spcPts val="0"/>
              </a:spcAft>
              <a:buFont typeface="Arial" panose="020B0604020202020204" pitchFamily="34" charset="0"/>
              <a:buChar char="•"/>
              <a:defRPr/>
            </a:pPr>
            <a:r>
              <a:rPr lang="zh-CN" altLang="en-US" sz="1600" spc="150" dirty="0">
                <a:solidFill>
                  <a:srgbClr val="000000"/>
                </a:solidFill>
                <a:latin typeface="微软雅黑" panose="020B0503020204020204" pitchFamily="34" charset="-122"/>
                <a:ea typeface="微软雅黑" panose="020B0503020204020204" pitchFamily="34" charset="-122"/>
              </a:rPr>
              <a:t>需求曲线可以理解为消费者愿意支付的最高价格，因购买量不同而不同</a:t>
            </a:r>
          </a:p>
          <a:p>
            <a:pPr marL="763588" lvl="3" indent="-227013" defTabSz="457200" eaLnBrk="1" hangingPunct="1">
              <a:lnSpc>
                <a:spcPct val="150000"/>
              </a:lnSpc>
              <a:spcBef>
                <a:spcPct val="40000"/>
              </a:spcBef>
              <a:spcAft>
                <a:spcPts val="0"/>
              </a:spcAft>
              <a:buFont typeface="Arial" panose="020B0604020202020204" pitchFamily="34" charset="0"/>
              <a:buChar char="•"/>
              <a:defRPr/>
            </a:pPr>
            <a:r>
              <a:rPr lang="zh-CN" altLang="en-US" sz="1600" spc="150" dirty="0">
                <a:solidFill>
                  <a:srgbClr val="000000"/>
                </a:solidFill>
                <a:latin typeface="微软雅黑" panose="020B0503020204020204" pitchFamily="34" charset="-122"/>
                <a:ea typeface="微软雅黑" panose="020B0503020204020204" pitchFamily="34" charset="-122"/>
              </a:rPr>
              <a:t>实际价格是统一的，由市场给定，例如𝑃</a:t>
            </a:r>
            <a:r>
              <a:rPr lang="en-US" altLang="zh-CN" sz="1600" spc="150" dirty="0">
                <a:solidFill>
                  <a:srgbClr val="000000"/>
                </a:solidFill>
                <a:latin typeface="微软雅黑" panose="020B0503020204020204" pitchFamily="34" charset="-122"/>
                <a:ea typeface="微软雅黑" panose="020B0503020204020204" pitchFamily="34" charset="-122"/>
              </a:rPr>
              <a:t>=3</a:t>
            </a:r>
          </a:p>
          <a:p>
            <a:pPr marL="763588" lvl="3" indent="-227013" defTabSz="457200" eaLnBrk="1" hangingPunct="1">
              <a:lnSpc>
                <a:spcPct val="150000"/>
              </a:lnSpc>
              <a:spcBef>
                <a:spcPct val="40000"/>
              </a:spcBef>
              <a:spcAft>
                <a:spcPts val="0"/>
              </a:spcAft>
              <a:buFont typeface="Arial" panose="020B0604020202020204" pitchFamily="34" charset="0"/>
              <a:buChar char="•"/>
              <a:defRPr/>
            </a:pPr>
            <a:r>
              <a:rPr lang="zh-CN" altLang="en-US" sz="1600" spc="150" dirty="0">
                <a:solidFill>
                  <a:srgbClr val="000000"/>
                </a:solidFill>
                <a:latin typeface="微软雅黑" panose="020B0503020204020204" pitchFamily="34" charset="-122"/>
                <a:ea typeface="微软雅黑" panose="020B0503020204020204" pitchFamily="34" charset="-122"/>
              </a:rPr>
              <a:t>支付意愿与实际支付值之间存在一个差值，是一种心理剩余。</a:t>
            </a:r>
            <a:endParaRPr lang="en-US" altLang="zh-CN" sz="1600" spc="150" dirty="0">
              <a:solidFill>
                <a:srgbClr val="000000"/>
              </a:solidFill>
              <a:latin typeface="微软雅黑" panose="020B0503020204020204" pitchFamily="34" charset="-122"/>
              <a:ea typeface="微软雅黑" panose="020B0503020204020204" pitchFamily="34" charset="-122"/>
            </a:endParaRPr>
          </a:p>
          <a:p>
            <a:pPr marL="538162" lvl="3" indent="0" defTabSz="457200" eaLnBrk="1" hangingPunct="1">
              <a:lnSpc>
                <a:spcPct val="150000"/>
              </a:lnSpc>
              <a:spcBef>
                <a:spcPct val="40000"/>
              </a:spcBef>
              <a:spcAft>
                <a:spcPts val="0"/>
              </a:spcAft>
              <a:buNone/>
              <a:defRPr/>
            </a:pPr>
            <a:endParaRPr lang="zh-CN" altLang="en-US" sz="1400" spc="150" dirty="0">
              <a:solidFill>
                <a:srgbClr val="000000"/>
              </a:solidFill>
              <a:latin typeface="微软雅黑" panose="020B0503020204020204" pitchFamily="34" charset="-122"/>
              <a:ea typeface="微软雅黑" panose="020B0503020204020204" pitchFamily="34" charset="-122"/>
            </a:endParaRPr>
          </a:p>
          <a:p>
            <a:pPr marL="538163" lvl="3" indent="-261938" defTabSz="457200" eaLnBrk="1" hangingPunct="1">
              <a:lnSpc>
                <a:spcPct val="150000"/>
              </a:lnSpc>
              <a:spcAft>
                <a:spcPts val="1200"/>
              </a:spcAft>
              <a:buFont typeface="Wingdings" panose="05000000000000000000" pitchFamily="2" charset="2"/>
              <a:buChar char="Ø"/>
              <a:defRPr/>
            </a:pPr>
            <a:endParaRPr lang="zh-CN" altLang="en-US" sz="1600" spc="150" dirty="0">
              <a:solidFill>
                <a:srgbClr val="000000"/>
              </a:solidFill>
              <a:latin typeface="微软雅黑" panose="020B0503020204020204" pitchFamily="34" charset="-122"/>
              <a:ea typeface="微软雅黑" panose="020B0503020204020204" pitchFamily="34" charset="-122"/>
            </a:endParaRPr>
          </a:p>
          <a:p>
            <a:pPr marL="285750" lvl="2" indent="-285750" defTabSz="457200" eaLnBrk="1" hangingPunct="1">
              <a:lnSpc>
                <a:spcPct val="150000"/>
              </a:lnSpc>
              <a:spcBef>
                <a:spcPct val="0"/>
              </a:spcBef>
              <a:buFont typeface="Wingdings" panose="05000000000000000000" pitchFamily="2" charset="2"/>
              <a:buChar char="u"/>
              <a:defRPr/>
            </a:pPr>
            <a:endParaRPr lang="en-US" altLang="zh-CN" sz="1800" spc="150" dirty="0">
              <a:solidFill>
                <a:srgbClr val="000000"/>
              </a:solidFill>
              <a:latin typeface="微软雅黑" panose="020B0503020204020204" pitchFamily="34" charset="-122"/>
              <a:ea typeface="微软雅黑" panose="020B0503020204020204" pitchFamily="34" charset="-122"/>
            </a:endParaRPr>
          </a:p>
          <a:p>
            <a:pPr marL="538163" lvl="3" indent="-261938" defTabSz="457200" eaLnBrk="1" hangingPunct="1">
              <a:lnSpc>
                <a:spcPct val="150000"/>
              </a:lnSpc>
              <a:spcAft>
                <a:spcPts val="600"/>
              </a:spcAft>
              <a:buFont typeface="Wingdings" panose="05000000000000000000" pitchFamily="2" charset="2"/>
              <a:buChar char="Ø"/>
            </a:pPr>
            <a:endParaRPr lang="en-US" altLang="zh-CN" sz="1600" spc="150" dirty="0">
              <a:solidFill>
                <a:srgbClr val="000000"/>
              </a:solidFill>
              <a:latin typeface="微软雅黑" panose="020B0503020204020204" pitchFamily="34" charset="-122"/>
              <a:ea typeface="微软雅黑" panose="020B0503020204020204" pitchFamily="34" charset="-122"/>
            </a:endParaRPr>
          </a:p>
          <a:p>
            <a:pPr marL="538163" lvl="3" indent="-261938" defTabSz="457200" eaLnBrk="1" hangingPunct="1">
              <a:lnSpc>
                <a:spcPct val="150000"/>
              </a:lnSpc>
              <a:spcAft>
                <a:spcPts val="600"/>
              </a:spcAft>
              <a:buFont typeface="Wingdings" panose="05000000000000000000" pitchFamily="2" charset="2"/>
              <a:buChar char="Ø"/>
            </a:pPr>
            <a:endParaRPr lang="zh-CN" altLang="en-US" sz="1600" spc="150" dirty="0">
              <a:solidFill>
                <a:srgbClr val="000000"/>
              </a:solidFill>
              <a:latin typeface="微软雅黑" panose="020B0503020204020204" pitchFamily="34" charset="-122"/>
              <a:ea typeface="微软雅黑" panose="020B0503020204020204" pitchFamily="34" charset="-122"/>
            </a:endParaRPr>
          </a:p>
        </p:txBody>
      </p:sp>
      <p:pic>
        <p:nvPicPr>
          <p:cNvPr id="14" name="Picture 4" descr="C:\Users\Administrator\Documents\马工程西经上册图稿\BF990027.TIF">
            <a:extLst>
              <a:ext uri="{FF2B5EF4-FFF2-40B4-BE49-F238E27FC236}">
                <a16:creationId xmlns:a16="http://schemas.microsoft.com/office/drawing/2014/main" id="{9C8552D6-8435-4E6A-8B92-9C9D0F21FB4D}"/>
              </a:ext>
            </a:extLst>
          </p:cNvPr>
          <p:cNvPicPr>
            <a:picLocks noChangeAspect="1" noChangeArrowheads="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479271" y="3623400"/>
            <a:ext cx="3140676" cy="2366976"/>
          </a:xfrm>
          <a:prstGeom prst="rect">
            <a:avLst/>
          </a:prstGeom>
          <a:noFill/>
          <a:ln>
            <a:noFill/>
          </a:ln>
          <a:effectLst>
            <a:reflection endPos="0" dist="50800" dir="5400000" sy="-100000" algn="bl" rotWithShape="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15" name="Rectangle 3">
                <a:extLst>
                  <a:ext uri="{FF2B5EF4-FFF2-40B4-BE49-F238E27FC236}">
                    <a16:creationId xmlns:a16="http://schemas.microsoft.com/office/drawing/2014/main" id="{43BB4C78-8EAD-41FB-A930-B273C36AA15E}"/>
                  </a:ext>
                </a:extLst>
              </p:cNvPr>
              <p:cNvSpPr txBox="1">
                <a:spLocks noChangeArrowheads="1"/>
              </p:cNvSpPr>
              <p:nvPr/>
            </p:nvSpPr>
            <p:spPr bwMode="auto">
              <a:xfrm>
                <a:off x="977969" y="3939215"/>
                <a:ext cx="4424106" cy="478472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76225" lvl="3" indent="0" defTabSz="457200" eaLnBrk="1" hangingPunct="1">
                  <a:lnSpc>
                    <a:spcPct val="150000"/>
                  </a:lnSpc>
                  <a:spcAft>
                    <a:spcPts val="0"/>
                  </a:spcAft>
                  <a:buNone/>
                  <a:defRPr/>
                </a:pPr>
                <a:r>
                  <a:rPr lang="zh-CN" altLang="en-US" sz="1400" spc="150" dirty="0">
                    <a:solidFill>
                      <a:srgbClr val="000000"/>
                    </a:solidFill>
                    <a:latin typeface="微软雅黑" panose="020B0503020204020204" pitchFamily="34" charset="-122"/>
                    <a:ea typeface="微软雅黑" panose="020B0503020204020204" pitchFamily="34" charset="-122"/>
                  </a:rPr>
                  <a:t>当价格为</a:t>
                </a:r>
                <a:r>
                  <a:rPr lang="en-US" altLang="zh-CN" sz="1400" spc="150" dirty="0">
                    <a:solidFill>
                      <a:srgbClr val="000000"/>
                    </a:solidFill>
                    <a:latin typeface="微软雅黑" panose="020B0503020204020204" pitchFamily="34" charset="-122"/>
                    <a:ea typeface="微软雅黑" panose="020B0503020204020204" pitchFamily="34" charset="-122"/>
                  </a:rPr>
                  <a:t>3</a:t>
                </a:r>
                <a:r>
                  <a:rPr lang="zh-CN" altLang="en-US" sz="1400" spc="150" dirty="0">
                    <a:solidFill>
                      <a:srgbClr val="000000"/>
                    </a:solidFill>
                    <a:latin typeface="微软雅黑" panose="020B0503020204020204" pitchFamily="34" charset="-122"/>
                    <a:ea typeface="微软雅黑" panose="020B0503020204020204" pitchFamily="34" charset="-122"/>
                  </a:rPr>
                  <a:t>时，</a:t>
                </a:r>
              </a:p>
              <a:p>
                <a:pPr marL="276225" lvl="3" indent="0" defTabSz="457200" eaLnBrk="1" hangingPunct="1">
                  <a:lnSpc>
                    <a:spcPct val="150000"/>
                  </a:lnSpc>
                  <a:spcAft>
                    <a:spcPts val="0"/>
                  </a:spcAft>
                  <a:buNone/>
                  <a:defRPr/>
                </a:pPr>
                <a:r>
                  <a:rPr lang="zh-CN" altLang="en-US" sz="1400" spc="150" dirty="0">
                    <a:solidFill>
                      <a:srgbClr val="000000"/>
                    </a:solidFill>
                    <a:latin typeface="微软雅黑" panose="020B0503020204020204" pitchFamily="34" charset="-122"/>
                    <a:ea typeface="微软雅黑" panose="020B0503020204020204" pitchFamily="34" charset="-122"/>
                  </a:rPr>
                  <a:t>消费者剩余</a:t>
                </a:r>
                <a:r>
                  <a:rPr lang="en-US" altLang="zh-CN" sz="1400" spc="150" dirty="0">
                    <a:solidFill>
                      <a:srgbClr val="000000"/>
                    </a:solidFill>
                    <a:latin typeface="微软雅黑" panose="020B0503020204020204" pitchFamily="34" charset="-122"/>
                    <a:ea typeface="微软雅黑" panose="020B0503020204020204" pitchFamily="34" charset="-122"/>
                  </a:rPr>
                  <a:t>=S</a:t>
                </a:r>
                <a:r>
                  <a:rPr lang="zh-CN" altLang="en-US" sz="1400" spc="150" dirty="0">
                    <a:solidFill>
                      <a:srgbClr val="000000"/>
                    </a:solidFill>
                    <a:latin typeface="微软雅黑" panose="020B0503020204020204" pitchFamily="34" charset="-122"/>
                    <a:ea typeface="微软雅黑" panose="020B0503020204020204" pitchFamily="34" charset="-122"/>
                  </a:rPr>
                  <a:t>的面积</a:t>
                </a:r>
              </a:p>
              <a:p>
                <a:pPr marL="276225" lvl="3" indent="0" defTabSz="457200" eaLnBrk="1" hangingPunct="1">
                  <a:lnSpc>
                    <a:spcPct val="150000"/>
                  </a:lnSpc>
                  <a:spcAft>
                    <a:spcPts val="0"/>
                  </a:spcAft>
                  <a:buNone/>
                  <a:defRPr/>
                </a:pPr>
                <a:r>
                  <a:rPr lang="en-US" altLang="zh-CN" sz="1400" spc="150" dirty="0">
                    <a:solidFill>
                      <a:srgbClr val="000000"/>
                    </a:solidFill>
                    <a:latin typeface="微软雅黑" panose="020B0503020204020204" pitchFamily="34" charset="-122"/>
                    <a:ea typeface="微软雅黑" panose="020B0503020204020204" pitchFamily="34" charset="-122"/>
                  </a:rPr>
                  <a:t>S</a:t>
                </a:r>
                <a:r>
                  <a:rPr lang="zh-CN" altLang="en-US" sz="1400" spc="150" dirty="0">
                    <a:solidFill>
                      <a:srgbClr val="000000"/>
                    </a:solidFill>
                    <a:latin typeface="微软雅黑" panose="020B0503020204020204" pitchFamily="34" charset="-122"/>
                    <a:ea typeface="微软雅黑" panose="020B0503020204020204" pitchFamily="34" charset="-122"/>
                  </a:rPr>
                  <a:t>的面积</a:t>
                </a:r>
                <a:r>
                  <a:rPr lang="en-US" altLang="zh-CN" sz="1400" spc="150" dirty="0">
                    <a:solidFill>
                      <a:srgbClr val="000000"/>
                    </a:solidFill>
                    <a:latin typeface="微软雅黑" panose="020B0503020204020204" pitchFamily="34" charset="-122"/>
                    <a:ea typeface="微软雅黑" panose="020B0503020204020204" pitchFamily="34" charset="-122"/>
                  </a:rPr>
                  <a:t>=</a:t>
                </a:r>
                <a:r>
                  <a:rPr lang="en-US" altLang="zh-CN" sz="1400" spc="150" dirty="0">
                    <a:solidFill>
                      <a:srgbClr val="000000"/>
                    </a:solidFill>
                    <a:ea typeface="微软雅黑" panose="020B0503020204020204" pitchFamily="34" charset="-122"/>
                  </a:rPr>
                  <a:t> </a:t>
                </a:r>
                <a14:m>
                  <m:oMath xmlns:m="http://schemas.openxmlformats.org/officeDocument/2006/math">
                    <m:f>
                      <m:fPr>
                        <m:ctrlPr>
                          <a:rPr lang="en-US" altLang="zh-CN" sz="1400" i="1" spc="150" dirty="0">
                            <a:solidFill>
                              <a:srgbClr val="000000"/>
                            </a:solidFill>
                            <a:latin typeface="Cambria Math" panose="02040503050406030204" pitchFamily="18" charset="0"/>
                            <a:ea typeface="微软雅黑" panose="020B0503020204020204" pitchFamily="34" charset="-122"/>
                          </a:rPr>
                        </m:ctrlPr>
                      </m:fPr>
                      <m:num>
                        <m:r>
                          <a:rPr lang="en-US" altLang="zh-CN" sz="1400" i="1" spc="150" dirty="0">
                            <a:solidFill>
                              <a:srgbClr val="000000"/>
                            </a:solidFill>
                            <a:latin typeface="Cambria Math" panose="02040503050406030204" pitchFamily="18" charset="0"/>
                            <a:ea typeface="微软雅黑" panose="020B0503020204020204" pitchFamily="34" charset="-122"/>
                          </a:rPr>
                          <m:t>1</m:t>
                        </m:r>
                      </m:num>
                      <m:den>
                        <m:r>
                          <a:rPr lang="en-US" altLang="zh-CN" sz="1400" i="1" spc="150" dirty="0">
                            <a:solidFill>
                              <a:srgbClr val="000000"/>
                            </a:solidFill>
                            <a:latin typeface="Cambria Math" panose="02040503050406030204" pitchFamily="18" charset="0"/>
                            <a:ea typeface="微软雅黑" panose="020B0503020204020204" pitchFamily="34" charset="-122"/>
                          </a:rPr>
                          <m:t>2</m:t>
                        </m:r>
                      </m:den>
                    </m:f>
                    <m:r>
                      <a:rPr lang="en-US" altLang="zh-CN" sz="1400" i="1" spc="150" dirty="0">
                        <a:solidFill>
                          <a:srgbClr val="000000"/>
                        </a:solidFill>
                        <a:latin typeface="Cambria Math" panose="02040503050406030204" pitchFamily="18" charset="0"/>
                        <a:ea typeface="微软雅黑" panose="020B0503020204020204" pitchFamily="34" charset="-122"/>
                      </a:rPr>
                      <m:t> </m:t>
                    </m:r>
                  </m:oMath>
                </a14:m>
                <a:r>
                  <a:rPr lang="en-US" altLang="zh-CN" sz="1400" spc="150" dirty="0">
                    <a:solidFill>
                      <a:srgbClr val="000000"/>
                    </a:solidFill>
                    <a:latin typeface="微软雅黑" panose="020B0503020204020204" pitchFamily="34" charset="-122"/>
                    <a:ea typeface="微软雅黑" panose="020B0503020204020204" pitchFamily="34" charset="-122"/>
                  </a:rPr>
                  <a:t>×3×(6−3)=4.5</a:t>
                </a:r>
              </a:p>
              <a:p>
                <a:pPr marL="276225" lvl="3" indent="0" defTabSz="457200" eaLnBrk="1" hangingPunct="1">
                  <a:lnSpc>
                    <a:spcPct val="150000"/>
                  </a:lnSpc>
                  <a:spcAft>
                    <a:spcPts val="0"/>
                  </a:spcAft>
                  <a:buNone/>
                  <a:defRPr/>
                </a:pPr>
                <a:r>
                  <a:rPr lang="zh-CN" altLang="en-US" sz="1400" spc="150" dirty="0">
                    <a:solidFill>
                      <a:srgbClr val="000000"/>
                    </a:solidFill>
                    <a:latin typeface="微软雅黑" panose="020B0503020204020204" pitchFamily="34" charset="-122"/>
                    <a:ea typeface="微软雅黑" panose="020B0503020204020204" pitchFamily="34" charset="-122"/>
                  </a:rPr>
                  <a:t>实际支付</a:t>
                </a:r>
                <a:r>
                  <a:rPr lang="en-US" altLang="zh-CN" sz="1400" spc="150" dirty="0">
                    <a:solidFill>
                      <a:srgbClr val="000000"/>
                    </a:solidFill>
                    <a:latin typeface="微软雅黑" panose="020B0503020204020204" pitchFamily="34" charset="-122"/>
                    <a:ea typeface="微软雅黑" panose="020B0503020204020204" pitchFamily="34" charset="-122"/>
                  </a:rPr>
                  <a:t>=3×</a:t>
                </a:r>
                <a:r>
                  <a:rPr lang="zh-CN" altLang="en-US" sz="1400" spc="150" dirty="0">
                    <a:solidFill>
                      <a:srgbClr val="000000"/>
                    </a:solidFill>
                    <a:latin typeface="微软雅黑" panose="020B0503020204020204" pitchFamily="34" charset="-122"/>
                    <a:ea typeface="微软雅黑" panose="020B0503020204020204" pitchFamily="34" charset="-122"/>
                  </a:rPr>
                  <a:t>𝟑</a:t>
                </a:r>
                <a:r>
                  <a:rPr lang="en-US" altLang="zh-CN" sz="1400" spc="150" dirty="0">
                    <a:solidFill>
                      <a:srgbClr val="000000"/>
                    </a:solidFill>
                    <a:latin typeface="微软雅黑" panose="020B0503020204020204" pitchFamily="34" charset="-122"/>
                    <a:ea typeface="微软雅黑" panose="020B0503020204020204" pitchFamily="34" charset="-122"/>
                  </a:rPr>
                  <a:t>=</a:t>
                </a:r>
                <a:r>
                  <a:rPr lang="zh-CN" altLang="en-US" sz="1400" spc="150" dirty="0">
                    <a:solidFill>
                      <a:srgbClr val="000000"/>
                    </a:solidFill>
                    <a:latin typeface="微软雅黑" panose="020B0503020204020204" pitchFamily="34" charset="-122"/>
                    <a:ea typeface="微软雅黑" panose="020B0503020204020204" pitchFamily="34" charset="-122"/>
                  </a:rPr>
                  <a:t>𝟗</a:t>
                </a:r>
              </a:p>
              <a:p>
                <a:pPr marL="276225" lvl="3" indent="0" defTabSz="457200" eaLnBrk="1" hangingPunct="1">
                  <a:lnSpc>
                    <a:spcPct val="150000"/>
                  </a:lnSpc>
                  <a:spcAft>
                    <a:spcPts val="0"/>
                  </a:spcAft>
                  <a:buNone/>
                  <a:defRPr/>
                </a:pPr>
                <a:r>
                  <a:rPr lang="zh-CN" altLang="en-US" sz="1400" spc="150" dirty="0">
                    <a:solidFill>
                      <a:srgbClr val="000000"/>
                    </a:solidFill>
                    <a:latin typeface="微软雅黑" panose="020B0503020204020204" pitchFamily="34" charset="-122"/>
                    <a:ea typeface="微软雅黑" panose="020B0503020204020204" pitchFamily="34" charset="-122"/>
                  </a:rPr>
                  <a:t>意愿支付</a:t>
                </a:r>
                <a:r>
                  <a:rPr lang="en-US" altLang="zh-CN" sz="1400" spc="150" dirty="0">
                    <a:solidFill>
                      <a:srgbClr val="000000"/>
                    </a:solidFill>
                    <a:latin typeface="微软雅黑" panose="020B0503020204020204" pitchFamily="34" charset="-122"/>
                    <a:ea typeface="微软雅黑" panose="020B0503020204020204" pitchFamily="34" charset="-122"/>
                  </a:rPr>
                  <a:t>=3×6−</a:t>
                </a:r>
                <a14:m>
                  <m:oMath xmlns:m="http://schemas.openxmlformats.org/officeDocument/2006/math">
                    <m:f>
                      <m:fPr>
                        <m:ctrlPr>
                          <a:rPr lang="en-US" altLang="zh-CN" sz="1400" i="1" spc="150" dirty="0" smtClean="0">
                            <a:solidFill>
                              <a:srgbClr val="000000"/>
                            </a:solidFill>
                            <a:latin typeface="Cambria Math" panose="02040503050406030204" pitchFamily="18" charset="0"/>
                            <a:ea typeface="微软雅黑" panose="020B0503020204020204" pitchFamily="34" charset="-122"/>
                          </a:rPr>
                        </m:ctrlPr>
                      </m:fPr>
                      <m:num>
                        <m:r>
                          <a:rPr lang="en-US" altLang="zh-CN" sz="1400" b="0" i="1" spc="150" dirty="0" smtClean="0">
                            <a:solidFill>
                              <a:srgbClr val="000000"/>
                            </a:solidFill>
                            <a:latin typeface="Cambria Math" panose="02040503050406030204" pitchFamily="18" charset="0"/>
                            <a:ea typeface="微软雅黑" panose="020B0503020204020204" pitchFamily="34" charset="-122"/>
                          </a:rPr>
                          <m:t>1</m:t>
                        </m:r>
                      </m:num>
                      <m:den>
                        <m:r>
                          <a:rPr lang="en-US" altLang="zh-CN" sz="1400" b="0" i="1" spc="150" dirty="0" smtClean="0">
                            <a:solidFill>
                              <a:srgbClr val="000000"/>
                            </a:solidFill>
                            <a:latin typeface="Cambria Math" panose="02040503050406030204" pitchFamily="18" charset="0"/>
                            <a:ea typeface="微软雅黑" panose="020B0503020204020204" pitchFamily="34" charset="-122"/>
                          </a:rPr>
                          <m:t>2</m:t>
                        </m:r>
                      </m:den>
                    </m:f>
                    <m:r>
                      <a:rPr lang="en-US" altLang="zh-CN" sz="1400" b="0" i="1" spc="150" dirty="0" smtClean="0">
                        <a:solidFill>
                          <a:srgbClr val="000000"/>
                        </a:solidFill>
                        <a:latin typeface="Cambria Math" panose="02040503050406030204" pitchFamily="18" charset="0"/>
                        <a:ea typeface="微软雅黑" panose="020B0503020204020204" pitchFamily="34" charset="-122"/>
                      </a:rPr>
                      <m:t> </m:t>
                    </m:r>
                  </m:oMath>
                </a14:m>
                <a:r>
                  <a:rPr lang="en-US" altLang="zh-CN" sz="1400" spc="150" dirty="0">
                    <a:solidFill>
                      <a:srgbClr val="000000"/>
                    </a:solidFill>
                    <a:latin typeface="微软雅黑" panose="020B0503020204020204" pitchFamily="34" charset="-122"/>
                    <a:ea typeface="微软雅黑" panose="020B0503020204020204" pitchFamily="34" charset="-122"/>
                  </a:rPr>
                  <a:t>×3×(6−3) =13.5</a:t>
                </a:r>
              </a:p>
              <a:p>
                <a:pPr marL="538162" lvl="3" indent="0" defTabSz="457200" eaLnBrk="1" hangingPunct="1">
                  <a:lnSpc>
                    <a:spcPct val="150000"/>
                  </a:lnSpc>
                  <a:spcBef>
                    <a:spcPct val="40000"/>
                  </a:spcBef>
                  <a:spcAft>
                    <a:spcPts val="0"/>
                  </a:spcAft>
                  <a:buFontTx/>
                  <a:buNone/>
                  <a:defRPr/>
                </a:pPr>
                <a:endParaRPr lang="zh-CN" altLang="en-US" sz="1400" spc="150" dirty="0">
                  <a:solidFill>
                    <a:srgbClr val="000000"/>
                  </a:solidFill>
                  <a:latin typeface="微软雅黑" panose="020B0503020204020204" pitchFamily="34" charset="-122"/>
                  <a:ea typeface="微软雅黑" panose="020B0503020204020204" pitchFamily="34" charset="-122"/>
                </a:endParaRPr>
              </a:p>
              <a:p>
                <a:pPr marL="538163" lvl="3" indent="-261938" defTabSz="457200" eaLnBrk="1" hangingPunct="1">
                  <a:lnSpc>
                    <a:spcPct val="150000"/>
                  </a:lnSpc>
                  <a:spcAft>
                    <a:spcPts val="1200"/>
                  </a:spcAft>
                  <a:buFont typeface="Wingdings" panose="05000000000000000000" pitchFamily="2" charset="2"/>
                  <a:buChar char="Ø"/>
                  <a:defRPr/>
                </a:pPr>
                <a:endParaRPr lang="zh-CN" altLang="en-US" sz="1600" spc="150" dirty="0">
                  <a:solidFill>
                    <a:srgbClr val="000000"/>
                  </a:solidFill>
                  <a:latin typeface="微软雅黑" panose="020B0503020204020204" pitchFamily="34" charset="-122"/>
                  <a:ea typeface="微软雅黑" panose="020B0503020204020204" pitchFamily="34" charset="-122"/>
                </a:endParaRPr>
              </a:p>
              <a:p>
                <a:pPr marL="285750" lvl="2" indent="-285750" defTabSz="457200" eaLnBrk="1" hangingPunct="1">
                  <a:lnSpc>
                    <a:spcPct val="150000"/>
                  </a:lnSpc>
                  <a:spcBef>
                    <a:spcPct val="0"/>
                  </a:spcBef>
                  <a:buFont typeface="Wingdings" panose="05000000000000000000" pitchFamily="2" charset="2"/>
                  <a:buChar char="u"/>
                  <a:defRPr/>
                </a:pPr>
                <a:endParaRPr lang="en-US" altLang="zh-CN" sz="1800" spc="150" dirty="0">
                  <a:solidFill>
                    <a:srgbClr val="000000"/>
                  </a:solidFill>
                  <a:latin typeface="微软雅黑" panose="020B0503020204020204" pitchFamily="34" charset="-122"/>
                  <a:ea typeface="微软雅黑" panose="020B0503020204020204" pitchFamily="34" charset="-122"/>
                </a:endParaRPr>
              </a:p>
              <a:p>
                <a:pPr marL="538163" lvl="3" indent="-261938" defTabSz="457200" eaLnBrk="1" hangingPunct="1">
                  <a:lnSpc>
                    <a:spcPct val="150000"/>
                  </a:lnSpc>
                  <a:spcAft>
                    <a:spcPts val="600"/>
                  </a:spcAft>
                  <a:buFont typeface="Wingdings" panose="05000000000000000000" pitchFamily="2" charset="2"/>
                  <a:buChar char="Ø"/>
                </a:pPr>
                <a:endParaRPr lang="en-US" altLang="zh-CN" sz="1600" spc="150" dirty="0">
                  <a:solidFill>
                    <a:srgbClr val="000000"/>
                  </a:solidFill>
                  <a:latin typeface="微软雅黑" panose="020B0503020204020204" pitchFamily="34" charset="-122"/>
                  <a:ea typeface="微软雅黑" panose="020B0503020204020204" pitchFamily="34" charset="-122"/>
                </a:endParaRPr>
              </a:p>
              <a:p>
                <a:pPr marL="538163" lvl="3" indent="-261938" defTabSz="457200" eaLnBrk="1" hangingPunct="1">
                  <a:lnSpc>
                    <a:spcPct val="150000"/>
                  </a:lnSpc>
                  <a:spcAft>
                    <a:spcPts val="600"/>
                  </a:spcAft>
                  <a:buFont typeface="Wingdings" panose="05000000000000000000" pitchFamily="2" charset="2"/>
                  <a:buChar char="Ø"/>
                </a:pPr>
                <a:endParaRPr lang="zh-CN" altLang="en-US" sz="1600" spc="150" dirty="0">
                  <a:solidFill>
                    <a:srgbClr val="000000"/>
                  </a:solidFill>
                  <a:latin typeface="微软雅黑" panose="020B0503020204020204" pitchFamily="34" charset="-122"/>
                  <a:ea typeface="微软雅黑" panose="020B0503020204020204" pitchFamily="34" charset="-122"/>
                </a:endParaRPr>
              </a:p>
            </p:txBody>
          </p:sp>
        </mc:Choice>
        <mc:Fallback xmlns="">
          <p:sp>
            <p:nvSpPr>
              <p:cNvPr id="15" name="Rectangle 3">
                <a:extLst>
                  <a:ext uri="{FF2B5EF4-FFF2-40B4-BE49-F238E27FC236}">
                    <a16:creationId xmlns:a16="http://schemas.microsoft.com/office/drawing/2014/main" id="{43BB4C78-8EAD-41FB-A930-B273C36AA15E}"/>
                  </a:ext>
                </a:extLst>
              </p:cNvPr>
              <p:cNvSpPr txBox="1">
                <a:spLocks noRot="1" noChangeAspect="1" noMove="1" noResize="1" noEditPoints="1" noAdjustHandles="1" noChangeArrowheads="1" noChangeShapeType="1" noTextEdit="1"/>
              </p:cNvSpPr>
              <p:nvPr/>
            </p:nvSpPr>
            <p:spPr bwMode="auto">
              <a:xfrm>
                <a:off x="977969" y="3939215"/>
                <a:ext cx="4424106" cy="4784725"/>
              </a:xfrm>
              <a:prstGeom prst="rect">
                <a:avLst/>
              </a:prstGeom>
              <a:blipFill>
                <a:blip r:embed="rId5"/>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13" name="矩形 12">
            <a:extLst>
              <a:ext uri="{FF2B5EF4-FFF2-40B4-BE49-F238E27FC236}">
                <a16:creationId xmlns:a16="http://schemas.microsoft.com/office/drawing/2014/main" id="{D73BB458-5B3B-44E1-8D58-6CB11BFD23A6}"/>
              </a:ext>
            </a:extLst>
          </p:cNvPr>
          <p:cNvSpPr/>
          <p:nvPr/>
        </p:nvSpPr>
        <p:spPr>
          <a:xfrm>
            <a:off x="6593747" y="0"/>
            <a:ext cx="2550253" cy="369332"/>
          </a:xfrm>
          <a:prstGeom prst="rect">
            <a:avLst/>
          </a:prstGeom>
        </p:spPr>
        <p:txBody>
          <a:bodyPr wrap="squar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第一节 </a:t>
            </a:r>
            <a:r>
              <a:rPr lang="zh-CN" altLang="en-US" spc="150" dirty="0">
                <a:latin typeface="微软雅黑" panose="020B0503020204020204" pitchFamily="34" charset="-122"/>
                <a:ea typeface="微软雅黑" panose="020B0503020204020204" pitchFamily="34" charset="-122"/>
              </a:rPr>
              <a:t>效用理论概述</a:t>
            </a:r>
            <a:r>
              <a:rPr lang="zh-CN" altLang="en-US" spc="150" dirty="0">
                <a:solidFill>
                  <a:srgbClr val="000000"/>
                </a:solidFill>
                <a:latin typeface="微软雅黑" panose="020B0503020204020204" pitchFamily="34" charset="-122"/>
                <a:ea typeface="微软雅黑" panose="020B0503020204020204" pitchFamily="34" charset="-122"/>
              </a:rPr>
              <a:t> </a:t>
            </a:r>
          </a:p>
        </p:txBody>
      </p:sp>
      <p:sp>
        <p:nvSpPr>
          <p:cNvPr id="16" name="矩形 15">
            <a:extLst>
              <a:ext uri="{FF2B5EF4-FFF2-40B4-BE49-F238E27FC236}">
                <a16:creationId xmlns:a16="http://schemas.microsoft.com/office/drawing/2014/main" id="{7744F9A0-7083-46D6-A5DB-7710A69115EC}"/>
              </a:ext>
            </a:extLst>
          </p:cNvPr>
          <p:cNvSpPr/>
          <p:nvPr/>
        </p:nvSpPr>
        <p:spPr>
          <a:xfrm>
            <a:off x="467544" y="548680"/>
            <a:ext cx="2473754"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五、消费者剩余</a:t>
            </a:r>
          </a:p>
        </p:txBody>
      </p:sp>
      <p:sp>
        <p:nvSpPr>
          <p:cNvPr id="2" name="矩形 1"/>
          <p:cNvSpPr/>
          <p:nvPr/>
        </p:nvSpPr>
        <p:spPr>
          <a:xfrm>
            <a:off x="6062507" y="4263237"/>
            <a:ext cx="336952" cy="369332"/>
          </a:xfrm>
          <a:prstGeom prst="rect">
            <a:avLst/>
          </a:prstGeom>
        </p:spPr>
        <p:txBody>
          <a:bodyPr wrap="none">
            <a:spAutoFit/>
          </a:bodyPr>
          <a:lstStyle/>
          <a:p>
            <a:r>
              <a:rPr lang="en-US" altLang="zh-CN" spc="150" dirty="0">
                <a:solidFill>
                  <a:schemeClr val="bg1"/>
                </a:solidFill>
                <a:latin typeface="微软雅黑" panose="020B0503020204020204" pitchFamily="34" charset="-122"/>
                <a:ea typeface="微软雅黑" panose="020B0503020204020204" pitchFamily="34" charset="-122"/>
              </a:rPr>
              <a:t>S</a:t>
            </a:r>
            <a:endParaRPr lang="zh-CN" altLang="en-US" dirty="0">
              <a:solidFill>
                <a:schemeClr val="bg1"/>
              </a:solidFill>
            </a:endParaRPr>
          </a:p>
        </p:txBody>
      </p:sp>
      <p:grpSp>
        <p:nvGrpSpPr>
          <p:cNvPr id="9" name="组合 8">
            <a:extLst>
              <a:ext uri="{FF2B5EF4-FFF2-40B4-BE49-F238E27FC236}">
                <a16:creationId xmlns:a16="http://schemas.microsoft.com/office/drawing/2014/main" id="{0CA48805-0292-457A-9C15-7BE6AF3C1FB1}"/>
              </a:ext>
            </a:extLst>
          </p:cNvPr>
          <p:cNvGrpSpPr/>
          <p:nvPr/>
        </p:nvGrpSpPr>
        <p:grpSpPr>
          <a:xfrm>
            <a:off x="467544" y="1213829"/>
            <a:ext cx="2348227" cy="461665"/>
            <a:chOff x="467544" y="1161144"/>
            <a:chExt cx="3806023" cy="659493"/>
          </a:xfrm>
        </p:grpSpPr>
        <p:sp>
          <p:nvSpPr>
            <p:cNvPr id="10" name="MH_Text_1">
              <a:extLst>
                <a:ext uri="{FF2B5EF4-FFF2-40B4-BE49-F238E27FC236}">
                  <a16:creationId xmlns:a16="http://schemas.microsoft.com/office/drawing/2014/main" id="{1A641BEA-7699-4D39-BA99-1924404DD7EC}"/>
                </a:ext>
              </a:extLst>
            </p:cNvPr>
            <p:cNvSpPr/>
            <p:nvPr>
              <p:custDataLst>
                <p:tags r:id="rId1"/>
              </p:custDataLst>
            </p:nvPr>
          </p:nvSpPr>
          <p:spPr bwMode="auto">
            <a:xfrm>
              <a:off x="467544" y="1161144"/>
              <a:ext cx="3806023" cy="659493"/>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algn="ctr">
                <a:defRPr/>
              </a:pPr>
              <a:r>
                <a:rPr lang="zh-CN" altLang="en-US" sz="2000" spc="150" dirty="0">
                  <a:solidFill>
                    <a:srgbClr val="000000"/>
                  </a:solidFill>
                  <a:latin typeface="微软雅黑" panose="020B0503020204020204" pitchFamily="34" charset="-122"/>
                  <a:ea typeface="微软雅黑" panose="020B0503020204020204" pitchFamily="34" charset="-122"/>
                </a:rPr>
                <a:t>消费者剩余</a:t>
              </a:r>
              <a:r>
                <a:rPr lang="en-US" altLang="zh-CN" sz="2000" spc="150" dirty="0">
                  <a:solidFill>
                    <a:srgbClr val="000000"/>
                  </a:solidFill>
                  <a:latin typeface="微软雅黑" panose="020B0503020204020204" pitchFamily="34" charset="-122"/>
                  <a:ea typeface="微软雅黑" panose="020B0503020204020204" pitchFamily="34" charset="-122"/>
                </a:rPr>
                <a:t>(CS)</a:t>
              </a:r>
            </a:p>
          </p:txBody>
        </p:sp>
        <p:sp>
          <p:nvSpPr>
            <p:cNvPr id="11" name="MH_Other_2">
              <a:extLst>
                <a:ext uri="{FF2B5EF4-FFF2-40B4-BE49-F238E27FC236}">
                  <a16:creationId xmlns:a16="http://schemas.microsoft.com/office/drawing/2014/main" id="{CD9CE2E4-4FC1-4873-96BA-CBC03F120BC4}"/>
                </a:ext>
              </a:extLst>
            </p:cNvPr>
            <p:cNvSpPr/>
            <p:nvPr>
              <p:custDataLst>
                <p:tags r:id="rId2"/>
              </p:custDataLst>
            </p:nvPr>
          </p:nvSpPr>
          <p:spPr bwMode="auto">
            <a:xfrm rot="10800000">
              <a:off x="4004344" y="1240922"/>
              <a:ext cx="189743" cy="162838"/>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
        <p:nvSpPr>
          <p:cNvPr id="3" name="标注: 线形 2">
            <a:extLst>
              <a:ext uri="{FF2B5EF4-FFF2-40B4-BE49-F238E27FC236}">
                <a16:creationId xmlns:a16="http://schemas.microsoft.com/office/drawing/2014/main" id="{59CF9243-04EF-4B9E-BAAF-D31FD545B146}"/>
              </a:ext>
            </a:extLst>
          </p:cNvPr>
          <p:cNvSpPr/>
          <p:nvPr/>
        </p:nvSpPr>
        <p:spPr bwMode="auto">
          <a:xfrm>
            <a:off x="3812771" y="657027"/>
            <a:ext cx="4749338" cy="961183"/>
          </a:xfrm>
          <a:prstGeom prst="borderCallout1">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lang="zh-CN" altLang="en-US" dirty="0"/>
              <a:t>自愿交易的情况下，消费者通过选择最优消费数量来改善自己的境况。</a:t>
            </a: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消费者剩余就是度量消费者从交易中获得的好处。</a:t>
            </a:r>
          </a:p>
        </p:txBody>
      </p:sp>
    </p:spTree>
    <p:extLst>
      <p:ext uri="{BB962C8B-B14F-4D97-AF65-F5344CB8AC3E}">
        <p14:creationId xmlns:p14="http://schemas.microsoft.com/office/powerpoint/2010/main" val="862355589"/>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arn(inVertical)">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7170">
                                            <p:txEl>
                                              <p:pRg st="0" end="0"/>
                                            </p:txEl>
                                          </p:spTgt>
                                        </p:tgtEl>
                                        <p:attrNameLst>
                                          <p:attrName>style.visibility</p:attrName>
                                        </p:attrNameLst>
                                      </p:cBhvr>
                                      <p:to>
                                        <p:strVal val="visible"/>
                                      </p:to>
                                    </p:set>
                                    <p:animEffect transition="in" filter="strips(downRight)">
                                      <p:cBhvr>
                                        <p:cTn id="17" dur="500"/>
                                        <p:tgtEl>
                                          <p:spTgt spid="7170">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7170">
                                            <p:txEl>
                                              <p:pRg st="1" end="1"/>
                                            </p:txEl>
                                          </p:spTgt>
                                        </p:tgtEl>
                                        <p:attrNameLst>
                                          <p:attrName>style.visibility</p:attrName>
                                        </p:attrNameLst>
                                      </p:cBhvr>
                                      <p:to>
                                        <p:strVal val="visible"/>
                                      </p:to>
                                    </p:set>
                                    <p:animEffect transition="in" filter="strips(downRight)">
                                      <p:cBhvr>
                                        <p:cTn id="22" dur="500"/>
                                        <p:tgtEl>
                                          <p:spTgt spid="7170">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7170">
                                            <p:txEl>
                                              <p:pRg st="2" end="2"/>
                                            </p:txEl>
                                          </p:spTgt>
                                        </p:tgtEl>
                                        <p:attrNameLst>
                                          <p:attrName>style.visibility</p:attrName>
                                        </p:attrNameLst>
                                      </p:cBhvr>
                                      <p:to>
                                        <p:strVal val="visible"/>
                                      </p:to>
                                    </p:set>
                                    <p:animEffect transition="in" filter="strips(downRight)">
                                      <p:cBhvr>
                                        <p:cTn id="27" dur="500"/>
                                        <p:tgtEl>
                                          <p:spTgt spid="7170">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6" fill="hold" grpId="0" nodeType="clickEffect">
                                  <p:stCondLst>
                                    <p:cond delay="0"/>
                                  </p:stCondLst>
                                  <p:childTnLst>
                                    <p:set>
                                      <p:cBhvr>
                                        <p:cTn id="31" dur="1" fill="hold">
                                          <p:stCondLst>
                                            <p:cond delay="0"/>
                                          </p:stCondLst>
                                        </p:cTn>
                                        <p:tgtEl>
                                          <p:spTgt spid="7170">
                                            <p:txEl>
                                              <p:pRg st="3" end="3"/>
                                            </p:txEl>
                                          </p:spTgt>
                                        </p:tgtEl>
                                        <p:attrNameLst>
                                          <p:attrName>style.visibility</p:attrName>
                                        </p:attrNameLst>
                                      </p:cBhvr>
                                      <p:to>
                                        <p:strVal val="visible"/>
                                      </p:to>
                                    </p:set>
                                    <p:animEffect transition="in" filter="strips(downRight)">
                                      <p:cBhvr>
                                        <p:cTn id="32" dur="500"/>
                                        <p:tgtEl>
                                          <p:spTgt spid="7170">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nodeType="clickEffect">
                                  <p:stCondLst>
                                    <p:cond delay="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1+#ppt_w/2"/>
                                          </p:val>
                                        </p:tav>
                                        <p:tav tm="100000">
                                          <p:val>
                                            <p:strVal val="#ppt_x"/>
                                          </p:val>
                                        </p:tav>
                                      </p:tavLst>
                                    </p:anim>
                                    <p:anim calcmode="lin" valueType="num">
                                      <p:cBhvr additive="base">
                                        <p:cTn id="38"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2"/>
                                        </p:tgtEl>
                                        <p:attrNameLst>
                                          <p:attrName>style.visibility</p:attrName>
                                        </p:attrNameLst>
                                      </p:cBhvr>
                                      <p:to>
                                        <p:strVal val="visible"/>
                                      </p:to>
                                    </p:set>
                                    <p:animEffect transition="in" filter="fade">
                                      <p:cBhvr>
                                        <p:cTn id="4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uiExpand="1" build="p" autoUpdateAnimBg="0"/>
      <p:bldP spid="15" grpId="0"/>
      <p:bldP spid="16" grpId="0" animBg="1"/>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73E0D6E6-DCCF-4F91-AA0B-983C0C12D3EC}"/>
              </a:ext>
            </a:extLst>
          </p:cNvPr>
          <p:cNvSpPr/>
          <p:nvPr/>
        </p:nvSpPr>
        <p:spPr>
          <a:xfrm>
            <a:off x="2378130" y="914359"/>
            <a:ext cx="4387740" cy="646331"/>
          </a:xfrm>
          <a:prstGeom prst="rect">
            <a:avLst/>
          </a:prstGeom>
        </p:spPr>
        <p:txBody>
          <a:bodyPr wrap="none">
            <a:spAutoFit/>
          </a:bodyPr>
          <a:lstStyle/>
          <a:p>
            <a:r>
              <a:rPr lang="zh-CN" altLang="zh-CN" sz="3600" b="1" dirty="0">
                <a:latin typeface="微软雅黑" panose="020B0503020204020204" pitchFamily="34" charset="-122"/>
                <a:ea typeface="微软雅黑" panose="020B0503020204020204" pitchFamily="34" charset="-122"/>
                <a:cs typeface="+mj-cs"/>
              </a:rPr>
              <a:t>第</a:t>
            </a:r>
            <a:r>
              <a:rPr lang="zh-CN" altLang="en-US" sz="3600" b="1" dirty="0">
                <a:latin typeface="微软雅黑" panose="020B0503020204020204" pitchFamily="34" charset="-122"/>
                <a:ea typeface="微软雅黑" panose="020B0503020204020204" pitchFamily="34" charset="-122"/>
                <a:cs typeface="+mj-cs"/>
              </a:rPr>
              <a:t>二</a:t>
            </a:r>
            <a:r>
              <a:rPr lang="zh-CN" altLang="zh-CN" sz="3600" b="1" dirty="0">
                <a:latin typeface="微软雅黑" panose="020B0503020204020204" pitchFamily="34" charset="-122"/>
                <a:ea typeface="微软雅黑" panose="020B0503020204020204" pitchFamily="34" charset="-122"/>
                <a:cs typeface="+mj-cs"/>
              </a:rPr>
              <a:t>节</a:t>
            </a:r>
            <a:r>
              <a:rPr lang="en-US" altLang="zh-CN" sz="3600" b="1" dirty="0">
                <a:latin typeface="微软雅黑" panose="020B0503020204020204" pitchFamily="34" charset="-122"/>
                <a:ea typeface="微软雅黑" panose="020B0503020204020204" pitchFamily="34" charset="-122"/>
                <a:cs typeface="+mj-cs"/>
              </a:rPr>
              <a:t>   </a:t>
            </a:r>
            <a:r>
              <a:rPr lang="zh-CN" altLang="en-US" sz="3600" b="1" spc="150" dirty="0">
                <a:latin typeface="微软雅黑" panose="020B0503020204020204" pitchFamily="34" charset="-122"/>
                <a:ea typeface="微软雅黑" panose="020B0503020204020204" pitchFamily="34" charset="-122"/>
              </a:rPr>
              <a:t>无差异曲线</a:t>
            </a:r>
          </a:p>
        </p:txBody>
      </p:sp>
      <p:sp>
        <p:nvSpPr>
          <p:cNvPr id="14" name="MH_Other_1">
            <a:extLst>
              <a:ext uri="{FF2B5EF4-FFF2-40B4-BE49-F238E27FC236}">
                <a16:creationId xmlns:a16="http://schemas.microsoft.com/office/drawing/2014/main" id="{DB9B1D13-509B-4E47-829E-7E96F023C583}"/>
              </a:ext>
            </a:extLst>
          </p:cNvPr>
          <p:cNvSpPr>
            <a:spLocks/>
          </p:cNvSpPr>
          <p:nvPr>
            <p:custDataLst>
              <p:tags r:id="rId1"/>
            </p:custDataLst>
          </p:nvPr>
        </p:nvSpPr>
        <p:spPr bwMode="gray">
          <a:xfrm>
            <a:off x="2466642" y="2519416"/>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15" name="MH_SubTitle_1">
            <a:extLst>
              <a:ext uri="{FF2B5EF4-FFF2-40B4-BE49-F238E27FC236}">
                <a16:creationId xmlns:a16="http://schemas.microsoft.com/office/drawing/2014/main" id="{41DA99DC-45AF-490B-AB73-118E36103516}"/>
              </a:ext>
            </a:extLst>
          </p:cNvPr>
          <p:cNvSpPr>
            <a:spLocks noChangeArrowheads="1"/>
          </p:cNvSpPr>
          <p:nvPr>
            <p:custDataLst>
              <p:tags r:id="rId2"/>
            </p:custDataLst>
          </p:nvPr>
        </p:nvSpPr>
        <p:spPr bwMode="gray">
          <a:xfrm>
            <a:off x="2398379" y="2217791"/>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一</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sp>
        <p:nvSpPr>
          <p:cNvPr id="16" name="MH_Other_2">
            <a:extLst>
              <a:ext uri="{FF2B5EF4-FFF2-40B4-BE49-F238E27FC236}">
                <a16:creationId xmlns:a16="http://schemas.microsoft.com/office/drawing/2014/main" id="{29B542E8-104D-4703-A2AE-F11BCCB830A9}"/>
              </a:ext>
            </a:extLst>
          </p:cNvPr>
          <p:cNvSpPr>
            <a:spLocks/>
          </p:cNvSpPr>
          <p:nvPr>
            <p:custDataLst>
              <p:tags r:id="rId3"/>
            </p:custDataLst>
          </p:nvPr>
        </p:nvSpPr>
        <p:spPr bwMode="gray">
          <a:xfrm>
            <a:off x="2466642" y="3676882"/>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17" name="MH_SubTitle_2">
            <a:extLst>
              <a:ext uri="{FF2B5EF4-FFF2-40B4-BE49-F238E27FC236}">
                <a16:creationId xmlns:a16="http://schemas.microsoft.com/office/drawing/2014/main" id="{C0F8A848-76B6-4849-B163-C2241FF8BE0D}"/>
              </a:ext>
            </a:extLst>
          </p:cNvPr>
          <p:cNvSpPr>
            <a:spLocks noChangeArrowheads="1"/>
          </p:cNvSpPr>
          <p:nvPr>
            <p:custDataLst>
              <p:tags r:id="rId4"/>
            </p:custDataLst>
          </p:nvPr>
        </p:nvSpPr>
        <p:spPr bwMode="gray">
          <a:xfrm>
            <a:off x="2398379" y="3375257"/>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二</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sp>
        <p:nvSpPr>
          <p:cNvPr id="18" name="MH_Other_3">
            <a:extLst>
              <a:ext uri="{FF2B5EF4-FFF2-40B4-BE49-F238E27FC236}">
                <a16:creationId xmlns:a16="http://schemas.microsoft.com/office/drawing/2014/main" id="{A6B7AB07-76E4-4251-9F45-9F6D5F8B5428}"/>
              </a:ext>
            </a:extLst>
          </p:cNvPr>
          <p:cNvSpPr>
            <a:spLocks/>
          </p:cNvSpPr>
          <p:nvPr>
            <p:custDataLst>
              <p:tags r:id="rId5"/>
            </p:custDataLst>
          </p:nvPr>
        </p:nvSpPr>
        <p:spPr bwMode="gray">
          <a:xfrm>
            <a:off x="2466642" y="4807058"/>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19" name="MH_SubTitle_3">
            <a:extLst>
              <a:ext uri="{FF2B5EF4-FFF2-40B4-BE49-F238E27FC236}">
                <a16:creationId xmlns:a16="http://schemas.microsoft.com/office/drawing/2014/main" id="{E0E6F391-B56B-4362-802D-3B1D76F5D080}"/>
              </a:ext>
            </a:extLst>
          </p:cNvPr>
          <p:cNvSpPr>
            <a:spLocks noChangeArrowheads="1"/>
          </p:cNvSpPr>
          <p:nvPr>
            <p:custDataLst>
              <p:tags r:id="rId6"/>
            </p:custDataLst>
          </p:nvPr>
        </p:nvSpPr>
        <p:spPr bwMode="gray">
          <a:xfrm>
            <a:off x="2398379" y="4505433"/>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三</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cxnSp>
        <p:nvCxnSpPr>
          <p:cNvPr id="22" name="MH_Other_5">
            <a:extLst>
              <a:ext uri="{FF2B5EF4-FFF2-40B4-BE49-F238E27FC236}">
                <a16:creationId xmlns:a16="http://schemas.microsoft.com/office/drawing/2014/main" id="{3E797FBC-1EB8-45EA-8B20-5FA807C7EB1C}"/>
              </a:ext>
            </a:extLst>
          </p:cNvPr>
          <p:cNvCxnSpPr>
            <a:stCxn id="15" idx="2"/>
            <a:endCxn id="17" idx="0"/>
          </p:cNvCxnSpPr>
          <p:nvPr>
            <p:custDataLst>
              <p:tags r:id="rId7"/>
            </p:custDataLst>
          </p:nvPr>
        </p:nvCxnSpPr>
        <p:spPr>
          <a:xfrm>
            <a:off x="2977817" y="2573391"/>
            <a:ext cx="0" cy="801866"/>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cxnSp>
        <p:nvCxnSpPr>
          <p:cNvPr id="23" name="MH_Other_6">
            <a:extLst>
              <a:ext uri="{FF2B5EF4-FFF2-40B4-BE49-F238E27FC236}">
                <a16:creationId xmlns:a16="http://schemas.microsoft.com/office/drawing/2014/main" id="{7C04AACB-9459-4404-B1CB-1546AA28C529}"/>
              </a:ext>
            </a:extLst>
          </p:cNvPr>
          <p:cNvCxnSpPr>
            <a:stCxn id="17" idx="2"/>
            <a:endCxn id="19" idx="0"/>
          </p:cNvCxnSpPr>
          <p:nvPr>
            <p:custDataLst>
              <p:tags r:id="rId8"/>
            </p:custDataLst>
          </p:nvPr>
        </p:nvCxnSpPr>
        <p:spPr>
          <a:xfrm>
            <a:off x="2977817" y="3730857"/>
            <a:ext cx="0" cy="774576"/>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sp>
        <p:nvSpPr>
          <p:cNvPr id="28" name="矩形 27">
            <a:extLst>
              <a:ext uri="{FF2B5EF4-FFF2-40B4-BE49-F238E27FC236}">
                <a16:creationId xmlns:a16="http://schemas.microsoft.com/office/drawing/2014/main" id="{3D9D2305-D9E2-4BC2-AF3A-F2D92D5356D4}"/>
              </a:ext>
            </a:extLst>
          </p:cNvPr>
          <p:cNvSpPr/>
          <p:nvPr/>
        </p:nvSpPr>
        <p:spPr>
          <a:xfrm>
            <a:off x="3763654" y="2177518"/>
            <a:ext cx="1819729" cy="461665"/>
          </a:xfrm>
          <a:prstGeom prst="rect">
            <a:avLst/>
          </a:prstGeom>
        </p:spPr>
        <p:txBody>
          <a:bodyPr wrap="none">
            <a:spAutoFit/>
          </a:bodyPr>
          <a:lstStyle/>
          <a:p>
            <a:r>
              <a:rPr lang="zh-CN" altLang="en-US" sz="2400" spc="150" dirty="0">
                <a:latin typeface="微软雅黑" panose="020B0503020204020204" pitchFamily="34" charset="-122"/>
                <a:ea typeface="微软雅黑" panose="020B0503020204020204" pitchFamily="34" charset="-122"/>
              </a:rPr>
              <a:t>偏好和选择</a:t>
            </a:r>
          </a:p>
        </p:txBody>
      </p:sp>
      <p:sp>
        <p:nvSpPr>
          <p:cNvPr id="29" name="矩形 28">
            <a:extLst>
              <a:ext uri="{FF2B5EF4-FFF2-40B4-BE49-F238E27FC236}">
                <a16:creationId xmlns:a16="http://schemas.microsoft.com/office/drawing/2014/main" id="{6141B712-B95D-4DCE-9929-36E828E48173}"/>
              </a:ext>
            </a:extLst>
          </p:cNvPr>
          <p:cNvSpPr/>
          <p:nvPr/>
        </p:nvSpPr>
        <p:spPr>
          <a:xfrm>
            <a:off x="3759859" y="3347967"/>
            <a:ext cx="3127779" cy="461665"/>
          </a:xfrm>
          <a:prstGeom prst="rect">
            <a:avLst/>
          </a:prstGeom>
        </p:spPr>
        <p:txBody>
          <a:bodyPr wrap="none">
            <a:spAutoFit/>
          </a:bodyPr>
          <a:lstStyle/>
          <a:p>
            <a:r>
              <a:rPr lang="zh-CN" altLang="en-US" sz="2400" spc="150" dirty="0">
                <a:latin typeface="微软雅黑" panose="020B0503020204020204" pitchFamily="34" charset="-122"/>
                <a:ea typeface="微软雅黑" panose="020B0503020204020204" pitchFamily="34" charset="-122"/>
              </a:rPr>
              <a:t>无差异曲线及其特点</a:t>
            </a:r>
          </a:p>
        </p:txBody>
      </p:sp>
      <p:sp>
        <p:nvSpPr>
          <p:cNvPr id="30" name="矩形 29">
            <a:extLst>
              <a:ext uri="{FF2B5EF4-FFF2-40B4-BE49-F238E27FC236}">
                <a16:creationId xmlns:a16="http://schemas.microsoft.com/office/drawing/2014/main" id="{2BCE11A3-1253-4C1F-923F-92F65F2E841F}"/>
              </a:ext>
            </a:extLst>
          </p:cNvPr>
          <p:cNvSpPr/>
          <p:nvPr/>
        </p:nvSpPr>
        <p:spPr>
          <a:xfrm>
            <a:off x="3759859" y="4491125"/>
            <a:ext cx="3781805" cy="461665"/>
          </a:xfrm>
          <a:prstGeom prst="rect">
            <a:avLst/>
          </a:prstGeom>
        </p:spPr>
        <p:txBody>
          <a:bodyPr wrap="none">
            <a:spAutoFit/>
          </a:bodyPr>
          <a:lstStyle/>
          <a:p>
            <a:r>
              <a:rPr lang="zh-CN" altLang="en-US" sz="2400" spc="150" dirty="0">
                <a:latin typeface="微软雅黑" panose="020B0503020204020204" pitchFamily="34" charset="-122"/>
                <a:ea typeface="微软雅黑" panose="020B0503020204020204" pitchFamily="34" charset="-122"/>
              </a:rPr>
              <a:t>边际替代率及其递减规律</a:t>
            </a:r>
          </a:p>
        </p:txBody>
      </p:sp>
    </p:spTree>
    <p:extLst>
      <p:ext uri="{BB962C8B-B14F-4D97-AF65-F5344CB8AC3E}">
        <p14:creationId xmlns:p14="http://schemas.microsoft.com/office/powerpoint/2010/main" val="1659274137"/>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ipe(left)">
                                      <p:cBhvr>
                                        <p:cTn id="15" dur="500"/>
                                        <p:tgtEl>
                                          <p:spTgt spid="15"/>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28"/>
                                        </p:tgtEl>
                                        <p:attrNameLst>
                                          <p:attrName>style.visibility</p:attrName>
                                        </p:attrNameLst>
                                      </p:cBhvr>
                                      <p:to>
                                        <p:strVal val="visible"/>
                                      </p:to>
                                    </p:set>
                                    <p:animEffect transition="in" filter="wipe(left)">
                                      <p:cBhvr>
                                        <p:cTn id="18" dur="500"/>
                                        <p:tgtEl>
                                          <p:spTgt spid="28"/>
                                        </p:tgtEl>
                                      </p:cBhvr>
                                    </p:animEffect>
                                  </p:childTnLst>
                                </p:cTn>
                              </p:par>
                            </p:childTnLst>
                          </p:cTn>
                        </p:par>
                        <p:par>
                          <p:cTn id="19" fill="hold">
                            <p:stCondLst>
                              <p:cond delay="500"/>
                            </p:stCondLst>
                            <p:childTnLst>
                              <p:par>
                                <p:cTn id="20" presetID="22" presetClass="entr" presetSubtype="1" fill="hold" nodeType="after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wipe(up)">
                                      <p:cBhvr>
                                        <p:cTn id="22" dur="500"/>
                                        <p:tgtEl>
                                          <p:spTgt spid="2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wipe(up)">
                                      <p:cBhvr>
                                        <p:cTn id="27" dur="500"/>
                                        <p:tgtEl>
                                          <p:spTgt spid="16"/>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wipe(up)">
                                      <p:cBhvr>
                                        <p:cTn id="30" dur="500"/>
                                        <p:tgtEl>
                                          <p:spTgt spid="17"/>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wipe(left)">
                                      <p:cBhvr>
                                        <p:cTn id="33" dur="500"/>
                                        <p:tgtEl>
                                          <p:spTgt spid="29"/>
                                        </p:tgtEl>
                                      </p:cBhvr>
                                    </p:animEffect>
                                  </p:childTnLst>
                                </p:cTn>
                              </p:par>
                            </p:childTnLst>
                          </p:cTn>
                        </p:par>
                        <p:par>
                          <p:cTn id="34" fill="hold">
                            <p:stCondLst>
                              <p:cond delay="500"/>
                            </p:stCondLst>
                            <p:childTnLst>
                              <p:par>
                                <p:cTn id="35" presetID="22" presetClass="entr" presetSubtype="1" fill="hold" nodeType="after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wipe(up)">
                                      <p:cBhvr>
                                        <p:cTn id="37" dur="500"/>
                                        <p:tgtEl>
                                          <p:spTgt spid="2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wipe(up)">
                                      <p:cBhvr>
                                        <p:cTn id="42" dur="500"/>
                                        <p:tgtEl>
                                          <p:spTgt spid="18"/>
                                        </p:tgtEl>
                                      </p:cBhvr>
                                    </p:animEffect>
                                  </p:childTnLst>
                                </p:cTn>
                              </p:par>
                              <p:par>
                                <p:cTn id="43" presetID="22" presetClass="entr" presetSubtype="1" fill="hold" grpId="0" nodeType="withEffect">
                                  <p:stCondLst>
                                    <p:cond delay="0"/>
                                  </p:stCondLst>
                                  <p:childTnLst>
                                    <p:set>
                                      <p:cBhvr>
                                        <p:cTn id="44" dur="1" fill="hold">
                                          <p:stCondLst>
                                            <p:cond delay="0"/>
                                          </p:stCondLst>
                                        </p:cTn>
                                        <p:tgtEl>
                                          <p:spTgt spid="19"/>
                                        </p:tgtEl>
                                        <p:attrNameLst>
                                          <p:attrName>style.visibility</p:attrName>
                                        </p:attrNameLst>
                                      </p:cBhvr>
                                      <p:to>
                                        <p:strVal val="visible"/>
                                      </p:to>
                                    </p:set>
                                    <p:animEffect transition="in" filter="wipe(up)">
                                      <p:cBhvr>
                                        <p:cTn id="45" dur="500"/>
                                        <p:tgtEl>
                                          <p:spTgt spid="19"/>
                                        </p:tgtEl>
                                      </p:cBhvr>
                                    </p:animEffect>
                                  </p:childTnLst>
                                </p:cTn>
                              </p:par>
                              <p:par>
                                <p:cTn id="46" presetID="22" presetClass="entr" presetSubtype="8" fill="hold" grpId="0" nodeType="withEffect">
                                  <p:stCondLst>
                                    <p:cond delay="0"/>
                                  </p:stCondLst>
                                  <p:childTnLst>
                                    <p:set>
                                      <p:cBhvr>
                                        <p:cTn id="47" dur="1" fill="hold">
                                          <p:stCondLst>
                                            <p:cond delay="0"/>
                                          </p:stCondLst>
                                        </p:cTn>
                                        <p:tgtEl>
                                          <p:spTgt spid="30"/>
                                        </p:tgtEl>
                                        <p:attrNameLst>
                                          <p:attrName>style.visibility</p:attrName>
                                        </p:attrNameLst>
                                      </p:cBhvr>
                                      <p:to>
                                        <p:strVal val="visible"/>
                                      </p:to>
                                    </p:set>
                                    <p:animEffect transition="in" filter="wipe(left)">
                                      <p:cBhvr>
                                        <p:cTn id="48"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animBg="1"/>
      <p:bldP spid="15" grpId="0" animBg="1"/>
      <p:bldP spid="16" grpId="0" animBg="1"/>
      <p:bldP spid="17" grpId="0" animBg="1"/>
      <p:bldP spid="18" grpId="0" animBg="1"/>
      <p:bldP spid="19" grpId="0" animBg="1"/>
      <p:bldP spid="28" grpId="0"/>
      <p:bldP spid="29" grpId="0"/>
      <p:bldP spid="3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3"/>
          <p:cNvSpPr>
            <a:spLocks noGrp="1" noChangeArrowheads="1"/>
          </p:cNvSpPr>
          <p:nvPr>
            <p:ph type="body" idx="4294967295"/>
          </p:nvPr>
        </p:nvSpPr>
        <p:spPr>
          <a:xfrm>
            <a:off x="3259840" y="2113735"/>
            <a:ext cx="5266540" cy="3447821"/>
          </a:xfrm>
        </p:spPr>
        <p:txBody>
          <a:bodyPr/>
          <a:lstStyle/>
          <a:p>
            <a:pPr marL="538163" lvl="3" indent="-261938" defTabSz="457200" eaLnBrk="1" hangingPunct="1">
              <a:lnSpc>
                <a:spcPct val="200000"/>
              </a:lnSpc>
              <a:spcAft>
                <a:spcPts val="8000"/>
              </a:spcAft>
              <a:buFont typeface="Wingdings" panose="05000000000000000000" pitchFamily="2" charset="2"/>
              <a:buChar char="Ø"/>
              <a:defRPr/>
            </a:pPr>
            <a:r>
              <a:rPr lang="zh-CN" altLang="en-US" sz="1800" spc="150" dirty="0">
                <a:solidFill>
                  <a:srgbClr val="000000"/>
                </a:solidFill>
                <a:latin typeface="微软雅黑" panose="020B0503020204020204" pitchFamily="34" charset="-122"/>
                <a:ea typeface="微软雅黑" panose="020B0503020204020204" pitchFamily="34" charset="-122"/>
              </a:rPr>
              <a:t>消费者的偏好是指消费者对商品或商品组合的喜好程度</a:t>
            </a:r>
            <a:endParaRPr lang="en-US" altLang="zh-CN" sz="1800" spc="150" dirty="0">
              <a:solidFill>
                <a:srgbClr val="000000"/>
              </a:solidFill>
              <a:latin typeface="微软雅黑" panose="020B0503020204020204" pitchFamily="34" charset="-122"/>
              <a:ea typeface="微软雅黑" panose="020B0503020204020204" pitchFamily="34" charset="-122"/>
            </a:endParaRPr>
          </a:p>
          <a:p>
            <a:pPr marL="538163" lvl="3" indent="-261938" defTabSz="457200" eaLnBrk="1" hangingPunct="1">
              <a:lnSpc>
                <a:spcPct val="200000"/>
              </a:lnSpc>
              <a:spcAft>
                <a:spcPts val="1800"/>
              </a:spcAft>
              <a:buFont typeface="Wingdings" panose="05000000000000000000" pitchFamily="2" charset="2"/>
              <a:buChar char="Ø"/>
              <a:defRPr/>
            </a:pPr>
            <a:r>
              <a:rPr lang="zh-CN" altLang="en-US" sz="1800" spc="150" dirty="0">
                <a:solidFill>
                  <a:srgbClr val="000000"/>
                </a:solidFill>
                <a:latin typeface="微软雅黑" panose="020B0503020204020204" pitchFamily="34" charset="-122"/>
                <a:ea typeface="微软雅黑" panose="020B0503020204020204" pitchFamily="34" charset="-122"/>
              </a:rPr>
              <a:t>在经济学中，偏好与效用本质上是相同的</a:t>
            </a:r>
          </a:p>
          <a:p>
            <a:pPr marL="538162" lvl="3" indent="0" defTabSz="457200" eaLnBrk="1" hangingPunct="1">
              <a:lnSpc>
                <a:spcPct val="200000"/>
              </a:lnSpc>
              <a:spcBef>
                <a:spcPct val="40000"/>
              </a:spcBef>
              <a:spcAft>
                <a:spcPts val="0"/>
              </a:spcAft>
              <a:buNone/>
              <a:defRPr/>
            </a:pPr>
            <a:endParaRPr lang="zh-CN" altLang="en-US" sz="1400" spc="150" dirty="0">
              <a:solidFill>
                <a:srgbClr val="000000"/>
              </a:solidFill>
              <a:latin typeface="微软雅黑" panose="020B0503020204020204" pitchFamily="34" charset="-122"/>
              <a:ea typeface="微软雅黑" panose="020B0503020204020204" pitchFamily="34" charset="-122"/>
            </a:endParaRPr>
          </a:p>
          <a:p>
            <a:pPr marL="538163" lvl="3" indent="-261938" defTabSz="457200" eaLnBrk="1" hangingPunct="1">
              <a:lnSpc>
                <a:spcPct val="200000"/>
              </a:lnSpc>
              <a:spcAft>
                <a:spcPts val="1200"/>
              </a:spcAft>
              <a:buFont typeface="Wingdings" panose="05000000000000000000" pitchFamily="2" charset="2"/>
              <a:buChar char="Ø"/>
              <a:defRPr/>
            </a:pPr>
            <a:endParaRPr lang="zh-CN" altLang="en-US" sz="1600" spc="150" dirty="0">
              <a:solidFill>
                <a:srgbClr val="000000"/>
              </a:solidFill>
              <a:latin typeface="微软雅黑" panose="020B0503020204020204" pitchFamily="34" charset="-122"/>
              <a:ea typeface="微软雅黑" panose="020B0503020204020204" pitchFamily="34" charset="-122"/>
            </a:endParaRPr>
          </a:p>
          <a:p>
            <a:pPr marL="285750" lvl="2" indent="-285750" defTabSz="457200" eaLnBrk="1" hangingPunct="1">
              <a:lnSpc>
                <a:spcPct val="200000"/>
              </a:lnSpc>
              <a:spcBef>
                <a:spcPct val="0"/>
              </a:spcBef>
              <a:buFont typeface="Wingdings" panose="05000000000000000000" pitchFamily="2" charset="2"/>
              <a:buChar char="u"/>
              <a:defRPr/>
            </a:pPr>
            <a:endParaRPr lang="en-US" altLang="zh-CN" sz="1800" spc="150" dirty="0">
              <a:solidFill>
                <a:srgbClr val="000000"/>
              </a:solidFill>
              <a:latin typeface="微软雅黑" panose="020B0503020204020204" pitchFamily="34" charset="-122"/>
              <a:ea typeface="微软雅黑" panose="020B0503020204020204" pitchFamily="34" charset="-122"/>
            </a:endParaRPr>
          </a:p>
          <a:p>
            <a:pPr marL="538163" lvl="3" indent="-261938" defTabSz="457200" eaLnBrk="1" hangingPunct="1">
              <a:lnSpc>
                <a:spcPct val="200000"/>
              </a:lnSpc>
              <a:spcAft>
                <a:spcPts val="600"/>
              </a:spcAft>
              <a:buFont typeface="Wingdings" panose="05000000000000000000" pitchFamily="2" charset="2"/>
              <a:buChar char="Ø"/>
            </a:pPr>
            <a:endParaRPr lang="en-US" altLang="zh-CN" sz="1600" spc="150" dirty="0">
              <a:solidFill>
                <a:srgbClr val="000000"/>
              </a:solidFill>
              <a:latin typeface="微软雅黑" panose="020B0503020204020204" pitchFamily="34" charset="-122"/>
              <a:ea typeface="微软雅黑" panose="020B0503020204020204" pitchFamily="34" charset="-122"/>
            </a:endParaRPr>
          </a:p>
          <a:p>
            <a:pPr marL="538163" lvl="3" indent="-261938" defTabSz="457200" eaLnBrk="1" hangingPunct="1">
              <a:lnSpc>
                <a:spcPct val="200000"/>
              </a:lnSpc>
              <a:spcAft>
                <a:spcPts val="600"/>
              </a:spcAft>
              <a:buFont typeface="Wingdings" panose="05000000000000000000" pitchFamily="2" charset="2"/>
              <a:buChar char="Ø"/>
            </a:pPr>
            <a:endParaRPr lang="zh-CN" altLang="en-US" sz="1600" spc="150" dirty="0">
              <a:solidFill>
                <a:srgbClr val="000000"/>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31DB1C2F-8FB1-42C8-9A6E-8AD5E0CE91C0}"/>
                  </a:ext>
                </a:extLst>
              </p:cNvPr>
              <p:cNvSpPr/>
              <p:nvPr/>
            </p:nvSpPr>
            <p:spPr>
              <a:xfrm>
                <a:off x="4146923" y="3527654"/>
                <a:ext cx="3019096" cy="374461"/>
              </a:xfrm>
              <a:prstGeom prst="rect">
                <a:avLst/>
              </a:prstGeom>
            </p:spPr>
            <p:txBody>
              <a:bodyPr wrap="none">
                <a:spAutoFit/>
              </a:bodyPr>
              <a:lstStyle/>
              <a:p>
                <a:pPr marL="536575" lvl="3" indent="52388" defTabSz="457200" eaLnBrk="1" hangingPunct="1">
                  <a:lnSpc>
                    <a:spcPts val="2200"/>
                  </a:lnSpc>
                  <a:spcBef>
                    <a:spcPct val="40000"/>
                  </a:spcBef>
                  <a:spcAft>
                    <a:spcPts val="2800"/>
                  </a:spcAft>
                  <a:buNone/>
                  <a:defRPr/>
                </a:pPr>
                <a:r>
                  <a:rPr lang="es-ES" altLang="zh-CN" sz="1600" spc="150" dirty="0">
                    <a:solidFill>
                      <a:srgbClr val="000000"/>
                    </a:solidFill>
                    <a:latin typeface="微软雅黑" panose="020B0503020204020204" pitchFamily="34" charset="-122"/>
                    <a:ea typeface="微软雅黑" panose="020B0503020204020204" pitchFamily="34" charset="-122"/>
                  </a:rPr>
                  <a:t>X</a:t>
                </a:r>
                <a14:m>
                  <m:oMath xmlns:m="http://schemas.openxmlformats.org/officeDocument/2006/math">
                    <m:r>
                      <a:rPr lang="es-ES" altLang="zh-CN" sz="1600" i="1" spc="150" dirty="0" smtClean="0">
                        <a:solidFill>
                          <a:srgbClr val="000000"/>
                        </a:solidFill>
                        <a:latin typeface="Cambria Math" panose="02040503050406030204" pitchFamily="18" charset="0"/>
                        <a:ea typeface="Cambria Math" panose="02040503050406030204" pitchFamily="18" charset="0"/>
                      </a:rPr>
                      <m:t>≻</m:t>
                    </m:r>
                  </m:oMath>
                </a14:m>
                <a:r>
                  <a:rPr lang="es-ES" altLang="zh-CN" sz="1600" spc="150" dirty="0">
                    <a:solidFill>
                      <a:srgbClr val="000000"/>
                    </a:solidFill>
                    <a:latin typeface="微软雅黑" panose="020B0503020204020204" pitchFamily="34" charset="-122"/>
                    <a:ea typeface="微软雅黑" panose="020B0503020204020204" pitchFamily="34" charset="-122"/>
                  </a:rPr>
                  <a:t>Y</a:t>
                </a:r>
                <a:r>
                  <a:rPr lang="zh-CN" altLang="en-US" sz="1600" spc="150" dirty="0">
                    <a:solidFill>
                      <a:srgbClr val="000000"/>
                    </a:solidFill>
                    <a:latin typeface="微软雅黑" panose="020B0503020204020204" pitchFamily="34" charset="-122"/>
                    <a:ea typeface="微软雅黑" panose="020B0503020204020204" pitchFamily="34" charset="-122"/>
                  </a:rPr>
                  <a:t> ←→ </a:t>
                </a:r>
                <a:r>
                  <a:rPr lang="es-ES" altLang="zh-CN" sz="1600" spc="150" dirty="0">
                    <a:solidFill>
                      <a:srgbClr val="000000"/>
                    </a:solidFill>
                    <a:latin typeface="微软雅黑" panose="020B0503020204020204" pitchFamily="34" charset="-122"/>
                    <a:ea typeface="微软雅黑" panose="020B0503020204020204" pitchFamily="34" charset="-122"/>
                  </a:rPr>
                  <a:t>U(X)&gt;U(Y)</a:t>
                </a:r>
              </a:p>
            </p:txBody>
          </p:sp>
        </mc:Choice>
        <mc:Fallback xmlns="">
          <p:sp>
            <p:nvSpPr>
              <p:cNvPr id="2" name="矩形 1">
                <a:extLst>
                  <a:ext uri="{FF2B5EF4-FFF2-40B4-BE49-F238E27FC236}">
                    <a16:creationId xmlns:a16="http://schemas.microsoft.com/office/drawing/2014/main" id="{31DB1C2F-8FB1-42C8-9A6E-8AD5E0CE91C0}"/>
                  </a:ext>
                </a:extLst>
              </p:cNvPr>
              <p:cNvSpPr>
                <a:spLocks noRot="1" noChangeAspect="1" noMove="1" noResize="1" noEditPoints="1" noAdjustHandles="1" noChangeArrowheads="1" noChangeShapeType="1" noTextEdit="1"/>
              </p:cNvSpPr>
              <p:nvPr/>
            </p:nvSpPr>
            <p:spPr>
              <a:xfrm>
                <a:off x="4146923" y="3527654"/>
                <a:ext cx="3019096" cy="374461"/>
              </a:xfrm>
              <a:prstGeom prst="rect">
                <a:avLst/>
              </a:prstGeom>
              <a:blipFill>
                <a:blip r:embed="rId4"/>
                <a:stretch>
                  <a:fillRect t="-1639" b="-14754"/>
                </a:stretch>
              </a:blipFill>
            </p:spPr>
            <p:txBody>
              <a:bodyPr/>
              <a:lstStyle/>
              <a:p>
                <a:r>
                  <a:rPr lang="zh-CN" altLang="en-US">
                    <a:noFill/>
                  </a:rPr>
                  <a:t> </a:t>
                </a:r>
              </a:p>
            </p:txBody>
          </p:sp>
        </mc:Fallback>
      </mc:AlternateContent>
      <p:sp>
        <p:nvSpPr>
          <p:cNvPr id="9" name="矩形 8">
            <a:extLst>
              <a:ext uri="{FF2B5EF4-FFF2-40B4-BE49-F238E27FC236}">
                <a16:creationId xmlns:a16="http://schemas.microsoft.com/office/drawing/2014/main" id="{76FD4AAD-3BDC-4BA4-AA2D-07AEC4947710}"/>
              </a:ext>
            </a:extLst>
          </p:cNvPr>
          <p:cNvSpPr/>
          <p:nvPr/>
        </p:nvSpPr>
        <p:spPr>
          <a:xfrm>
            <a:off x="6593747" y="0"/>
            <a:ext cx="2550253" cy="369332"/>
          </a:xfrm>
          <a:prstGeom prst="rect">
            <a:avLst/>
          </a:prstGeom>
        </p:spPr>
        <p:txBody>
          <a:bodyPr wrap="squar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 第二节  </a:t>
            </a:r>
            <a:r>
              <a:rPr lang="zh-CN" altLang="en-US" spc="150" dirty="0">
                <a:latin typeface="微软雅黑" panose="020B0503020204020204" pitchFamily="34" charset="-122"/>
                <a:ea typeface="微软雅黑" panose="020B0503020204020204" pitchFamily="34" charset="-122"/>
              </a:rPr>
              <a:t>无差异曲线</a:t>
            </a:r>
            <a:endParaRPr lang="zh-CN" altLang="en-US" spc="150" dirty="0">
              <a:solidFill>
                <a:srgbClr val="000000"/>
              </a:solidFill>
              <a:latin typeface="微软雅黑" panose="020B0503020204020204" pitchFamily="34" charset="-122"/>
              <a:ea typeface="微软雅黑" panose="020B0503020204020204" pitchFamily="34" charset="-122"/>
            </a:endParaRPr>
          </a:p>
        </p:txBody>
      </p:sp>
      <p:sp>
        <p:nvSpPr>
          <p:cNvPr id="10" name="矩形 9">
            <a:extLst>
              <a:ext uri="{FF2B5EF4-FFF2-40B4-BE49-F238E27FC236}">
                <a16:creationId xmlns:a16="http://schemas.microsoft.com/office/drawing/2014/main" id="{929FE1C0-5EC6-46B9-8095-DFA61693EA6C}"/>
              </a:ext>
            </a:extLst>
          </p:cNvPr>
          <p:cNvSpPr/>
          <p:nvPr/>
        </p:nvSpPr>
        <p:spPr>
          <a:xfrm>
            <a:off x="467544" y="548680"/>
            <a:ext cx="2473754"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一、偏好和选择</a:t>
            </a:r>
          </a:p>
        </p:txBody>
      </p:sp>
      <p:pic>
        <p:nvPicPr>
          <p:cNvPr id="7" name="图片 6">
            <a:extLst>
              <a:ext uri="{FF2B5EF4-FFF2-40B4-BE49-F238E27FC236}">
                <a16:creationId xmlns:a16="http://schemas.microsoft.com/office/drawing/2014/main" id="{B01336F1-718D-49F7-8EFC-82362B67E4F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86133" y="2267931"/>
            <a:ext cx="2852204" cy="3139428"/>
          </a:xfrm>
          <a:prstGeom prst="rect">
            <a:avLst/>
          </a:prstGeom>
        </p:spPr>
      </p:pic>
      <p:grpSp>
        <p:nvGrpSpPr>
          <p:cNvPr id="8" name="组合 7">
            <a:extLst>
              <a:ext uri="{FF2B5EF4-FFF2-40B4-BE49-F238E27FC236}">
                <a16:creationId xmlns:a16="http://schemas.microsoft.com/office/drawing/2014/main" id="{BFEE468A-2D8E-4C6F-95AE-2A82FF86A75E}"/>
              </a:ext>
            </a:extLst>
          </p:cNvPr>
          <p:cNvGrpSpPr/>
          <p:nvPr/>
        </p:nvGrpSpPr>
        <p:grpSpPr>
          <a:xfrm>
            <a:off x="467544" y="1213829"/>
            <a:ext cx="2348227" cy="461665"/>
            <a:chOff x="467544" y="1161144"/>
            <a:chExt cx="3806023" cy="659493"/>
          </a:xfrm>
        </p:grpSpPr>
        <p:sp>
          <p:nvSpPr>
            <p:cNvPr id="12" name="MH_Text_1">
              <a:extLst>
                <a:ext uri="{FF2B5EF4-FFF2-40B4-BE49-F238E27FC236}">
                  <a16:creationId xmlns:a16="http://schemas.microsoft.com/office/drawing/2014/main" id="{6D2B0BFE-DE53-43E9-9824-64BE5B08FC56}"/>
                </a:ext>
              </a:extLst>
            </p:cNvPr>
            <p:cNvSpPr/>
            <p:nvPr>
              <p:custDataLst>
                <p:tags r:id="rId1"/>
              </p:custDataLst>
            </p:nvPr>
          </p:nvSpPr>
          <p:spPr bwMode="auto">
            <a:xfrm>
              <a:off x="467544" y="1161144"/>
              <a:ext cx="3806023" cy="659493"/>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algn="ctr">
                <a:defRPr/>
              </a:pPr>
              <a:r>
                <a:rPr lang="zh-CN" altLang="en-US" sz="2000" spc="150" dirty="0">
                  <a:solidFill>
                    <a:srgbClr val="000000"/>
                  </a:solidFill>
                  <a:latin typeface="微软雅黑" panose="020B0503020204020204" pitchFamily="34" charset="-122"/>
                  <a:ea typeface="微软雅黑" panose="020B0503020204020204" pitchFamily="34" charset="-122"/>
                </a:rPr>
                <a:t>偏好</a:t>
              </a:r>
            </a:p>
          </p:txBody>
        </p:sp>
        <p:sp>
          <p:nvSpPr>
            <p:cNvPr id="13" name="MH_Other_2">
              <a:extLst>
                <a:ext uri="{FF2B5EF4-FFF2-40B4-BE49-F238E27FC236}">
                  <a16:creationId xmlns:a16="http://schemas.microsoft.com/office/drawing/2014/main" id="{8B9DB3DE-3152-46B2-92EF-1F1BD3A62EC2}"/>
                </a:ext>
              </a:extLst>
            </p:cNvPr>
            <p:cNvSpPr/>
            <p:nvPr>
              <p:custDataLst>
                <p:tags r:id="rId2"/>
              </p:custDataLst>
            </p:nvPr>
          </p:nvSpPr>
          <p:spPr bwMode="auto">
            <a:xfrm rot="10800000">
              <a:off x="4004344" y="1240922"/>
              <a:ext cx="189743" cy="162838"/>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
        <p:nvSpPr>
          <p:cNvPr id="3" name="标注: 线形 2">
            <a:extLst>
              <a:ext uri="{FF2B5EF4-FFF2-40B4-BE49-F238E27FC236}">
                <a16:creationId xmlns:a16="http://schemas.microsoft.com/office/drawing/2014/main" id="{DC60EE7A-BA62-463A-BF00-3CFAC10A6882}"/>
              </a:ext>
            </a:extLst>
          </p:cNvPr>
          <p:cNvSpPr/>
          <p:nvPr/>
        </p:nvSpPr>
        <p:spPr bwMode="auto">
          <a:xfrm>
            <a:off x="4838006" y="659527"/>
            <a:ext cx="3735187" cy="1015967"/>
          </a:xfrm>
          <a:prstGeom prst="borderCallout1">
            <a:avLst>
              <a:gd name="adj1" fmla="val 18750"/>
              <a:gd name="adj2" fmla="val -8333"/>
              <a:gd name="adj3" fmla="val 72040"/>
              <a:gd name="adj4" fmla="val -22685"/>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每一个消费者拥有一个特定的偏好，消费者基于各自偏好对商品及商品组合所带来的满足程度进行排序。</a:t>
            </a:r>
          </a:p>
        </p:txBody>
      </p:sp>
    </p:spTree>
    <p:extLst>
      <p:ext uri="{BB962C8B-B14F-4D97-AF65-F5344CB8AC3E}">
        <p14:creationId xmlns:p14="http://schemas.microsoft.com/office/powerpoint/2010/main" val="4047120700"/>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arn(inVertic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randombar(horizontal)">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7170">
                                            <p:txEl>
                                              <p:pRg st="0" end="0"/>
                                            </p:txEl>
                                          </p:spTgt>
                                        </p:tgtEl>
                                        <p:attrNameLst>
                                          <p:attrName>style.visibility</p:attrName>
                                        </p:attrNameLst>
                                      </p:cBhvr>
                                      <p:to>
                                        <p:strVal val="visible"/>
                                      </p:to>
                                    </p:set>
                                    <p:animEffect transition="in" filter="strips(downRight)">
                                      <p:cBhvr>
                                        <p:cTn id="22" dur="500"/>
                                        <p:tgtEl>
                                          <p:spTgt spid="7170">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fade">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6" fill="hold" grpId="0" nodeType="clickEffect">
                                  <p:stCondLst>
                                    <p:cond delay="0"/>
                                  </p:stCondLst>
                                  <p:childTnLst>
                                    <p:set>
                                      <p:cBhvr>
                                        <p:cTn id="31" dur="1" fill="hold">
                                          <p:stCondLst>
                                            <p:cond delay="0"/>
                                          </p:stCondLst>
                                        </p:cTn>
                                        <p:tgtEl>
                                          <p:spTgt spid="7170">
                                            <p:txEl>
                                              <p:pRg st="1" end="1"/>
                                            </p:txEl>
                                          </p:spTgt>
                                        </p:tgtEl>
                                        <p:attrNameLst>
                                          <p:attrName>style.visibility</p:attrName>
                                        </p:attrNameLst>
                                      </p:cBhvr>
                                      <p:to>
                                        <p:strVal val="visible"/>
                                      </p:to>
                                    </p:set>
                                    <p:animEffect transition="in" filter="strips(downRight)">
                                      <p:cBhvr>
                                        <p:cTn id="32" dur="500"/>
                                        <p:tgtEl>
                                          <p:spTgt spid="717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uiExpand="1" build="p" autoUpdateAnimBg="0"/>
      <p:bldP spid="2" grpId="0"/>
      <p:bldP spid="10"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3"/>
          <p:cNvSpPr>
            <a:spLocks noGrp="1" noChangeArrowheads="1"/>
          </p:cNvSpPr>
          <p:nvPr>
            <p:ph type="body" idx="4294967295"/>
          </p:nvPr>
        </p:nvSpPr>
        <p:spPr>
          <a:xfrm>
            <a:off x="882935" y="1852971"/>
            <a:ext cx="7403526" cy="1890061"/>
          </a:xfrm>
        </p:spPr>
        <p:txBody>
          <a:bodyPr/>
          <a:lstStyle/>
          <a:p>
            <a:pPr marL="538163" lvl="3" indent="-261938" defTabSz="457200" eaLnBrk="1" hangingPunct="1">
              <a:lnSpc>
                <a:spcPts val="2600"/>
              </a:lnSpc>
              <a:spcAft>
                <a:spcPts val="1400"/>
              </a:spcAft>
              <a:buFont typeface="Wingdings" panose="05000000000000000000" pitchFamily="2" charset="2"/>
              <a:buChar char="Ø"/>
              <a:defRPr/>
            </a:pPr>
            <a:r>
              <a:rPr lang="zh-CN" altLang="en-US" sz="1800" spc="150" dirty="0">
                <a:solidFill>
                  <a:srgbClr val="000000"/>
                </a:solidFill>
                <a:latin typeface="微软雅黑" panose="020B0503020204020204" pitchFamily="34" charset="-122"/>
                <a:ea typeface="微软雅黑" panose="020B0503020204020204" pitchFamily="34" charset="-122"/>
              </a:rPr>
              <a:t>假设</a:t>
            </a:r>
            <a:r>
              <a:rPr lang="en-US" altLang="zh-CN" sz="1800" spc="150" dirty="0">
                <a:solidFill>
                  <a:srgbClr val="000000"/>
                </a:solidFill>
                <a:latin typeface="微软雅黑" panose="020B0503020204020204" pitchFamily="34" charset="-122"/>
                <a:ea typeface="微软雅黑" panose="020B0503020204020204" pitchFamily="34" charset="-122"/>
              </a:rPr>
              <a:t>1</a:t>
            </a:r>
            <a:r>
              <a:rPr lang="zh-CN" altLang="en-US" sz="1800" spc="150" dirty="0">
                <a:solidFill>
                  <a:srgbClr val="000000"/>
                </a:solidFill>
                <a:latin typeface="微软雅黑" panose="020B0503020204020204" pitchFamily="34" charset="-122"/>
                <a:ea typeface="微软雅黑" panose="020B0503020204020204" pitchFamily="34" charset="-122"/>
              </a:rPr>
              <a:t>：可排序性</a:t>
            </a:r>
            <a:endParaRPr lang="en-US" altLang="zh-CN" sz="1800" spc="150" dirty="0">
              <a:solidFill>
                <a:srgbClr val="000000"/>
              </a:solidFill>
              <a:latin typeface="微软雅黑" panose="020B0503020204020204" pitchFamily="34" charset="-122"/>
              <a:ea typeface="微软雅黑" panose="020B0503020204020204" pitchFamily="34" charset="-122"/>
            </a:endParaRPr>
          </a:p>
          <a:p>
            <a:pPr marL="538163" lvl="3" indent="-261938" defTabSz="457200" eaLnBrk="1" hangingPunct="1">
              <a:lnSpc>
                <a:spcPts val="2600"/>
              </a:lnSpc>
              <a:spcAft>
                <a:spcPts val="1800"/>
              </a:spcAft>
              <a:buFont typeface="Wingdings" panose="05000000000000000000" pitchFamily="2" charset="2"/>
              <a:buChar char="Ø"/>
              <a:defRPr/>
            </a:pPr>
            <a:endParaRPr lang="zh-CN" altLang="en-US" sz="1600" spc="150" dirty="0">
              <a:solidFill>
                <a:srgbClr val="000000"/>
              </a:solidFill>
              <a:latin typeface="微软雅黑" panose="020B0503020204020204" pitchFamily="34" charset="-122"/>
              <a:ea typeface="微软雅黑" panose="020B0503020204020204" pitchFamily="34" charset="-122"/>
            </a:endParaRPr>
          </a:p>
          <a:p>
            <a:pPr marL="538163" lvl="3" indent="-261938" defTabSz="457200" eaLnBrk="1" hangingPunct="1">
              <a:lnSpc>
                <a:spcPts val="2600"/>
              </a:lnSpc>
              <a:spcBef>
                <a:spcPts val="400"/>
              </a:spcBef>
              <a:spcAft>
                <a:spcPts val="600"/>
              </a:spcAft>
              <a:buFont typeface="Wingdings" panose="05000000000000000000" pitchFamily="2" charset="2"/>
              <a:buChar char="Ø"/>
              <a:defRPr/>
            </a:pPr>
            <a:r>
              <a:rPr lang="zh-CN" altLang="en-US" sz="1800" spc="150" dirty="0">
                <a:solidFill>
                  <a:srgbClr val="000000"/>
                </a:solidFill>
                <a:latin typeface="微软雅黑" panose="020B0503020204020204" pitchFamily="34" charset="-122"/>
                <a:ea typeface="微软雅黑" panose="020B0503020204020204" pitchFamily="34" charset="-122"/>
              </a:rPr>
              <a:t>假设</a:t>
            </a:r>
            <a:r>
              <a:rPr lang="en-US" altLang="zh-CN" sz="1800" spc="150" dirty="0">
                <a:solidFill>
                  <a:srgbClr val="000000"/>
                </a:solidFill>
                <a:latin typeface="微软雅黑" panose="020B0503020204020204" pitchFamily="34" charset="-122"/>
                <a:ea typeface="微软雅黑" panose="020B0503020204020204" pitchFamily="34" charset="-122"/>
              </a:rPr>
              <a:t>2</a:t>
            </a:r>
            <a:r>
              <a:rPr lang="zh-CN" altLang="en-US" sz="1800" spc="150" dirty="0">
                <a:solidFill>
                  <a:srgbClr val="000000"/>
                </a:solidFill>
                <a:latin typeface="微软雅黑" panose="020B0503020204020204" pitchFamily="34" charset="-122"/>
                <a:ea typeface="微软雅黑" panose="020B0503020204020204" pitchFamily="34" charset="-122"/>
              </a:rPr>
              <a:t>：传递性</a:t>
            </a:r>
          </a:p>
          <a:p>
            <a:pPr marL="538163" lvl="3" indent="-261938" defTabSz="457200" eaLnBrk="1" hangingPunct="1">
              <a:lnSpc>
                <a:spcPts val="2600"/>
              </a:lnSpc>
              <a:spcAft>
                <a:spcPts val="600"/>
              </a:spcAft>
              <a:buFont typeface="Wingdings" panose="05000000000000000000" pitchFamily="2" charset="2"/>
              <a:buChar char="Ø"/>
            </a:pPr>
            <a:endParaRPr lang="zh-CN" altLang="en-US" sz="1600" spc="150" dirty="0">
              <a:solidFill>
                <a:srgbClr val="000000"/>
              </a:solidFill>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0E388E68-DA27-402E-8197-FD18807CE2C7}"/>
              </a:ext>
            </a:extLst>
          </p:cNvPr>
          <p:cNvSpPr/>
          <p:nvPr/>
        </p:nvSpPr>
        <p:spPr>
          <a:xfrm>
            <a:off x="882933" y="2250200"/>
            <a:ext cx="7109911" cy="628762"/>
          </a:xfrm>
          <a:prstGeom prst="rect">
            <a:avLst/>
          </a:prstGeom>
        </p:spPr>
        <p:txBody>
          <a:bodyPr wrap="square">
            <a:spAutoFit/>
          </a:bodyPr>
          <a:lstStyle/>
          <a:p>
            <a:pPr marL="763588" lvl="3" indent="-227013" defTabSz="457200">
              <a:lnSpc>
                <a:spcPts val="2200"/>
              </a:lnSpc>
              <a:spcBef>
                <a:spcPct val="40000"/>
              </a:spcBef>
              <a:spcAft>
                <a:spcPts val="600"/>
              </a:spcAft>
              <a:buFont typeface="Arial" panose="020B0604020202020204" pitchFamily="34" charset="0"/>
              <a:buChar char="•"/>
              <a:defRPr/>
            </a:pPr>
            <a:r>
              <a:rPr lang="zh-CN" altLang="en-US" sz="1400" spc="150" dirty="0">
                <a:solidFill>
                  <a:srgbClr val="000000"/>
                </a:solidFill>
                <a:latin typeface="微软雅黑" panose="020B0503020204020204" pitchFamily="34" charset="-122"/>
                <a:ea typeface="微软雅黑" panose="020B0503020204020204" pitchFamily="34" charset="-122"/>
              </a:rPr>
              <a:t>可排序性：对于任意两个商品组合</a:t>
            </a:r>
            <a:r>
              <a:rPr lang="en-US" altLang="zh-CN" sz="1400" spc="150" dirty="0">
                <a:solidFill>
                  <a:srgbClr val="000000"/>
                </a:solidFill>
                <a:latin typeface="微软雅黑" panose="020B0503020204020204" pitchFamily="34" charset="-122"/>
                <a:ea typeface="微软雅黑" panose="020B0503020204020204" pitchFamily="34" charset="-122"/>
              </a:rPr>
              <a:t>A</a:t>
            </a:r>
            <a:r>
              <a:rPr lang="zh-CN" altLang="en-US" sz="1400" spc="150" dirty="0">
                <a:solidFill>
                  <a:srgbClr val="000000"/>
                </a:solidFill>
                <a:latin typeface="微软雅黑" panose="020B0503020204020204" pitchFamily="34" charset="-122"/>
                <a:ea typeface="微软雅黑" panose="020B0503020204020204" pitchFamily="34" charset="-122"/>
              </a:rPr>
              <a:t>和</a:t>
            </a:r>
            <a:r>
              <a:rPr lang="en-US" altLang="zh-CN" sz="1400" spc="150" dirty="0">
                <a:solidFill>
                  <a:srgbClr val="000000"/>
                </a:solidFill>
                <a:latin typeface="微软雅黑" panose="020B0503020204020204" pitchFamily="34" charset="-122"/>
                <a:ea typeface="微软雅黑" panose="020B0503020204020204" pitchFamily="34" charset="-122"/>
              </a:rPr>
              <a:t>B</a:t>
            </a:r>
            <a:r>
              <a:rPr lang="zh-CN" altLang="en-US" sz="1400" spc="150" dirty="0">
                <a:solidFill>
                  <a:srgbClr val="000000"/>
                </a:solidFill>
                <a:latin typeface="微软雅黑" panose="020B0503020204020204" pitchFamily="34" charset="-122"/>
                <a:ea typeface="微软雅黑" panose="020B0503020204020204" pitchFamily="34" charset="-122"/>
              </a:rPr>
              <a:t>，消费者一定会形成自己的偏好顺序（所谓完备性），要么</a:t>
            </a:r>
            <a:r>
              <a:rPr lang="en-US" altLang="zh-CN" sz="1400" spc="150" dirty="0">
                <a:solidFill>
                  <a:srgbClr val="000000"/>
                </a:solidFill>
                <a:latin typeface="微软雅黑" panose="020B0503020204020204" pitchFamily="34" charset="-122"/>
                <a:ea typeface="微软雅黑" panose="020B0503020204020204" pitchFamily="34" charset="-122"/>
              </a:rPr>
              <a:t>A</a:t>
            </a:r>
            <a:r>
              <a:rPr lang="zh-CN" altLang="en-US" sz="1400" spc="150" dirty="0">
                <a:solidFill>
                  <a:srgbClr val="000000"/>
                </a:solidFill>
                <a:latin typeface="微软雅黑" panose="020B0503020204020204" pitchFamily="34" charset="-122"/>
                <a:ea typeface="微软雅黑" panose="020B0503020204020204" pitchFamily="34" charset="-122"/>
              </a:rPr>
              <a:t>优于</a:t>
            </a:r>
            <a:r>
              <a:rPr lang="en-US" altLang="zh-CN" sz="1400" spc="150" dirty="0">
                <a:solidFill>
                  <a:srgbClr val="000000"/>
                </a:solidFill>
                <a:latin typeface="微软雅黑" panose="020B0503020204020204" pitchFamily="34" charset="-122"/>
                <a:ea typeface="微软雅黑" panose="020B0503020204020204" pitchFamily="34" charset="-122"/>
              </a:rPr>
              <a:t>B</a:t>
            </a:r>
            <a:r>
              <a:rPr lang="zh-CN" altLang="en-US" sz="1400" spc="150" dirty="0">
                <a:solidFill>
                  <a:srgbClr val="000000"/>
                </a:solidFill>
                <a:latin typeface="微软雅黑" panose="020B0503020204020204" pitchFamily="34" charset="-122"/>
                <a:ea typeface="微软雅黑" panose="020B0503020204020204" pitchFamily="34" charset="-122"/>
              </a:rPr>
              <a:t>，要么</a:t>
            </a:r>
            <a:r>
              <a:rPr lang="en-US" altLang="zh-CN" sz="1400" spc="150" dirty="0">
                <a:solidFill>
                  <a:srgbClr val="000000"/>
                </a:solidFill>
                <a:latin typeface="微软雅黑" panose="020B0503020204020204" pitchFamily="34" charset="-122"/>
                <a:ea typeface="微软雅黑" panose="020B0503020204020204" pitchFamily="34" charset="-122"/>
              </a:rPr>
              <a:t>B</a:t>
            </a:r>
            <a:r>
              <a:rPr lang="zh-CN" altLang="en-US" sz="1400" spc="150" dirty="0">
                <a:solidFill>
                  <a:srgbClr val="000000"/>
                </a:solidFill>
                <a:latin typeface="微软雅黑" panose="020B0503020204020204" pitchFamily="34" charset="-122"/>
                <a:ea typeface="微软雅黑" panose="020B0503020204020204" pitchFamily="34" charset="-122"/>
              </a:rPr>
              <a:t>优于</a:t>
            </a:r>
            <a:r>
              <a:rPr lang="en-US" altLang="zh-CN" sz="1400" spc="150" dirty="0">
                <a:solidFill>
                  <a:srgbClr val="000000"/>
                </a:solidFill>
                <a:latin typeface="微软雅黑" panose="020B0503020204020204" pitchFamily="34" charset="-122"/>
                <a:ea typeface="微软雅黑" panose="020B0503020204020204" pitchFamily="34" charset="-122"/>
              </a:rPr>
              <a:t>A</a:t>
            </a:r>
            <a:r>
              <a:rPr lang="zh-CN" altLang="en-US" sz="1400" spc="150" dirty="0">
                <a:solidFill>
                  <a:srgbClr val="000000"/>
                </a:solidFill>
                <a:latin typeface="微软雅黑" panose="020B0503020204020204" pitchFamily="34" charset="-122"/>
                <a:ea typeface="微软雅黑" panose="020B0503020204020204" pitchFamily="34" charset="-122"/>
              </a:rPr>
              <a:t>，要么二者无差别。</a:t>
            </a:r>
            <a:endParaRPr lang="en-US" altLang="zh-CN" sz="1400" spc="150" dirty="0">
              <a:solidFill>
                <a:srgbClr val="000000"/>
              </a:solidFill>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869129F9-4CB4-4E08-9090-6E79ACB86519}"/>
              </a:ext>
            </a:extLst>
          </p:cNvPr>
          <p:cNvSpPr/>
          <p:nvPr/>
        </p:nvSpPr>
        <p:spPr>
          <a:xfrm>
            <a:off x="882933" y="3450542"/>
            <a:ext cx="7109911" cy="910890"/>
          </a:xfrm>
          <a:prstGeom prst="rect">
            <a:avLst/>
          </a:prstGeom>
        </p:spPr>
        <p:txBody>
          <a:bodyPr wrap="square">
            <a:spAutoFit/>
          </a:bodyPr>
          <a:lstStyle/>
          <a:p>
            <a:pPr marL="763588" lvl="3" indent="-227013" defTabSz="457200">
              <a:lnSpc>
                <a:spcPts val="2200"/>
              </a:lnSpc>
              <a:spcBef>
                <a:spcPct val="40000"/>
              </a:spcBef>
              <a:spcAft>
                <a:spcPts val="600"/>
              </a:spcAft>
              <a:buFont typeface="Arial" panose="020B0604020202020204" pitchFamily="34" charset="0"/>
              <a:buChar char="•"/>
              <a:defRPr/>
            </a:pPr>
            <a:r>
              <a:rPr lang="zh-CN" altLang="en-US" sz="1400" spc="150" dirty="0">
                <a:solidFill>
                  <a:srgbClr val="000000"/>
                </a:solidFill>
                <a:latin typeface="微软雅黑" panose="020B0503020204020204" pitchFamily="34" charset="-122"/>
                <a:ea typeface="微软雅黑" panose="020B0503020204020204" pitchFamily="34" charset="-122"/>
              </a:rPr>
              <a:t>传递性：对于任何三个商品组合</a:t>
            </a:r>
            <a:r>
              <a:rPr lang="en-US" altLang="zh-CN" sz="1400" spc="150" dirty="0">
                <a:solidFill>
                  <a:srgbClr val="000000"/>
                </a:solidFill>
                <a:latin typeface="微软雅黑" panose="020B0503020204020204" pitchFamily="34" charset="-122"/>
                <a:ea typeface="微软雅黑" panose="020B0503020204020204" pitchFamily="34" charset="-122"/>
              </a:rPr>
              <a:t>A</a:t>
            </a:r>
            <a:r>
              <a:rPr lang="zh-CN" altLang="en-US" sz="1400" spc="150" dirty="0">
                <a:solidFill>
                  <a:srgbClr val="000000"/>
                </a:solidFill>
                <a:latin typeface="微软雅黑" panose="020B0503020204020204" pitchFamily="34" charset="-122"/>
                <a:ea typeface="微软雅黑" panose="020B0503020204020204" pitchFamily="34" charset="-122"/>
              </a:rPr>
              <a:t>、</a:t>
            </a:r>
            <a:r>
              <a:rPr lang="en-US" altLang="zh-CN" sz="1400" spc="150" dirty="0">
                <a:solidFill>
                  <a:srgbClr val="000000"/>
                </a:solidFill>
                <a:latin typeface="微软雅黑" panose="020B0503020204020204" pitchFamily="34" charset="-122"/>
                <a:ea typeface="微软雅黑" panose="020B0503020204020204" pitchFamily="34" charset="-122"/>
              </a:rPr>
              <a:t>B</a:t>
            </a:r>
            <a:r>
              <a:rPr lang="zh-CN" altLang="en-US" sz="1400" spc="150" dirty="0">
                <a:solidFill>
                  <a:srgbClr val="000000"/>
                </a:solidFill>
                <a:latin typeface="微软雅黑" panose="020B0503020204020204" pitchFamily="34" charset="-122"/>
                <a:ea typeface="微软雅黑" panose="020B0503020204020204" pitchFamily="34" charset="-122"/>
              </a:rPr>
              <a:t>和</a:t>
            </a:r>
            <a:r>
              <a:rPr lang="en-US" altLang="zh-CN" sz="1400" spc="150" dirty="0">
                <a:solidFill>
                  <a:srgbClr val="000000"/>
                </a:solidFill>
                <a:latin typeface="微软雅黑" panose="020B0503020204020204" pitchFamily="34" charset="-122"/>
                <a:ea typeface="微软雅黑" panose="020B0503020204020204" pitchFamily="34" charset="-122"/>
              </a:rPr>
              <a:t>C</a:t>
            </a:r>
            <a:r>
              <a:rPr lang="zh-CN" altLang="en-US" sz="1400" spc="150" dirty="0">
                <a:solidFill>
                  <a:srgbClr val="000000"/>
                </a:solidFill>
                <a:latin typeface="微软雅黑" panose="020B0503020204020204" pitchFamily="34" charset="-122"/>
                <a:ea typeface="微软雅黑" panose="020B0503020204020204" pitchFamily="34" charset="-122"/>
              </a:rPr>
              <a:t>，如果消费者对</a:t>
            </a:r>
            <a:r>
              <a:rPr lang="en-US" altLang="zh-CN" sz="1400" spc="150" dirty="0">
                <a:solidFill>
                  <a:srgbClr val="000000"/>
                </a:solidFill>
                <a:latin typeface="微软雅黑" panose="020B0503020204020204" pitchFamily="34" charset="-122"/>
                <a:ea typeface="微软雅黑" panose="020B0503020204020204" pitchFamily="34" charset="-122"/>
              </a:rPr>
              <a:t>A</a:t>
            </a:r>
            <a:r>
              <a:rPr lang="zh-CN" altLang="en-US" sz="1400" spc="150" dirty="0">
                <a:solidFill>
                  <a:srgbClr val="000000"/>
                </a:solidFill>
                <a:latin typeface="微软雅黑" panose="020B0503020204020204" pitchFamily="34" charset="-122"/>
                <a:ea typeface="微软雅黑" panose="020B0503020204020204" pitchFamily="34" charset="-122"/>
              </a:rPr>
              <a:t>的偏好不低于</a:t>
            </a:r>
            <a:r>
              <a:rPr lang="en-US" altLang="zh-CN" sz="1400" spc="150" dirty="0">
                <a:solidFill>
                  <a:srgbClr val="000000"/>
                </a:solidFill>
                <a:latin typeface="微软雅黑" panose="020B0503020204020204" pitchFamily="34" charset="-122"/>
                <a:ea typeface="微软雅黑" panose="020B0503020204020204" pitchFamily="34" charset="-122"/>
              </a:rPr>
              <a:t>B</a:t>
            </a:r>
            <a:r>
              <a:rPr lang="zh-CN" altLang="en-US" sz="1400" spc="150" dirty="0">
                <a:solidFill>
                  <a:srgbClr val="000000"/>
                </a:solidFill>
                <a:latin typeface="微软雅黑" panose="020B0503020204020204" pitchFamily="34" charset="-122"/>
                <a:ea typeface="微软雅黑" panose="020B0503020204020204" pitchFamily="34" charset="-122"/>
              </a:rPr>
              <a:t>，对</a:t>
            </a:r>
            <a:r>
              <a:rPr lang="en-US" altLang="zh-CN" sz="1400" spc="150" dirty="0">
                <a:solidFill>
                  <a:srgbClr val="000000"/>
                </a:solidFill>
                <a:latin typeface="微软雅黑" panose="020B0503020204020204" pitchFamily="34" charset="-122"/>
                <a:ea typeface="微软雅黑" panose="020B0503020204020204" pitchFamily="34" charset="-122"/>
              </a:rPr>
              <a:t>B</a:t>
            </a:r>
            <a:r>
              <a:rPr lang="zh-CN" altLang="en-US" sz="1400" spc="150" dirty="0">
                <a:solidFill>
                  <a:srgbClr val="000000"/>
                </a:solidFill>
                <a:latin typeface="微软雅黑" panose="020B0503020204020204" pitchFamily="34" charset="-122"/>
                <a:ea typeface="微软雅黑" panose="020B0503020204020204" pitchFamily="34" charset="-122"/>
              </a:rPr>
              <a:t>的偏好又不低于</a:t>
            </a:r>
            <a:r>
              <a:rPr lang="en-US" altLang="zh-CN" sz="1400" spc="150" dirty="0">
                <a:solidFill>
                  <a:srgbClr val="000000"/>
                </a:solidFill>
                <a:latin typeface="微软雅黑" panose="020B0503020204020204" pitchFamily="34" charset="-122"/>
                <a:ea typeface="微软雅黑" panose="020B0503020204020204" pitchFamily="34" charset="-122"/>
              </a:rPr>
              <a:t>C</a:t>
            </a:r>
            <a:r>
              <a:rPr lang="zh-CN" altLang="en-US" sz="1400" spc="150" dirty="0">
                <a:solidFill>
                  <a:srgbClr val="000000"/>
                </a:solidFill>
                <a:latin typeface="微软雅黑" panose="020B0503020204020204" pitchFamily="34" charset="-122"/>
                <a:ea typeface="微软雅黑" panose="020B0503020204020204" pitchFamily="34" charset="-122"/>
              </a:rPr>
              <a:t>，那么，该消费者对</a:t>
            </a:r>
            <a:r>
              <a:rPr lang="en-US" altLang="zh-CN" sz="1400" spc="150" dirty="0">
                <a:solidFill>
                  <a:srgbClr val="000000"/>
                </a:solidFill>
                <a:latin typeface="微软雅黑" panose="020B0503020204020204" pitchFamily="34" charset="-122"/>
                <a:ea typeface="微软雅黑" panose="020B0503020204020204" pitchFamily="34" charset="-122"/>
              </a:rPr>
              <a:t>A</a:t>
            </a:r>
            <a:r>
              <a:rPr lang="zh-CN" altLang="en-US" sz="1400" spc="150" dirty="0">
                <a:solidFill>
                  <a:srgbClr val="000000"/>
                </a:solidFill>
                <a:latin typeface="微软雅黑" panose="020B0503020204020204" pitchFamily="34" charset="-122"/>
                <a:ea typeface="微软雅黑" panose="020B0503020204020204" pitchFamily="34" charset="-122"/>
              </a:rPr>
              <a:t>的偏好一定不低于</a:t>
            </a:r>
            <a:r>
              <a:rPr lang="en-US" altLang="zh-CN" sz="1400" spc="150" dirty="0">
                <a:solidFill>
                  <a:srgbClr val="000000"/>
                </a:solidFill>
                <a:latin typeface="微软雅黑" panose="020B0503020204020204" pitchFamily="34" charset="-122"/>
                <a:ea typeface="微软雅黑" panose="020B0503020204020204" pitchFamily="34" charset="-122"/>
              </a:rPr>
              <a:t>C</a:t>
            </a:r>
            <a:r>
              <a:rPr lang="zh-CN" altLang="en-US" sz="1400" spc="150" dirty="0">
                <a:solidFill>
                  <a:srgbClr val="000000"/>
                </a:solidFill>
                <a:latin typeface="微软雅黑" panose="020B0503020204020204" pitchFamily="34" charset="-122"/>
                <a:ea typeface="微软雅黑" panose="020B0503020204020204" pitchFamily="34" charset="-122"/>
              </a:rPr>
              <a:t>。（如果该假设不成立，则存在套利可能，见后页课件。</a:t>
            </a:r>
          </a:p>
        </p:txBody>
      </p:sp>
      <p:sp>
        <p:nvSpPr>
          <p:cNvPr id="6" name="矩形 5">
            <a:extLst>
              <a:ext uri="{FF2B5EF4-FFF2-40B4-BE49-F238E27FC236}">
                <a16:creationId xmlns:a16="http://schemas.microsoft.com/office/drawing/2014/main" id="{A509430D-055B-44CD-B41C-1924F76F69CA}"/>
              </a:ext>
            </a:extLst>
          </p:cNvPr>
          <p:cNvSpPr/>
          <p:nvPr/>
        </p:nvSpPr>
        <p:spPr>
          <a:xfrm>
            <a:off x="882935" y="4923105"/>
            <a:ext cx="7403526" cy="352789"/>
          </a:xfrm>
          <a:prstGeom prst="rect">
            <a:avLst/>
          </a:prstGeom>
        </p:spPr>
        <p:txBody>
          <a:bodyPr wrap="square">
            <a:spAutoFit/>
          </a:bodyPr>
          <a:lstStyle/>
          <a:p>
            <a:pPr marL="763588" lvl="3" indent="-227013" defTabSz="457200">
              <a:lnSpc>
                <a:spcPts val="2200"/>
              </a:lnSpc>
              <a:spcBef>
                <a:spcPct val="40000"/>
              </a:spcBef>
              <a:spcAft>
                <a:spcPts val="600"/>
              </a:spcAft>
              <a:buFont typeface="Arial" panose="020B0604020202020204" pitchFamily="34" charset="0"/>
              <a:buChar char="•"/>
              <a:defRPr/>
            </a:pPr>
            <a:r>
              <a:rPr lang="zh-CN" altLang="en-US" sz="1400" spc="150" dirty="0">
                <a:solidFill>
                  <a:srgbClr val="000000"/>
                </a:solidFill>
                <a:latin typeface="微软雅黑" panose="020B0503020204020204" pitchFamily="34" charset="-122"/>
                <a:ea typeface="微软雅黑" panose="020B0503020204020204" pitchFamily="34" charset="-122"/>
              </a:rPr>
              <a:t>在其他商品数量相同的条件下，消费者更偏好于数量大的商品组合</a:t>
            </a:r>
            <a:r>
              <a:rPr lang="zh-CN" altLang="en-US" sz="1600" spc="150" dirty="0">
                <a:solidFill>
                  <a:srgbClr val="000000"/>
                </a:solidFill>
                <a:latin typeface="微软雅黑" panose="020B0503020204020204" pitchFamily="34" charset="-122"/>
                <a:ea typeface="微软雅黑" panose="020B0503020204020204" pitchFamily="34" charset="-122"/>
              </a:rPr>
              <a:t>。</a:t>
            </a:r>
          </a:p>
        </p:txBody>
      </p:sp>
      <p:sp>
        <p:nvSpPr>
          <p:cNvPr id="7" name="矩形 6">
            <a:extLst>
              <a:ext uri="{FF2B5EF4-FFF2-40B4-BE49-F238E27FC236}">
                <a16:creationId xmlns:a16="http://schemas.microsoft.com/office/drawing/2014/main" id="{187A7FE0-51AD-4D1D-BED7-EA6555446C80}"/>
              </a:ext>
            </a:extLst>
          </p:cNvPr>
          <p:cNvSpPr/>
          <p:nvPr/>
        </p:nvSpPr>
        <p:spPr>
          <a:xfrm>
            <a:off x="882934" y="5733609"/>
            <a:ext cx="7485211" cy="507506"/>
          </a:xfrm>
          <a:prstGeom prst="rect">
            <a:avLst/>
          </a:prstGeom>
        </p:spPr>
        <p:txBody>
          <a:bodyPr wrap="square">
            <a:noAutofit/>
          </a:bodyPr>
          <a:lstStyle/>
          <a:p>
            <a:pPr marL="763588" lvl="3" indent="-227013" defTabSz="457200">
              <a:lnSpc>
                <a:spcPts val="2200"/>
              </a:lnSpc>
              <a:spcBef>
                <a:spcPct val="40000"/>
              </a:spcBef>
              <a:spcAft>
                <a:spcPts val="600"/>
              </a:spcAft>
              <a:buFont typeface="Arial" panose="020B0604020202020204" pitchFamily="34" charset="0"/>
              <a:buChar char="•"/>
              <a:defRPr/>
            </a:pPr>
            <a:r>
              <a:rPr lang="zh-CN" altLang="en-US" sz="1400" spc="150" dirty="0">
                <a:solidFill>
                  <a:srgbClr val="000000"/>
                </a:solidFill>
                <a:latin typeface="微软雅黑" panose="020B0503020204020204" pitchFamily="34" charset="-122"/>
                <a:ea typeface="微软雅黑" panose="020B0503020204020204" pitchFamily="34" charset="-122"/>
              </a:rPr>
              <a:t>消费者偏好多样性的产品组合。说明同等条件下，不同商品组合比只拥有一种商品要好。</a:t>
            </a:r>
          </a:p>
        </p:txBody>
      </p:sp>
      <p:sp>
        <p:nvSpPr>
          <p:cNvPr id="4" name="矩形 3">
            <a:extLst>
              <a:ext uri="{FF2B5EF4-FFF2-40B4-BE49-F238E27FC236}">
                <a16:creationId xmlns:a16="http://schemas.microsoft.com/office/drawing/2014/main" id="{555976EC-79CE-4CC1-AC1B-4CE6D28303B4}"/>
              </a:ext>
            </a:extLst>
          </p:cNvPr>
          <p:cNvSpPr/>
          <p:nvPr/>
        </p:nvSpPr>
        <p:spPr>
          <a:xfrm>
            <a:off x="852937" y="4420828"/>
            <a:ext cx="4572000" cy="397353"/>
          </a:xfrm>
          <a:prstGeom prst="rect">
            <a:avLst/>
          </a:prstGeom>
        </p:spPr>
        <p:txBody>
          <a:bodyPr>
            <a:spAutoFit/>
          </a:bodyPr>
          <a:lstStyle/>
          <a:p>
            <a:pPr marL="538163" lvl="3" indent="-261938" defTabSz="457200" eaLnBrk="1" hangingPunct="1">
              <a:lnSpc>
                <a:spcPts val="2600"/>
              </a:lnSpc>
              <a:spcAft>
                <a:spcPts val="1200"/>
              </a:spcAft>
              <a:buFont typeface="Wingdings" panose="05000000000000000000" pitchFamily="2" charset="2"/>
              <a:buChar char="Ø"/>
              <a:defRPr/>
            </a:pPr>
            <a:r>
              <a:rPr lang="zh-CN" altLang="en-US" spc="150" dirty="0">
                <a:solidFill>
                  <a:srgbClr val="000000"/>
                </a:solidFill>
                <a:latin typeface="微软雅黑" panose="020B0503020204020204" pitchFamily="34" charset="-122"/>
                <a:ea typeface="微软雅黑" panose="020B0503020204020204" pitchFamily="34" charset="-122"/>
              </a:rPr>
              <a:t>假设</a:t>
            </a:r>
            <a:r>
              <a:rPr lang="en-US" altLang="zh-CN" spc="150" dirty="0">
                <a:solidFill>
                  <a:srgbClr val="000000"/>
                </a:solidFill>
                <a:latin typeface="微软雅黑" panose="020B0503020204020204" pitchFamily="34" charset="-122"/>
                <a:ea typeface="微软雅黑" panose="020B0503020204020204" pitchFamily="34" charset="-122"/>
              </a:rPr>
              <a:t>3</a:t>
            </a:r>
            <a:r>
              <a:rPr lang="zh-CN" altLang="en-US" spc="150" dirty="0">
                <a:solidFill>
                  <a:srgbClr val="000000"/>
                </a:solidFill>
                <a:latin typeface="微软雅黑" panose="020B0503020204020204" pitchFamily="34" charset="-122"/>
                <a:ea typeface="微软雅黑" panose="020B0503020204020204" pitchFamily="34" charset="-122"/>
              </a:rPr>
              <a:t>：多比少好</a:t>
            </a:r>
            <a:endParaRPr lang="en-US" altLang="zh-CN" spc="150" dirty="0">
              <a:solidFill>
                <a:srgbClr val="000000"/>
              </a:solidFill>
              <a:latin typeface="微软雅黑" panose="020B0503020204020204" pitchFamily="34" charset="-122"/>
              <a:ea typeface="微软雅黑" panose="020B0503020204020204" pitchFamily="34" charset="-122"/>
            </a:endParaRPr>
          </a:p>
        </p:txBody>
      </p:sp>
      <p:sp>
        <p:nvSpPr>
          <p:cNvPr id="10" name="矩形 9">
            <a:extLst>
              <a:ext uri="{FF2B5EF4-FFF2-40B4-BE49-F238E27FC236}">
                <a16:creationId xmlns:a16="http://schemas.microsoft.com/office/drawing/2014/main" id="{F6CBDA88-67D1-41C8-9178-6D7E9EB753E5}"/>
              </a:ext>
            </a:extLst>
          </p:cNvPr>
          <p:cNvSpPr/>
          <p:nvPr/>
        </p:nvSpPr>
        <p:spPr>
          <a:xfrm>
            <a:off x="6593747" y="0"/>
            <a:ext cx="2550253" cy="369332"/>
          </a:xfrm>
          <a:prstGeom prst="rect">
            <a:avLst/>
          </a:prstGeom>
        </p:spPr>
        <p:txBody>
          <a:bodyPr wrap="squar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 第二节  </a:t>
            </a:r>
            <a:r>
              <a:rPr lang="zh-CN" altLang="en-US" spc="150" dirty="0">
                <a:latin typeface="微软雅黑" panose="020B0503020204020204" pitchFamily="34" charset="-122"/>
                <a:ea typeface="微软雅黑" panose="020B0503020204020204" pitchFamily="34" charset="-122"/>
              </a:rPr>
              <a:t>无差异曲线</a:t>
            </a:r>
            <a:endParaRPr lang="zh-CN" altLang="en-US" spc="150" dirty="0">
              <a:solidFill>
                <a:srgbClr val="000000"/>
              </a:solidFill>
              <a:latin typeface="微软雅黑" panose="020B0503020204020204" pitchFamily="34" charset="-122"/>
              <a:ea typeface="微软雅黑" panose="020B0503020204020204" pitchFamily="34" charset="-122"/>
            </a:endParaRPr>
          </a:p>
        </p:txBody>
      </p:sp>
      <p:sp>
        <p:nvSpPr>
          <p:cNvPr id="11" name="矩形 10">
            <a:extLst>
              <a:ext uri="{FF2B5EF4-FFF2-40B4-BE49-F238E27FC236}">
                <a16:creationId xmlns:a16="http://schemas.microsoft.com/office/drawing/2014/main" id="{3DA62029-0219-4117-90C4-DB48FACF9695}"/>
              </a:ext>
            </a:extLst>
          </p:cNvPr>
          <p:cNvSpPr/>
          <p:nvPr/>
        </p:nvSpPr>
        <p:spPr>
          <a:xfrm>
            <a:off x="467544" y="548680"/>
            <a:ext cx="2473754"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一、偏好和选择</a:t>
            </a:r>
          </a:p>
        </p:txBody>
      </p:sp>
      <p:sp>
        <p:nvSpPr>
          <p:cNvPr id="12" name="矩形 11">
            <a:extLst>
              <a:ext uri="{FF2B5EF4-FFF2-40B4-BE49-F238E27FC236}">
                <a16:creationId xmlns:a16="http://schemas.microsoft.com/office/drawing/2014/main" id="{555976EC-79CE-4CC1-AC1B-4CE6D28303B4}"/>
              </a:ext>
            </a:extLst>
          </p:cNvPr>
          <p:cNvSpPr/>
          <p:nvPr/>
        </p:nvSpPr>
        <p:spPr>
          <a:xfrm>
            <a:off x="882933" y="5297300"/>
            <a:ext cx="4572000" cy="397353"/>
          </a:xfrm>
          <a:prstGeom prst="rect">
            <a:avLst/>
          </a:prstGeom>
        </p:spPr>
        <p:txBody>
          <a:bodyPr>
            <a:spAutoFit/>
          </a:bodyPr>
          <a:lstStyle/>
          <a:p>
            <a:pPr marL="538163" lvl="3" indent="-261938" defTabSz="457200" eaLnBrk="1" hangingPunct="1">
              <a:lnSpc>
                <a:spcPts val="2600"/>
              </a:lnSpc>
              <a:spcAft>
                <a:spcPts val="600"/>
              </a:spcAft>
              <a:buFont typeface="Wingdings" panose="05000000000000000000" pitchFamily="2" charset="2"/>
              <a:buChar char="Ø"/>
              <a:defRPr/>
            </a:pPr>
            <a:r>
              <a:rPr lang="zh-CN" altLang="en-US" spc="150" dirty="0">
                <a:solidFill>
                  <a:srgbClr val="000000"/>
                </a:solidFill>
                <a:latin typeface="微软雅黑" panose="020B0503020204020204" pitchFamily="34" charset="-122"/>
                <a:ea typeface="微软雅黑" panose="020B0503020204020204" pitchFamily="34" charset="-122"/>
              </a:rPr>
              <a:t>假设</a:t>
            </a:r>
            <a:r>
              <a:rPr lang="en-US" altLang="zh-CN" spc="150" dirty="0">
                <a:solidFill>
                  <a:srgbClr val="000000"/>
                </a:solidFill>
                <a:latin typeface="微软雅黑" panose="020B0503020204020204" pitchFamily="34" charset="-122"/>
                <a:ea typeface="微软雅黑" panose="020B0503020204020204" pitchFamily="34" charset="-122"/>
              </a:rPr>
              <a:t>4</a:t>
            </a:r>
            <a:r>
              <a:rPr lang="zh-CN" altLang="en-US" spc="150" dirty="0">
                <a:solidFill>
                  <a:srgbClr val="000000"/>
                </a:solidFill>
                <a:latin typeface="微软雅黑" panose="020B0503020204020204" pitchFamily="34" charset="-122"/>
                <a:ea typeface="微软雅黑" panose="020B0503020204020204" pitchFamily="34" charset="-122"/>
              </a:rPr>
              <a:t>：偏好多样性</a:t>
            </a:r>
            <a:endParaRPr lang="en-US" altLang="zh-CN" spc="150" dirty="0">
              <a:solidFill>
                <a:srgbClr val="000000"/>
              </a:solidFill>
              <a:latin typeface="微软雅黑" panose="020B0503020204020204" pitchFamily="34" charset="-122"/>
              <a:ea typeface="微软雅黑" panose="020B0503020204020204" pitchFamily="34" charset="-122"/>
            </a:endParaRPr>
          </a:p>
        </p:txBody>
      </p:sp>
      <p:grpSp>
        <p:nvGrpSpPr>
          <p:cNvPr id="5" name="组合 4">
            <a:extLst>
              <a:ext uri="{FF2B5EF4-FFF2-40B4-BE49-F238E27FC236}">
                <a16:creationId xmlns:a16="http://schemas.microsoft.com/office/drawing/2014/main" id="{3EEB050F-52ED-4009-B412-75BAA3D9ABDB}"/>
              </a:ext>
            </a:extLst>
          </p:cNvPr>
          <p:cNvGrpSpPr/>
          <p:nvPr/>
        </p:nvGrpSpPr>
        <p:grpSpPr>
          <a:xfrm>
            <a:off x="467543" y="1161144"/>
            <a:ext cx="4957394" cy="659493"/>
            <a:chOff x="467543" y="1161144"/>
            <a:chExt cx="4452799" cy="659493"/>
          </a:xfrm>
        </p:grpSpPr>
        <p:sp>
          <p:nvSpPr>
            <p:cNvPr id="14" name="MH_Text_1">
              <a:extLst>
                <a:ext uri="{FF2B5EF4-FFF2-40B4-BE49-F238E27FC236}">
                  <a16:creationId xmlns:a16="http://schemas.microsoft.com/office/drawing/2014/main" id="{D1C04C25-D194-451F-94E5-C9F438C32C22}"/>
                </a:ext>
              </a:extLst>
            </p:cNvPr>
            <p:cNvSpPr/>
            <p:nvPr>
              <p:custDataLst>
                <p:tags r:id="rId1"/>
              </p:custDataLst>
            </p:nvPr>
          </p:nvSpPr>
          <p:spPr bwMode="auto">
            <a:xfrm>
              <a:off x="467543" y="1161144"/>
              <a:ext cx="4452799" cy="659493"/>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algn="ctr">
                <a:defRPr/>
              </a:pPr>
              <a:r>
                <a:rPr lang="zh-CN" altLang="en-US" sz="2000" spc="150" dirty="0">
                  <a:solidFill>
                    <a:srgbClr val="000000"/>
                  </a:solidFill>
                  <a:latin typeface="微软雅黑" panose="020B0503020204020204" pitchFamily="34" charset="-122"/>
                  <a:ea typeface="微软雅黑" panose="020B0503020204020204" pitchFamily="34" charset="-122"/>
                </a:rPr>
                <a:t>偏好的性质（既是假设，也有现实性）</a:t>
              </a:r>
            </a:p>
          </p:txBody>
        </p:sp>
        <p:sp>
          <p:nvSpPr>
            <p:cNvPr id="15" name="MH_Other_2">
              <a:extLst>
                <a:ext uri="{FF2B5EF4-FFF2-40B4-BE49-F238E27FC236}">
                  <a16:creationId xmlns:a16="http://schemas.microsoft.com/office/drawing/2014/main" id="{615B7095-90EC-4BFB-B5AF-04179CCC1DA5}"/>
                </a:ext>
              </a:extLst>
            </p:cNvPr>
            <p:cNvSpPr/>
            <p:nvPr>
              <p:custDataLst>
                <p:tags r:id="rId2"/>
              </p:custDataLst>
            </p:nvPr>
          </p:nvSpPr>
          <p:spPr bwMode="auto">
            <a:xfrm rot="10800000">
              <a:off x="4639623" y="1240922"/>
              <a:ext cx="202801" cy="162838"/>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Tree>
    <p:extLst>
      <p:ext uri="{BB962C8B-B14F-4D97-AF65-F5344CB8AC3E}">
        <p14:creationId xmlns:p14="http://schemas.microsoft.com/office/powerpoint/2010/main" val="2427502077"/>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7170">
                                            <p:txEl>
                                              <p:pRg st="0" end="0"/>
                                            </p:txEl>
                                          </p:spTgt>
                                        </p:tgtEl>
                                        <p:attrNameLst>
                                          <p:attrName>style.visibility</p:attrName>
                                        </p:attrNameLst>
                                      </p:cBhvr>
                                      <p:to>
                                        <p:strVal val="visible"/>
                                      </p:to>
                                    </p:set>
                                    <p:animEffect transition="in" filter="strips(downRight)">
                                      <p:cBhvr>
                                        <p:cTn id="12" dur="500"/>
                                        <p:tgtEl>
                                          <p:spTgt spid="717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7170">
                                            <p:txEl>
                                              <p:pRg st="2" end="2"/>
                                            </p:txEl>
                                          </p:spTgt>
                                        </p:tgtEl>
                                        <p:attrNameLst>
                                          <p:attrName>style.visibility</p:attrName>
                                        </p:attrNameLst>
                                      </p:cBhvr>
                                      <p:to>
                                        <p:strVal val="visible"/>
                                      </p:to>
                                    </p:set>
                                    <p:animEffect transition="in" filter="strips(downRight)">
                                      <p:cBhvr>
                                        <p:cTn id="22" dur="500"/>
                                        <p:tgtEl>
                                          <p:spTgt spid="7170">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fade">
                                      <p:cBhvr>
                                        <p:cTn id="27" dur="500"/>
                                        <p:tgtEl>
                                          <p:spTgt spid="3"/>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12" fill="hold" nodeType="clickEffect">
                                  <p:stCondLst>
                                    <p:cond delay="0"/>
                                  </p:stCondLst>
                                  <p:childTnLst>
                                    <p:set>
                                      <p:cBhvr>
                                        <p:cTn id="31" dur="1" fill="hold">
                                          <p:stCondLst>
                                            <p:cond delay="0"/>
                                          </p:stCondLst>
                                        </p:cTn>
                                        <p:tgtEl>
                                          <p:spTgt spid="4">
                                            <p:txEl>
                                              <p:pRg st="0" end="0"/>
                                            </p:txEl>
                                          </p:spTgt>
                                        </p:tgtEl>
                                        <p:attrNameLst>
                                          <p:attrName>style.visibility</p:attrName>
                                        </p:attrNameLst>
                                      </p:cBhvr>
                                      <p:to>
                                        <p:strVal val="visible"/>
                                      </p:to>
                                    </p:set>
                                    <p:animEffect transition="in" filter="strips(downLeft)">
                                      <p:cBhvr>
                                        <p:cTn id="32" dur="500"/>
                                        <p:tgtEl>
                                          <p:spTgt spid="4">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fade">
                                      <p:cBhvr>
                                        <p:cTn id="37" dur="500"/>
                                        <p:tgtEl>
                                          <p:spTgt spid="6"/>
                                        </p:tgtEl>
                                      </p:cBhvr>
                                    </p:animEffect>
                                  </p:childTnLst>
                                </p:cTn>
                              </p:par>
                            </p:childTnLst>
                          </p:cTn>
                        </p:par>
                      </p:childTnLst>
                    </p:cTn>
                  </p:par>
                  <p:par>
                    <p:cTn id="38" fill="hold">
                      <p:stCondLst>
                        <p:cond delay="indefinite"/>
                      </p:stCondLst>
                      <p:childTnLst>
                        <p:par>
                          <p:cTn id="39" fill="hold">
                            <p:stCondLst>
                              <p:cond delay="0"/>
                            </p:stCondLst>
                            <p:childTnLst>
                              <p:par>
                                <p:cTn id="40" presetID="18" presetClass="entr" presetSubtype="12" fill="hold" nodeType="clickEffect">
                                  <p:stCondLst>
                                    <p:cond delay="0"/>
                                  </p:stCondLst>
                                  <p:childTnLst>
                                    <p:set>
                                      <p:cBhvr>
                                        <p:cTn id="41" dur="1" fill="hold">
                                          <p:stCondLst>
                                            <p:cond delay="0"/>
                                          </p:stCondLst>
                                        </p:cTn>
                                        <p:tgtEl>
                                          <p:spTgt spid="12">
                                            <p:txEl>
                                              <p:pRg st="0" end="0"/>
                                            </p:txEl>
                                          </p:spTgt>
                                        </p:tgtEl>
                                        <p:attrNameLst>
                                          <p:attrName>style.visibility</p:attrName>
                                        </p:attrNameLst>
                                      </p:cBhvr>
                                      <p:to>
                                        <p:strVal val="visible"/>
                                      </p:to>
                                    </p:set>
                                    <p:animEffect transition="in" filter="strips(downLeft)">
                                      <p:cBhvr>
                                        <p:cTn id="42" dur="500"/>
                                        <p:tgtEl>
                                          <p:spTgt spid="12">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7"/>
                                        </p:tgtEl>
                                        <p:attrNameLst>
                                          <p:attrName>style.visibility</p:attrName>
                                        </p:attrNameLst>
                                      </p:cBhvr>
                                      <p:to>
                                        <p:strVal val="visible"/>
                                      </p:to>
                                    </p:set>
                                    <p:animEffect transition="in" filter="fade">
                                      <p:cBhvr>
                                        <p:cTn id="4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uiExpand="1" build="p" autoUpdateAnimBg="0"/>
      <p:bldP spid="2" grpId="0"/>
      <p:bldP spid="3" grpId="0"/>
      <p:bldP spid="6" grpId="0"/>
      <p:bldP spid="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a:extLst>
              <a:ext uri="{FF2B5EF4-FFF2-40B4-BE49-F238E27FC236}">
                <a16:creationId xmlns:a16="http://schemas.microsoft.com/office/drawing/2014/main" id="{FC4B4EE4-E496-451F-A8D4-361CB748C150}"/>
              </a:ext>
            </a:extLst>
          </p:cNvPr>
          <p:cNvSpPr>
            <a:spLocks noGrp="1" noChangeArrowheads="1"/>
          </p:cNvSpPr>
          <p:nvPr>
            <p:ph type="title"/>
          </p:nvPr>
        </p:nvSpPr>
        <p:spPr/>
        <p:txBody>
          <a:bodyPr/>
          <a:lstStyle/>
          <a:p>
            <a:r>
              <a:rPr lang="zh-CN" altLang="en-US" sz="2800" dirty="0">
                <a:ea typeface="宋体" panose="02010600030101010101" pitchFamily="2" charset="-122"/>
              </a:rPr>
              <a:t>小丁和小李的故事</a:t>
            </a:r>
            <a:r>
              <a:rPr lang="en-US" altLang="zh-CN" sz="2800" dirty="0">
                <a:ea typeface="宋体" panose="02010600030101010101" pitchFamily="2" charset="-122"/>
              </a:rPr>
              <a:t>——</a:t>
            </a:r>
            <a:r>
              <a:rPr lang="zh-CN" altLang="en-US" sz="2800" dirty="0">
                <a:ea typeface="宋体" panose="02010600030101010101" pitchFamily="2" charset="-122"/>
              </a:rPr>
              <a:t>如果不满足传递性假设</a:t>
            </a:r>
          </a:p>
        </p:txBody>
      </p:sp>
      <p:sp>
        <p:nvSpPr>
          <p:cNvPr id="34819" name="内容占位符 2">
            <a:extLst>
              <a:ext uri="{FF2B5EF4-FFF2-40B4-BE49-F238E27FC236}">
                <a16:creationId xmlns:a16="http://schemas.microsoft.com/office/drawing/2014/main" id="{7B0F1A74-1849-41BD-BCD1-2F9A977E4137}"/>
              </a:ext>
            </a:extLst>
          </p:cNvPr>
          <p:cNvSpPr>
            <a:spLocks noGrp="1"/>
          </p:cNvSpPr>
          <p:nvPr>
            <p:ph idx="1"/>
          </p:nvPr>
        </p:nvSpPr>
        <p:spPr>
          <a:xfrm>
            <a:off x="457200" y="1338263"/>
            <a:ext cx="8362950" cy="5114925"/>
          </a:xfrm>
        </p:spPr>
        <p:txBody>
          <a:bodyPr>
            <a:normAutofit fontScale="62500" lnSpcReduction="20000"/>
          </a:bodyPr>
          <a:lstStyle/>
          <a:p>
            <a:pPr>
              <a:lnSpc>
                <a:spcPct val="160000"/>
              </a:lnSpc>
              <a:defRPr/>
            </a:pPr>
            <a:r>
              <a:rPr lang="zh-CN" altLang="en-US" sz="2600" dirty="0">
                <a:ea typeface="宋体" pitchFamily="2" charset="-122"/>
              </a:rPr>
              <a:t>初始状态：小丁和小李，每人有苹果、桔子、香蕉各一个。但是小丁敏锐地发现小李的特殊偏好：即苹果优于桔子，桔子优于香蕉，但香蕉优于苹果。于是，小丁迅速制定了一个致富计划。</a:t>
            </a:r>
            <a:endParaRPr lang="en-US" altLang="zh-CN" sz="2600" dirty="0">
              <a:ea typeface="宋体" pitchFamily="2" charset="-122"/>
            </a:endParaRPr>
          </a:p>
          <a:p>
            <a:pPr lvl="1">
              <a:lnSpc>
                <a:spcPct val="160000"/>
              </a:lnSpc>
              <a:defRPr/>
            </a:pPr>
            <a:r>
              <a:rPr lang="zh-CN" altLang="en-US" sz="2600" dirty="0">
                <a:ea typeface="宋体" pitchFamily="2" charset="-122"/>
              </a:rPr>
              <a:t>第一步，小丁用一个苹果跟小李换桔子，小李贴</a:t>
            </a:r>
            <a:r>
              <a:rPr lang="en-US" altLang="zh-CN" sz="2600" dirty="0">
                <a:ea typeface="宋体" pitchFamily="2" charset="-122"/>
              </a:rPr>
              <a:t>1</a:t>
            </a:r>
            <a:r>
              <a:rPr lang="zh-CN" altLang="en-US" sz="2600" dirty="0">
                <a:ea typeface="宋体" pitchFamily="2" charset="-122"/>
              </a:rPr>
              <a:t>元钱给小丁，于是变成：小李拥有</a:t>
            </a:r>
            <a:r>
              <a:rPr lang="en-US" altLang="zh-CN" sz="2600" dirty="0">
                <a:ea typeface="宋体" pitchFamily="2" charset="-122"/>
              </a:rPr>
              <a:t>2</a:t>
            </a:r>
            <a:r>
              <a:rPr lang="zh-CN" altLang="en-US" sz="2600" dirty="0">
                <a:ea typeface="宋体" pitchFamily="2" charset="-122"/>
              </a:rPr>
              <a:t>个苹果</a:t>
            </a:r>
            <a:r>
              <a:rPr lang="en-US" altLang="zh-CN" sz="2600" dirty="0">
                <a:ea typeface="宋体" pitchFamily="2" charset="-122"/>
              </a:rPr>
              <a:t>1</a:t>
            </a:r>
            <a:r>
              <a:rPr lang="zh-CN" altLang="en-US" sz="2600" dirty="0">
                <a:ea typeface="宋体" pitchFamily="2" charset="-122"/>
              </a:rPr>
              <a:t>个香蕉；小丁拥有</a:t>
            </a:r>
            <a:r>
              <a:rPr lang="en-US" altLang="zh-CN" sz="2600" dirty="0">
                <a:ea typeface="宋体" pitchFamily="2" charset="-122"/>
              </a:rPr>
              <a:t>2</a:t>
            </a:r>
            <a:r>
              <a:rPr lang="zh-CN" altLang="en-US" sz="2600" dirty="0">
                <a:ea typeface="宋体" pitchFamily="2" charset="-122"/>
              </a:rPr>
              <a:t>个桔子</a:t>
            </a:r>
            <a:r>
              <a:rPr lang="en-US" altLang="zh-CN" sz="2600" dirty="0">
                <a:ea typeface="宋体" pitchFamily="2" charset="-122"/>
              </a:rPr>
              <a:t>1</a:t>
            </a:r>
            <a:r>
              <a:rPr lang="zh-CN" altLang="en-US" sz="2600" dirty="0">
                <a:ea typeface="宋体" pitchFamily="2" charset="-122"/>
              </a:rPr>
              <a:t>个香蕉和</a:t>
            </a:r>
            <a:r>
              <a:rPr lang="en-US" altLang="zh-CN" sz="2600" dirty="0">
                <a:ea typeface="宋体" pitchFamily="2" charset="-122"/>
              </a:rPr>
              <a:t>1</a:t>
            </a:r>
            <a:r>
              <a:rPr lang="zh-CN" altLang="en-US" sz="2600" dirty="0">
                <a:ea typeface="宋体" pitchFamily="2" charset="-122"/>
              </a:rPr>
              <a:t>元。</a:t>
            </a:r>
            <a:endParaRPr lang="en-US" altLang="zh-CN" sz="2600" dirty="0">
              <a:ea typeface="宋体" pitchFamily="2" charset="-122"/>
            </a:endParaRPr>
          </a:p>
          <a:p>
            <a:pPr lvl="1">
              <a:lnSpc>
                <a:spcPct val="160000"/>
              </a:lnSpc>
              <a:defRPr/>
            </a:pPr>
            <a:r>
              <a:rPr lang="zh-CN" altLang="en-US" sz="2600" dirty="0">
                <a:ea typeface="宋体" pitchFamily="2" charset="-122"/>
              </a:rPr>
              <a:t>第二步，小丁用一个香蕉跟小李换苹果，小李又贴</a:t>
            </a:r>
            <a:r>
              <a:rPr lang="en-US" altLang="zh-CN" sz="2600" dirty="0">
                <a:ea typeface="宋体" pitchFamily="2" charset="-122"/>
              </a:rPr>
              <a:t>1</a:t>
            </a:r>
            <a:r>
              <a:rPr lang="zh-CN" altLang="en-US" sz="2600" dirty="0">
                <a:ea typeface="宋体" pitchFamily="2" charset="-122"/>
              </a:rPr>
              <a:t>元，于是变成：小李拥有</a:t>
            </a:r>
            <a:r>
              <a:rPr lang="en-US" altLang="zh-CN" sz="2600" dirty="0">
                <a:ea typeface="宋体" pitchFamily="2" charset="-122"/>
              </a:rPr>
              <a:t>1</a:t>
            </a:r>
            <a:r>
              <a:rPr lang="zh-CN" altLang="en-US" sz="2600" dirty="0">
                <a:ea typeface="宋体" pitchFamily="2" charset="-122"/>
              </a:rPr>
              <a:t>个苹果</a:t>
            </a:r>
            <a:r>
              <a:rPr lang="en-US" altLang="zh-CN" sz="2600" dirty="0">
                <a:ea typeface="宋体" pitchFamily="2" charset="-122"/>
              </a:rPr>
              <a:t>2</a:t>
            </a:r>
            <a:r>
              <a:rPr lang="zh-CN" altLang="en-US" sz="2600" dirty="0">
                <a:ea typeface="宋体" pitchFamily="2" charset="-122"/>
              </a:rPr>
              <a:t>个香蕉；小丁拥有</a:t>
            </a:r>
            <a:r>
              <a:rPr lang="en-US" altLang="zh-CN" sz="2600" dirty="0">
                <a:ea typeface="宋体" pitchFamily="2" charset="-122"/>
              </a:rPr>
              <a:t>1</a:t>
            </a:r>
            <a:r>
              <a:rPr lang="zh-CN" altLang="en-US" sz="2600" dirty="0">
                <a:ea typeface="宋体" pitchFamily="2" charset="-122"/>
              </a:rPr>
              <a:t>个苹果</a:t>
            </a:r>
            <a:r>
              <a:rPr lang="en-US" altLang="zh-CN" sz="2600" dirty="0">
                <a:ea typeface="宋体" pitchFamily="2" charset="-122"/>
              </a:rPr>
              <a:t>2</a:t>
            </a:r>
            <a:r>
              <a:rPr lang="zh-CN" altLang="en-US" sz="2600" dirty="0">
                <a:ea typeface="宋体" pitchFamily="2" charset="-122"/>
              </a:rPr>
              <a:t>个桔子和</a:t>
            </a:r>
            <a:r>
              <a:rPr lang="en-US" altLang="zh-CN" sz="2600" dirty="0">
                <a:ea typeface="宋体" pitchFamily="2" charset="-122"/>
              </a:rPr>
              <a:t>2</a:t>
            </a:r>
            <a:r>
              <a:rPr lang="zh-CN" altLang="en-US" sz="2600" dirty="0">
                <a:ea typeface="宋体" pitchFamily="2" charset="-122"/>
              </a:rPr>
              <a:t>元。</a:t>
            </a:r>
            <a:endParaRPr lang="en-US" altLang="zh-CN" sz="2600" dirty="0">
              <a:ea typeface="宋体" pitchFamily="2" charset="-122"/>
            </a:endParaRPr>
          </a:p>
          <a:p>
            <a:pPr lvl="1">
              <a:lnSpc>
                <a:spcPct val="160000"/>
              </a:lnSpc>
              <a:defRPr/>
            </a:pPr>
            <a:r>
              <a:rPr lang="zh-CN" altLang="en-US" sz="2600" dirty="0">
                <a:ea typeface="宋体" pitchFamily="2" charset="-122"/>
              </a:rPr>
              <a:t>第三步，小丁用一个桔子交换小李的香蕉，小李又又贴了</a:t>
            </a:r>
            <a:r>
              <a:rPr lang="en-US" altLang="zh-CN" sz="2600" dirty="0">
                <a:ea typeface="宋体" pitchFamily="2" charset="-122"/>
              </a:rPr>
              <a:t>1</a:t>
            </a:r>
            <a:r>
              <a:rPr lang="zh-CN" altLang="en-US" sz="2600" dirty="0">
                <a:ea typeface="宋体" pitchFamily="2" charset="-122"/>
              </a:rPr>
              <a:t>元，于是变成：小李拥有</a:t>
            </a:r>
            <a:r>
              <a:rPr lang="en-US" altLang="zh-CN" sz="2600" dirty="0">
                <a:ea typeface="宋体" pitchFamily="2" charset="-122"/>
              </a:rPr>
              <a:t>1</a:t>
            </a:r>
            <a:r>
              <a:rPr lang="zh-CN" altLang="en-US" sz="2600" dirty="0">
                <a:ea typeface="宋体" pitchFamily="2" charset="-122"/>
              </a:rPr>
              <a:t>个苹果</a:t>
            </a:r>
            <a:r>
              <a:rPr lang="en-US" altLang="zh-CN" sz="2600" dirty="0">
                <a:ea typeface="宋体" pitchFamily="2" charset="-122"/>
              </a:rPr>
              <a:t>1</a:t>
            </a:r>
            <a:r>
              <a:rPr lang="zh-CN" altLang="en-US" sz="2600" dirty="0">
                <a:ea typeface="宋体" pitchFamily="2" charset="-122"/>
              </a:rPr>
              <a:t>个桔子</a:t>
            </a:r>
            <a:r>
              <a:rPr lang="en-US" altLang="zh-CN" sz="2600" dirty="0">
                <a:ea typeface="宋体" pitchFamily="2" charset="-122"/>
              </a:rPr>
              <a:t>1</a:t>
            </a:r>
            <a:r>
              <a:rPr lang="zh-CN" altLang="en-US" sz="2600" dirty="0">
                <a:ea typeface="宋体" pitchFamily="2" charset="-122"/>
              </a:rPr>
              <a:t>个香蕉，小丁拥有</a:t>
            </a:r>
            <a:r>
              <a:rPr lang="en-US" altLang="zh-CN" sz="2600" dirty="0">
                <a:ea typeface="宋体" pitchFamily="2" charset="-122"/>
              </a:rPr>
              <a:t>1</a:t>
            </a:r>
            <a:r>
              <a:rPr lang="zh-CN" altLang="en-US" sz="2600" dirty="0">
                <a:ea typeface="宋体" pitchFamily="2" charset="-122"/>
              </a:rPr>
              <a:t>个苹果</a:t>
            </a:r>
            <a:r>
              <a:rPr lang="en-US" altLang="zh-CN" sz="2600" dirty="0">
                <a:ea typeface="宋体" pitchFamily="2" charset="-122"/>
              </a:rPr>
              <a:t>1</a:t>
            </a:r>
            <a:r>
              <a:rPr lang="zh-CN" altLang="en-US" sz="2600" dirty="0">
                <a:ea typeface="宋体" pitchFamily="2" charset="-122"/>
              </a:rPr>
              <a:t>个桔子</a:t>
            </a:r>
            <a:r>
              <a:rPr lang="en-US" altLang="zh-CN" sz="2600" dirty="0">
                <a:ea typeface="宋体" pitchFamily="2" charset="-122"/>
              </a:rPr>
              <a:t>1</a:t>
            </a:r>
            <a:r>
              <a:rPr lang="zh-CN" altLang="en-US" sz="2600" dirty="0">
                <a:ea typeface="宋体" pitchFamily="2" charset="-122"/>
              </a:rPr>
              <a:t>个香蕉和</a:t>
            </a:r>
            <a:r>
              <a:rPr lang="en-US" altLang="zh-CN" sz="2600" dirty="0">
                <a:ea typeface="宋体" pitchFamily="2" charset="-122"/>
              </a:rPr>
              <a:t>3</a:t>
            </a:r>
            <a:r>
              <a:rPr lang="zh-CN" altLang="en-US" sz="2600" dirty="0">
                <a:ea typeface="宋体" pitchFamily="2" charset="-122"/>
              </a:rPr>
              <a:t>元。</a:t>
            </a:r>
            <a:endParaRPr lang="en-US" altLang="zh-CN" sz="2600" dirty="0">
              <a:ea typeface="宋体" pitchFamily="2" charset="-122"/>
            </a:endParaRPr>
          </a:p>
          <a:p>
            <a:pPr lvl="1">
              <a:lnSpc>
                <a:spcPct val="160000"/>
              </a:lnSpc>
              <a:defRPr/>
            </a:pPr>
            <a:r>
              <a:rPr lang="zh-CN" altLang="en-US" sz="2600" dirty="0">
                <a:ea typeface="宋体" pitchFamily="2" charset="-122"/>
              </a:rPr>
              <a:t>结果一圈下来，小李啥也没多，因为特殊偏好交了</a:t>
            </a:r>
            <a:r>
              <a:rPr lang="en-US" altLang="zh-CN" sz="2600" dirty="0">
                <a:ea typeface="宋体" pitchFamily="2" charset="-122"/>
              </a:rPr>
              <a:t>3</a:t>
            </a:r>
            <a:r>
              <a:rPr lang="zh-CN" altLang="en-US" sz="2600" dirty="0">
                <a:ea typeface="宋体" pitchFamily="2" charset="-122"/>
              </a:rPr>
              <a:t>元任性费，小丁啥也没少，因为动脑筋收了</a:t>
            </a:r>
            <a:r>
              <a:rPr lang="en-US" altLang="zh-CN" sz="2600" dirty="0">
                <a:ea typeface="宋体" pitchFamily="2" charset="-122"/>
              </a:rPr>
              <a:t>3</a:t>
            </a:r>
            <a:r>
              <a:rPr lang="zh-CN" altLang="en-US" sz="2600" dirty="0">
                <a:ea typeface="宋体" pitchFamily="2" charset="-122"/>
              </a:rPr>
              <a:t>元辛苦费。</a:t>
            </a:r>
            <a:endParaRPr lang="en-US" altLang="zh-CN" sz="2600" dirty="0">
              <a:ea typeface="宋体" pitchFamily="2" charset="-122"/>
            </a:endParaRPr>
          </a:p>
          <a:p>
            <a:pPr lvl="1">
              <a:lnSpc>
                <a:spcPct val="160000"/>
              </a:lnSpc>
              <a:defRPr/>
            </a:pPr>
            <a:r>
              <a:rPr lang="zh-CN" altLang="en-US" sz="2600" dirty="0">
                <a:ea typeface="宋体" pitchFamily="2" charset="-122"/>
              </a:rPr>
              <a:t>然后再进行下一轮。。。。。。</a:t>
            </a:r>
            <a:endParaRPr lang="en-US" altLang="zh-CN" sz="2600" dirty="0">
              <a:ea typeface="宋体" pitchFamily="2" charset="-122"/>
            </a:endParaRPr>
          </a:p>
          <a:p>
            <a:pPr>
              <a:lnSpc>
                <a:spcPct val="90000"/>
              </a:lnSpc>
              <a:defRPr/>
            </a:pPr>
            <a:endParaRPr lang="zh-CN" altLang="en-US" sz="2600" dirty="0">
              <a:ea typeface="宋体" pitchFamily="2" charset="-122"/>
            </a:endParaRPr>
          </a:p>
        </p:txBody>
      </p:sp>
    </p:spTree>
  </p:cSld>
  <p:clrMapOvr>
    <a:masterClrMapping/>
  </p:clrMapOvr>
  <p:transition>
    <p:rand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3"/>
          <p:cNvSpPr>
            <a:spLocks noGrp="1" noChangeArrowheads="1"/>
          </p:cNvSpPr>
          <p:nvPr>
            <p:ph type="body" idx="4294967295"/>
          </p:nvPr>
        </p:nvSpPr>
        <p:spPr>
          <a:xfrm>
            <a:off x="874432" y="3328255"/>
            <a:ext cx="7395136" cy="2563656"/>
          </a:xfrm>
        </p:spPr>
        <p:txBody>
          <a:bodyPr/>
          <a:lstStyle/>
          <a:p>
            <a:pPr marL="538163" lvl="3" indent="-261938" defTabSz="457200" eaLnBrk="1" hangingPunct="1">
              <a:lnSpc>
                <a:spcPts val="2600"/>
              </a:lnSpc>
              <a:spcAft>
                <a:spcPts val="3600"/>
              </a:spcAft>
              <a:buFont typeface="Wingdings" panose="05000000000000000000" pitchFamily="2" charset="2"/>
              <a:buChar char="Ø"/>
              <a:defRPr/>
            </a:pPr>
            <a:r>
              <a:rPr lang="zh-CN" altLang="en-US" sz="1800" spc="150" dirty="0">
                <a:solidFill>
                  <a:srgbClr val="000000"/>
                </a:solidFill>
                <a:latin typeface="微软雅黑" panose="020B0503020204020204" pitchFamily="34" charset="-122"/>
                <a:ea typeface="微软雅黑" panose="020B0503020204020204" pitchFamily="34" charset="-122"/>
              </a:rPr>
              <a:t>无差异曲线是指在既定偏好条件下，由可以给消费者带来相同满足程度的两个商品的不同数量组合描绘出来的曲线</a:t>
            </a:r>
          </a:p>
          <a:p>
            <a:pPr marL="538163" lvl="3" indent="-261938" defTabSz="457200" eaLnBrk="1" hangingPunct="1">
              <a:lnSpc>
                <a:spcPts val="2600"/>
              </a:lnSpc>
              <a:spcAft>
                <a:spcPts val="2400"/>
              </a:spcAft>
              <a:buFont typeface="Wingdings" panose="05000000000000000000" pitchFamily="2" charset="2"/>
              <a:buChar char="Ø"/>
              <a:defRPr/>
            </a:pPr>
            <a:r>
              <a:rPr lang="zh-CN" altLang="en-US" sz="1800" spc="150" dirty="0">
                <a:solidFill>
                  <a:srgbClr val="000000"/>
                </a:solidFill>
                <a:latin typeface="微软雅黑" panose="020B0503020204020204" pitchFamily="34" charset="-122"/>
                <a:ea typeface="微软雅黑" panose="020B0503020204020204" pitchFamily="34" charset="-122"/>
              </a:rPr>
              <a:t>在一条无差异曲线上，两种商品的数量组合各不相同，但消费者对他们的偏好相同，即给消费者带来的满足感是一样的。</a:t>
            </a:r>
          </a:p>
          <a:p>
            <a:pPr marL="538162" lvl="3" indent="0" defTabSz="457200" eaLnBrk="1" hangingPunct="1">
              <a:lnSpc>
                <a:spcPts val="2200"/>
              </a:lnSpc>
              <a:spcBef>
                <a:spcPct val="40000"/>
              </a:spcBef>
              <a:spcAft>
                <a:spcPts val="0"/>
              </a:spcAft>
              <a:buNone/>
              <a:defRPr/>
            </a:pPr>
            <a:endParaRPr lang="zh-CN" altLang="en-US" sz="1400" spc="150" dirty="0">
              <a:solidFill>
                <a:srgbClr val="000000"/>
              </a:solidFill>
              <a:latin typeface="微软雅黑" panose="020B0503020204020204" pitchFamily="34" charset="-122"/>
              <a:ea typeface="微软雅黑" panose="020B0503020204020204" pitchFamily="34" charset="-122"/>
            </a:endParaRPr>
          </a:p>
          <a:p>
            <a:pPr marL="538163" lvl="3" indent="-261938" defTabSz="457200" eaLnBrk="1" hangingPunct="1">
              <a:lnSpc>
                <a:spcPts val="2600"/>
              </a:lnSpc>
              <a:spcAft>
                <a:spcPts val="1200"/>
              </a:spcAft>
              <a:buFont typeface="Wingdings" panose="05000000000000000000" pitchFamily="2" charset="2"/>
              <a:buChar char="Ø"/>
              <a:defRPr/>
            </a:pPr>
            <a:endParaRPr lang="zh-CN" altLang="en-US" sz="1600" spc="150" dirty="0">
              <a:solidFill>
                <a:srgbClr val="000000"/>
              </a:solidFill>
              <a:latin typeface="微软雅黑" panose="020B0503020204020204" pitchFamily="34" charset="-122"/>
              <a:ea typeface="微软雅黑" panose="020B0503020204020204" pitchFamily="34" charset="-122"/>
            </a:endParaRPr>
          </a:p>
          <a:p>
            <a:pPr marL="285750" lvl="2" indent="-285750" defTabSz="457200" eaLnBrk="1" hangingPunct="1">
              <a:lnSpc>
                <a:spcPts val="2600"/>
              </a:lnSpc>
              <a:spcBef>
                <a:spcPct val="0"/>
              </a:spcBef>
              <a:buFont typeface="Wingdings" panose="05000000000000000000" pitchFamily="2" charset="2"/>
              <a:buChar char="u"/>
              <a:defRPr/>
            </a:pPr>
            <a:endParaRPr lang="en-US" altLang="zh-CN" sz="1800" spc="150" dirty="0">
              <a:solidFill>
                <a:srgbClr val="000000"/>
              </a:solidFill>
              <a:latin typeface="微软雅黑" panose="020B0503020204020204" pitchFamily="34" charset="-122"/>
              <a:ea typeface="微软雅黑" panose="020B0503020204020204" pitchFamily="34" charset="-122"/>
            </a:endParaRPr>
          </a:p>
          <a:p>
            <a:pPr marL="538163" lvl="3" indent="-261938" defTabSz="457200" eaLnBrk="1" hangingPunct="1">
              <a:lnSpc>
                <a:spcPts val="2600"/>
              </a:lnSpc>
              <a:spcAft>
                <a:spcPts val="600"/>
              </a:spcAft>
              <a:buFont typeface="Wingdings" panose="05000000000000000000" pitchFamily="2" charset="2"/>
              <a:buChar char="Ø"/>
            </a:pPr>
            <a:endParaRPr lang="en-US" altLang="zh-CN" sz="1600" spc="150" dirty="0">
              <a:solidFill>
                <a:srgbClr val="000000"/>
              </a:solidFill>
              <a:latin typeface="微软雅黑" panose="020B0503020204020204" pitchFamily="34" charset="-122"/>
              <a:ea typeface="微软雅黑" panose="020B0503020204020204" pitchFamily="34" charset="-122"/>
            </a:endParaRPr>
          </a:p>
          <a:p>
            <a:pPr marL="538163" lvl="3" indent="-261938" defTabSz="457200" eaLnBrk="1" hangingPunct="1">
              <a:lnSpc>
                <a:spcPts val="2600"/>
              </a:lnSpc>
              <a:spcAft>
                <a:spcPts val="600"/>
              </a:spcAft>
              <a:buFont typeface="Wingdings" panose="05000000000000000000" pitchFamily="2" charset="2"/>
              <a:buChar char="Ø"/>
            </a:pPr>
            <a:endParaRPr lang="zh-CN" altLang="en-US" sz="1600" spc="150" dirty="0">
              <a:solidFill>
                <a:srgbClr val="000000"/>
              </a:solidFill>
              <a:latin typeface="微软雅黑" panose="020B0503020204020204" pitchFamily="34" charset="-122"/>
              <a:ea typeface="微软雅黑" panose="020B0503020204020204" pitchFamily="34" charset="-122"/>
            </a:endParaRPr>
          </a:p>
        </p:txBody>
      </p:sp>
      <p:sp>
        <p:nvSpPr>
          <p:cNvPr id="8" name="矩形 7">
            <a:extLst>
              <a:ext uri="{FF2B5EF4-FFF2-40B4-BE49-F238E27FC236}">
                <a16:creationId xmlns:a16="http://schemas.microsoft.com/office/drawing/2014/main" id="{2D9B2AB0-165F-4F8C-8567-33CF842CF4E5}"/>
              </a:ext>
            </a:extLst>
          </p:cNvPr>
          <p:cNvSpPr/>
          <p:nvPr/>
        </p:nvSpPr>
        <p:spPr>
          <a:xfrm>
            <a:off x="6593747" y="0"/>
            <a:ext cx="2550253" cy="369332"/>
          </a:xfrm>
          <a:prstGeom prst="rect">
            <a:avLst/>
          </a:prstGeom>
        </p:spPr>
        <p:txBody>
          <a:bodyPr wrap="squar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 第二节  </a:t>
            </a:r>
            <a:r>
              <a:rPr lang="zh-CN" altLang="en-US" spc="150" dirty="0">
                <a:latin typeface="微软雅黑" panose="020B0503020204020204" pitchFamily="34" charset="-122"/>
                <a:ea typeface="微软雅黑" panose="020B0503020204020204" pitchFamily="34" charset="-122"/>
              </a:rPr>
              <a:t>无差异曲线</a:t>
            </a:r>
            <a:endParaRPr lang="zh-CN" altLang="en-US" spc="150" dirty="0">
              <a:solidFill>
                <a:srgbClr val="000000"/>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505D22D2-856F-42DA-B0D3-951FDFAF2279}"/>
              </a:ext>
            </a:extLst>
          </p:cNvPr>
          <p:cNvSpPr/>
          <p:nvPr/>
        </p:nvSpPr>
        <p:spPr>
          <a:xfrm>
            <a:off x="467544" y="548680"/>
            <a:ext cx="3781805"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二、无差异曲线及其特点</a:t>
            </a:r>
          </a:p>
        </p:txBody>
      </p:sp>
      <p:sp>
        <p:nvSpPr>
          <p:cNvPr id="10" name="Rectangle 3">
            <a:extLst>
              <a:ext uri="{FF2B5EF4-FFF2-40B4-BE49-F238E27FC236}">
                <a16:creationId xmlns:a16="http://schemas.microsoft.com/office/drawing/2014/main" id="{094EC761-8DC8-4DEF-9527-605165003308}"/>
              </a:ext>
            </a:extLst>
          </p:cNvPr>
          <p:cNvSpPr txBox="1">
            <a:spLocks noChangeArrowheads="1"/>
          </p:cNvSpPr>
          <p:nvPr/>
        </p:nvSpPr>
        <p:spPr bwMode="auto">
          <a:xfrm>
            <a:off x="570259" y="1401455"/>
            <a:ext cx="7395136" cy="894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49275" lvl="2" indent="0" defTabSz="457200" eaLnBrk="1" hangingPunct="1">
              <a:lnSpc>
                <a:spcPts val="2600"/>
              </a:lnSpc>
              <a:spcBef>
                <a:spcPct val="0"/>
              </a:spcBef>
              <a:spcAft>
                <a:spcPts val="3600"/>
              </a:spcAft>
              <a:buNone/>
              <a:defRPr/>
            </a:pPr>
            <a:r>
              <a:rPr lang="zh-CN" altLang="en-US" sz="2000" spc="150" dirty="0">
                <a:solidFill>
                  <a:srgbClr val="000000"/>
                </a:solidFill>
                <a:latin typeface="微软雅黑" panose="020B0503020204020204" pitchFamily="34" charset="-122"/>
                <a:ea typeface="微软雅黑" panose="020B0503020204020204" pitchFamily="34" charset="-122"/>
              </a:rPr>
              <a:t>简单起见，假设消费者面临两个商品进行选择，可以用无差异曲线来说明她的偏好情况。</a:t>
            </a:r>
          </a:p>
        </p:txBody>
      </p:sp>
      <p:grpSp>
        <p:nvGrpSpPr>
          <p:cNvPr id="6" name="组合 5">
            <a:extLst>
              <a:ext uri="{FF2B5EF4-FFF2-40B4-BE49-F238E27FC236}">
                <a16:creationId xmlns:a16="http://schemas.microsoft.com/office/drawing/2014/main" id="{FBA767F0-EA7E-43E0-8A79-7537B0B96893}"/>
              </a:ext>
            </a:extLst>
          </p:cNvPr>
          <p:cNvGrpSpPr/>
          <p:nvPr/>
        </p:nvGrpSpPr>
        <p:grpSpPr>
          <a:xfrm>
            <a:off x="467544" y="2565400"/>
            <a:ext cx="2348227" cy="461665"/>
            <a:chOff x="467544" y="1161144"/>
            <a:chExt cx="3806023" cy="659493"/>
          </a:xfrm>
        </p:grpSpPr>
        <p:sp>
          <p:nvSpPr>
            <p:cNvPr id="7" name="MH_Text_1">
              <a:extLst>
                <a:ext uri="{FF2B5EF4-FFF2-40B4-BE49-F238E27FC236}">
                  <a16:creationId xmlns:a16="http://schemas.microsoft.com/office/drawing/2014/main" id="{265946AD-5E85-4683-B000-FD025A74C6FF}"/>
                </a:ext>
              </a:extLst>
            </p:cNvPr>
            <p:cNvSpPr/>
            <p:nvPr>
              <p:custDataLst>
                <p:tags r:id="rId1"/>
              </p:custDataLst>
            </p:nvPr>
          </p:nvSpPr>
          <p:spPr bwMode="auto">
            <a:xfrm>
              <a:off x="467544" y="1161144"/>
              <a:ext cx="3806023" cy="659493"/>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algn="ctr">
                <a:defRPr/>
              </a:pPr>
              <a:r>
                <a:rPr lang="zh-CN" altLang="en-US" sz="2000" spc="150" dirty="0">
                  <a:solidFill>
                    <a:srgbClr val="000000"/>
                  </a:solidFill>
                  <a:latin typeface="微软雅黑" panose="020B0503020204020204" pitchFamily="34" charset="-122"/>
                  <a:ea typeface="微软雅黑" panose="020B0503020204020204" pitchFamily="34" charset="-122"/>
                </a:rPr>
                <a:t>无差异曲线</a:t>
              </a:r>
            </a:p>
          </p:txBody>
        </p:sp>
        <p:sp>
          <p:nvSpPr>
            <p:cNvPr id="11" name="MH_Other_2">
              <a:extLst>
                <a:ext uri="{FF2B5EF4-FFF2-40B4-BE49-F238E27FC236}">
                  <a16:creationId xmlns:a16="http://schemas.microsoft.com/office/drawing/2014/main" id="{B8846EAF-0988-4004-BF33-C7CAA5E1863F}"/>
                </a:ext>
              </a:extLst>
            </p:cNvPr>
            <p:cNvSpPr/>
            <p:nvPr>
              <p:custDataLst>
                <p:tags r:id="rId2"/>
              </p:custDataLst>
            </p:nvPr>
          </p:nvSpPr>
          <p:spPr bwMode="auto">
            <a:xfrm rot="10800000">
              <a:off x="4004344" y="1240922"/>
              <a:ext cx="189743" cy="162838"/>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Tree>
    <p:extLst>
      <p:ext uri="{BB962C8B-B14F-4D97-AF65-F5344CB8AC3E}">
        <p14:creationId xmlns:p14="http://schemas.microsoft.com/office/powerpoint/2010/main" val="1246400685"/>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0">
                                            <p:txEl>
                                              <p:pRg st="0" end="0"/>
                                            </p:txEl>
                                          </p:spTgt>
                                        </p:tgtEl>
                                        <p:attrNameLst>
                                          <p:attrName>style.visibility</p:attrName>
                                        </p:attrNameLst>
                                      </p:cBhvr>
                                      <p:to>
                                        <p:strVal val="visible"/>
                                      </p:to>
                                    </p:set>
                                    <p:animEffect transition="in" filter="slide(fromBottom)">
                                      <p:cBhvr>
                                        <p:cTn id="12" dur="500"/>
                                        <p:tgtEl>
                                          <p:spTgt spid="1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arn(inVertical)">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7170">
                                            <p:txEl>
                                              <p:pRg st="0" end="0"/>
                                            </p:txEl>
                                          </p:spTgt>
                                        </p:tgtEl>
                                        <p:attrNameLst>
                                          <p:attrName>style.visibility</p:attrName>
                                        </p:attrNameLst>
                                      </p:cBhvr>
                                      <p:to>
                                        <p:strVal val="visible"/>
                                      </p:to>
                                    </p:set>
                                    <p:animEffect transition="in" filter="strips(downRight)">
                                      <p:cBhvr>
                                        <p:cTn id="22" dur="500"/>
                                        <p:tgtEl>
                                          <p:spTgt spid="7170">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7170">
                                            <p:txEl>
                                              <p:pRg st="1" end="1"/>
                                            </p:txEl>
                                          </p:spTgt>
                                        </p:tgtEl>
                                        <p:attrNameLst>
                                          <p:attrName>style.visibility</p:attrName>
                                        </p:attrNameLst>
                                      </p:cBhvr>
                                      <p:to>
                                        <p:strVal val="visible"/>
                                      </p:to>
                                    </p:set>
                                    <p:animEffect transition="in" filter="strips(downRight)">
                                      <p:cBhvr>
                                        <p:cTn id="27" dur="500"/>
                                        <p:tgtEl>
                                          <p:spTgt spid="717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uiExpand="1" build="p" autoUpdateAnimBg="0"/>
      <p:bldP spid="9" grpId="0" animBg="1"/>
      <p:bldP spid="10" grpId="0" uiExpand="1" build="p"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A579C4F7-1A2A-4813-8FDE-AB88E4E7D275}"/>
              </a:ext>
            </a:extLst>
          </p:cNvPr>
          <p:cNvSpPr/>
          <p:nvPr/>
        </p:nvSpPr>
        <p:spPr>
          <a:xfrm>
            <a:off x="3414273" y="1706353"/>
            <a:ext cx="5285365" cy="730777"/>
          </a:xfrm>
          <a:prstGeom prst="rect">
            <a:avLst/>
          </a:prstGeom>
        </p:spPr>
        <p:txBody>
          <a:bodyPr wrap="square">
            <a:spAutoFit/>
          </a:bodyPr>
          <a:lstStyle/>
          <a:p>
            <a:pPr marL="0" lvl="3" defTabSz="457200" eaLnBrk="1" hangingPunct="1">
              <a:lnSpc>
                <a:spcPts val="2600"/>
              </a:lnSpc>
              <a:spcAft>
                <a:spcPts val="1800"/>
              </a:spcAft>
              <a:buFont typeface="Wingdings" panose="05000000000000000000" pitchFamily="2" charset="2"/>
              <a:buChar char="Ø"/>
              <a:defRPr/>
            </a:pPr>
            <a:r>
              <a:rPr lang="zh-CN" altLang="en-US" spc="150" dirty="0">
                <a:solidFill>
                  <a:srgbClr val="000000"/>
                </a:solidFill>
                <a:latin typeface="微软雅黑" panose="020B0503020204020204" pitchFamily="34" charset="-122"/>
                <a:ea typeface="微软雅黑" panose="020B0503020204020204" pitchFamily="34" charset="-122"/>
              </a:rPr>
              <a:t>无差异曲线有无穷多条，离原点越远的无差异曲线代表越高的效用</a:t>
            </a:r>
          </a:p>
        </p:txBody>
      </p:sp>
      <p:sp>
        <p:nvSpPr>
          <p:cNvPr id="5" name="矩形 4">
            <a:extLst>
              <a:ext uri="{FF2B5EF4-FFF2-40B4-BE49-F238E27FC236}">
                <a16:creationId xmlns:a16="http://schemas.microsoft.com/office/drawing/2014/main" id="{74E20222-7625-4885-B94A-706F4FEF391F}"/>
              </a:ext>
            </a:extLst>
          </p:cNvPr>
          <p:cNvSpPr/>
          <p:nvPr/>
        </p:nvSpPr>
        <p:spPr>
          <a:xfrm>
            <a:off x="3414274" y="2698223"/>
            <a:ext cx="5252114" cy="397353"/>
          </a:xfrm>
          <a:prstGeom prst="rect">
            <a:avLst/>
          </a:prstGeom>
        </p:spPr>
        <p:txBody>
          <a:bodyPr wrap="square">
            <a:spAutoFit/>
          </a:bodyPr>
          <a:lstStyle/>
          <a:p>
            <a:pPr marL="0" lvl="3" defTabSz="457200" eaLnBrk="1" hangingPunct="1">
              <a:lnSpc>
                <a:spcPts val="2600"/>
              </a:lnSpc>
              <a:spcAft>
                <a:spcPts val="1800"/>
              </a:spcAft>
              <a:buFont typeface="Wingdings" panose="05000000000000000000" pitchFamily="2" charset="2"/>
              <a:buChar char="Ø"/>
              <a:defRPr/>
            </a:pPr>
            <a:r>
              <a:rPr lang="zh-CN" altLang="en-US" spc="150" dirty="0">
                <a:solidFill>
                  <a:srgbClr val="000000"/>
                </a:solidFill>
                <a:latin typeface="微软雅黑" panose="020B0503020204020204" pitchFamily="34" charset="-122"/>
                <a:ea typeface="微软雅黑" panose="020B0503020204020204" pitchFamily="34" charset="-122"/>
              </a:rPr>
              <a:t>任意两条无差异曲线不相交</a:t>
            </a:r>
          </a:p>
        </p:txBody>
      </p:sp>
      <p:sp>
        <p:nvSpPr>
          <p:cNvPr id="7" name="矩形 6">
            <a:extLst>
              <a:ext uri="{FF2B5EF4-FFF2-40B4-BE49-F238E27FC236}">
                <a16:creationId xmlns:a16="http://schemas.microsoft.com/office/drawing/2014/main" id="{DFCC0206-46E7-47C4-828F-91546E543544}"/>
              </a:ext>
            </a:extLst>
          </p:cNvPr>
          <p:cNvSpPr/>
          <p:nvPr/>
        </p:nvSpPr>
        <p:spPr>
          <a:xfrm>
            <a:off x="3414273" y="3513009"/>
            <a:ext cx="5372641" cy="397353"/>
          </a:xfrm>
          <a:prstGeom prst="rect">
            <a:avLst/>
          </a:prstGeom>
        </p:spPr>
        <p:txBody>
          <a:bodyPr wrap="square">
            <a:spAutoFit/>
          </a:bodyPr>
          <a:lstStyle/>
          <a:p>
            <a:pPr marL="0" lvl="3" defTabSz="457200" eaLnBrk="1" hangingPunct="1">
              <a:lnSpc>
                <a:spcPts val="2600"/>
              </a:lnSpc>
              <a:spcAft>
                <a:spcPts val="1800"/>
              </a:spcAft>
              <a:buFont typeface="Wingdings" panose="05000000000000000000" pitchFamily="2" charset="2"/>
              <a:buChar char="Ø"/>
              <a:defRPr/>
            </a:pPr>
            <a:r>
              <a:rPr lang="zh-CN" altLang="en-US" spc="150" dirty="0">
                <a:solidFill>
                  <a:srgbClr val="000000"/>
                </a:solidFill>
                <a:latin typeface="微软雅黑" panose="020B0503020204020204" pitchFamily="34" charset="-122"/>
                <a:ea typeface="微软雅黑" panose="020B0503020204020204" pitchFamily="34" charset="-122"/>
              </a:rPr>
              <a:t>无差异曲线向右下方倾斜</a:t>
            </a:r>
          </a:p>
        </p:txBody>
      </p:sp>
      <p:sp>
        <p:nvSpPr>
          <p:cNvPr id="8" name="矩形 7">
            <a:extLst>
              <a:ext uri="{FF2B5EF4-FFF2-40B4-BE49-F238E27FC236}">
                <a16:creationId xmlns:a16="http://schemas.microsoft.com/office/drawing/2014/main" id="{8540115B-4F16-4E7D-A38E-4BA323D1F5D4}"/>
              </a:ext>
            </a:extLst>
          </p:cNvPr>
          <p:cNvSpPr/>
          <p:nvPr/>
        </p:nvSpPr>
        <p:spPr>
          <a:xfrm>
            <a:off x="3480774" y="4394720"/>
            <a:ext cx="5218864" cy="397353"/>
          </a:xfrm>
          <a:prstGeom prst="rect">
            <a:avLst/>
          </a:prstGeom>
        </p:spPr>
        <p:txBody>
          <a:bodyPr wrap="square">
            <a:spAutoFit/>
          </a:bodyPr>
          <a:lstStyle/>
          <a:p>
            <a:pPr marL="0" lvl="3" defTabSz="457200" eaLnBrk="1" hangingPunct="1">
              <a:lnSpc>
                <a:spcPts val="2600"/>
              </a:lnSpc>
              <a:spcAft>
                <a:spcPts val="0"/>
              </a:spcAft>
              <a:buFont typeface="Wingdings" panose="05000000000000000000" pitchFamily="2" charset="2"/>
              <a:buChar char="Ø"/>
              <a:defRPr/>
            </a:pPr>
            <a:r>
              <a:rPr lang="zh-CN" altLang="en-US" spc="150" dirty="0">
                <a:solidFill>
                  <a:srgbClr val="000000"/>
                </a:solidFill>
                <a:latin typeface="微软雅黑" panose="020B0503020204020204" pitchFamily="34" charset="-122"/>
                <a:ea typeface="微软雅黑" panose="020B0503020204020204" pitchFamily="34" charset="-122"/>
              </a:rPr>
              <a:t>无差异曲线凸向原点</a:t>
            </a:r>
          </a:p>
        </p:txBody>
      </p:sp>
      <p:sp>
        <p:nvSpPr>
          <p:cNvPr id="14" name="矩形 13">
            <a:extLst>
              <a:ext uri="{FF2B5EF4-FFF2-40B4-BE49-F238E27FC236}">
                <a16:creationId xmlns:a16="http://schemas.microsoft.com/office/drawing/2014/main" id="{43D5C20A-7445-401D-92EF-85DC1EB20392}"/>
              </a:ext>
            </a:extLst>
          </p:cNvPr>
          <p:cNvSpPr/>
          <p:nvPr/>
        </p:nvSpPr>
        <p:spPr>
          <a:xfrm>
            <a:off x="6593747" y="0"/>
            <a:ext cx="2550253" cy="369332"/>
          </a:xfrm>
          <a:prstGeom prst="rect">
            <a:avLst/>
          </a:prstGeom>
        </p:spPr>
        <p:txBody>
          <a:bodyPr wrap="squar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 第二节  </a:t>
            </a:r>
            <a:r>
              <a:rPr lang="zh-CN" altLang="en-US" spc="150" dirty="0">
                <a:latin typeface="微软雅黑" panose="020B0503020204020204" pitchFamily="34" charset="-122"/>
                <a:ea typeface="微软雅黑" panose="020B0503020204020204" pitchFamily="34" charset="-122"/>
              </a:rPr>
              <a:t>无差异曲线</a:t>
            </a:r>
            <a:endParaRPr lang="zh-CN" altLang="en-US" spc="150" dirty="0">
              <a:solidFill>
                <a:srgbClr val="000000"/>
              </a:solidFill>
              <a:latin typeface="微软雅黑" panose="020B0503020204020204" pitchFamily="34" charset="-122"/>
              <a:ea typeface="微软雅黑" panose="020B0503020204020204" pitchFamily="34" charset="-122"/>
            </a:endParaRPr>
          </a:p>
        </p:txBody>
      </p:sp>
      <p:sp>
        <p:nvSpPr>
          <p:cNvPr id="15" name="矩形 14">
            <a:extLst>
              <a:ext uri="{FF2B5EF4-FFF2-40B4-BE49-F238E27FC236}">
                <a16:creationId xmlns:a16="http://schemas.microsoft.com/office/drawing/2014/main" id="{6B631EEA-93AE-4D0C-A424-1D345CD9B9E2}"/>
              </a:ext>
            </a:extLst>
          </p:cNvPr>
          <p:cNvSpPr/>
          <p:nvPr/>
        </p:nvSpPr>
        <p:spPr>
          <a:xfrm>
            <a:off x="467544" y="548680"/>
            <a:ext cx="3781805"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二、无差异曲线及其特点</a:t>
            </a:r>
          </a:p>
        </p:txBody>
      </p:sp>
      <p:pic>
        <p:nvPicPr>
          <p:cNvPr id="10" name="图片 9">
            <a:extLst>
              <a:ext uri="{FF2B5EF4-FFF2-40B4-BE49-F238E27FC236}">
                <a16:creationId xmlns:a16="http://schemas.microsoft.com/office/drawing/2014/main" id="{A7F44F8A-1690-4B59-B225-569F5E68CDB6}"/>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48156"/>
          <a:stretch/>
        </p:blipFill>
        <p:spPr>
          <a:xfrm flipH="1">
            <a:off x="1329303" y="2001034"/>
            <a:ext cx="1810953" cy="3495420"/>
          </a:xfrm>
          <a:prstGeom prst="rect">
            <a:avLst/>
          </a:prstGeom>
        </p:spPr>
      </p:pic>
      <p:grpSp>
        <p:nvGrpSpPr>
          <p:cNvPr id="11" name="组合 10">
            <a:extLst>
              <a:ext uri="{FF2B5EF4-FFF2-40B4-BE49-F238E27FC236}">
                <a16:creationId xmlns:a16="http://schemas.microsoft.com/office/drawing/2014/main" id="{5760C53B-9D9C-4D3D-A16F-F266312BE39C}"/>
              </a:ext>
            </a:extLst>
          </p:cNvPr>
          <p:cNvGrpSpPr/>
          <p:nvPr/>
        </p:nvGrpSpPr>
        <p:grpSpPr>
          <a:xfrm>
            <a:off x="467544" y="1213829"/>
            <a:ext cx="2348227" cy="461665"/>
            <a:chOff x="467544" y="1161144"/>
            <a:chExt cx="3806023" cy="659493"/>
          </a:xfrm>
        </p:grpSpPr>
        <p:sp>
          <p:nvSpPr>
            <p:cNvPr id="12" name="MH_Text_1">
              <a:extLst>
                <a:ext uri="{FF2B5EF4-FFF2-40B4-BE49-F238E27FC236}">
                  <a16:creationId xmlns:a16="http://schemas.microsoft.com/office/drawing/2014/main" id="{2F3A8FC8-3D21-4EC5-A25B-9597968656FD}"/>
                </a:ext>
              </a:extLst>
            </p:cNvPr>
            <p:cNvSpPr/>
            <p:nvPr>
              <p:custDataLst>
                <p:tags r:id="rId1"/>
              </p:custDataLst>
            </p:nvPr>
          </p:nvSpPr>
          <p:spPr bwMode="auto">
            <a:xfrm>
              <a:off x="467544" y="1161144"/>
              <a:ext cx="3806023" cy="659493"/>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algn="ctr">
                <a:defRPr/>
              </a:pPr>
              <a:r>
                <a:rPr lang="zh-CN" altLang="en-US" sz="2000" spc="150" dirty="0">
                  <a:solidFill>
                    <a:srgbClr val="000000"/>
                  </a:solidFill>
                  <a:latin typeface="微软雅黑" panose="020B0503020204020204" pitchFamily="34" charset="-122"/>
                  <a:ea typeface="微软雅黑" panose="020B0503020204020204" pitchFamily="34" charset="-122"/>
                </a:rPr>
                <a:t>无差异曲线的特点</a:t>
              </a:r>
            </a:p>
          </p:txBody>
        </p:sp>
        <p:sp>
          <p:nvSpPr>
            <p:cNvPr id="13" name="MH_Other_2">
              <a:extLst>
                <a:ext uri="{FF2B5EF4-FFF2-40B4-BE49-F238E27FC236}">
                  <a16:creationId xmlns:a16="http://schemas.microsoft.com/office/drawing/2014/main" id="{CFB69635-3A30-4AD9-B149-B16D6490F947}"/>
                </a:ext>
              </a:extLst>
            </p:cNvPr>
            <p:cNvSpPr/>
            <p:nvPr>
              <p:custDataLst>
                <p:tags r:id="rId2"/>
              </p:custDataLst>
            </p:nvPr>
          </p:nvSpPr>
          <p:spPr bwMode="auto">
            <a:xfrm rot="10800000">
              <a:off x="4004344" y="1240922"/>
              <a:ext cx="189743" cy="162838"/>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Tree>
    <p:extLst>
      <p:ext uri="{BB962C8B-B14F-4D97-AF65-F5344CB8AC3E}">
        <p14:creationId xmlns:p14="http://schemas.microsoft.com/office/powerpoint/2010/main" val="2611348516"/>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arn(inVertic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randombar(horizontal)">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strips(down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12"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strips(downLeft)">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7" grpId="0"/>
      <p:bldP spid="8"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A579C4F7-1A2A-4813-8FDE-AB88E4E7D275}"/>
              </a:ext>
            </a:extLst>
          </p:cNvPr>
          <p:cNvSpPr/>
          <p:nvPr/>
        </p:nvSpPr>
        <p:spPr>
          <a:xfrm>
            <a:off x="1126765" y="1828455"/>
            <a:ext cx="4843279" cy="397353"/>
          </a:xfrm>
          <a:prstGeom prst="rect">
            <a:avLst/>
          </a:prstGeom>
        </p:spPr>
        <p:txBody>
          <a:bodyPr wrap="square">
            <a:spAutoFit/>
          </a:bodyPr>
          <a:lstStyle/>
          <a:p>
            <a:pPr marL="0" lvl="3" defTabSz="457200" eaLnBrk="1" hangingPunct="1">
              <a:lnSpc>
                <a:spcPts val="2600"/>
              </a:lnSpc>
              <a:spcAft>
                <a:spcPts val="1800"/>
              </a:spcAft>
              <a:buFont typeface="Wingdings" panose="05000000000000000000" pitchFamily="2" charset="2"/>
              <a:buChar char="Ø"/>
              <a:defRPr/>
            </a:pPr>
            <a:r>
              <a:rPr lang="zh-CN" altLang="en-US" spc="150" dirty="0">
                <a:solidFill>
                  <a:srgbClr val="000000"/>
                </a:solidFill>
                <a:latin typeface="微软雅黑" panose="020B0503020204020204" pitchFamily="34" charset="-122"/>
                <a:ea typeface="微软雅黑" panose="020B0503020204020204" pitchFamily="34" charset="-122"/>
              </a:rPr>
              <a:t>无差异曲线有无穷多条</a:t>
            </a:r>
          </a:p>
        </p:txBody>
      </p:sp>
      <p:sp>
        <p:nvSpPr>
          <p:cNvPr id="6" name="矩形 5">
            <a:extLst>
              <a:ext uri="{FF2B5EF4-FFF2-40B4-BE49-F238E27FC236}">
                <a16:creationId xmlns:a16="http://schemas.microsoft.com/office/drawing/2014/main" id="{BBD7E2E9-DA23-40FB-98DF-937E2CF6777C}"/>
              </a:ext>
            </a:extLst>
          </p:cNvPr>
          <p:cNvSpPr/>
          <p:nvPr/>
        </p:nvSpPr>
        <p:spPr>
          <a:xfrm>
            <a:off x="1393596" y="2437006"/>
            <a:ext cx="6046952" cy="724686"/>
          </a:xfrm>
          <a:prstGeom prst="rect">
            <a:avLst/>
          </a:prstGeom>
        </p:spPr>
        <p:txBody>
          <a:bodyPr wrap="square">
            <a:spAutoFit/>
          </a:bodyPr>
          <a:lstStyle/>
          <a:p>
            <a:pPr marL="285750" lvl="3" indent="-285750" defTabSz="457200" eaLnBrk="1" hangingPunct="1">
              <a:lnSpc>
                <a:spcPts val="2600"/>
              </a:lnSpc>
              <a:spcAft>
                <a:spcPts val="1800"/>
              </a:spcAft>
              <a:buFont typeface="Arial" panose="020B0604020202020204" pitchFamily="34" charset="0"/>
              <a:buChar char="•"/>
              <a:defRPr/>
            </a:pPr>
            <a:r>
              <a:rPr lang="zh-CN" altLang="en-US" sz="1600" spc="150" dirty="0">
                <a:solidFill>
                  <a:srgbClr val="000000"/>
                </a:solidFill>
                <a:latin typeface="微软雅黑" panose="020B0503020204020204" pitchFamily="34" charset="-122"/>
                <a:ea typeface="微软雅黑" panose="020B0503020204020204" pitchFamily="34" charset="-122"/>
              </a:rPr>
              <a:t>由于可供消费者选择的商品数量是无限的，所以可以描绘出无数条无差异曲线。</a:t>
            </a:r>
          </a:p>
        </p:txBody>
      </p:sp>
      <p:sp>
        <p:nvSpPr>
          <p:cNvPr id="14" name="矩形 13">
            <a:extLst>
              <a:ext uri="{FF2B5EF4-FFF2-40B4-BE49-F238E27FC236}">
                <a16:creationId xmlns:a16="http://schemas.microsoft.com/office/drawing/2014/main" id="{43D5C20A-7445-401D-92EF-85DC1EB20392}"/>
              </a:ext>
            </a:extLst>
          </p:cNvPr>
          <p:cNvSpPr/>
          <p:nvPr/>
        </p:nvSpPr>
        <p:spPr>
          <a:xfrm>
            <a:off x="6593747" y="0"/>
            <a:ext cx="2550253" cy="369332"/>
          </a:xfrm>
          <a:prstGeom prst="rect">
            <a:avLst/>
          </a:prstGeom>
        </p:spPr>
        <p:txBody>
          <a:bodyPr wrap="squar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 第二节  </a:t>
            </a:r>
            <a:r>
              <a:rPr lang="zh-CN" altLang="en-US" spc="150" dirty="0">
                <a:latin typeface="微软雅黑" panose="020B0503020204020204" pitchFamily="34" charset="-122"/>
                <a:ea typeface="微软雅黑" panose="020B0503020204020204" pitchFamily="34" charset="-122"/>
              </a:rPr>
              <a:t>无差异曲线</a:t>
            </a:r>
            <a:endParaRPr lang="zh-CN" altLang="en-US" spc="150" dirty="0">
              <a:solidFill>
                <a:srgbClr val="000000"/>
              </a:solidFill>
              <a:latin typeface="微软雅黑" panose="020B0503020204020204" pitchFamily="34" charset="-122"/>
              <a:ea typeface="微软雅黑" panose="020B0503020204020204" pitchFamily="34" charset="-122"/>
            </a:endParaRPr>
          </a:p>
        </p:txBody>
      </p:sp>
      <p:sp>
        <p:nvSpPr>
          <p:cNvPr id="15" name="矩形 14">
            <a:extLst>
              <a:ext uri="{FF2B5EF4-FFF2-40B4-BE49-F238E27FC236}">
                <a16:creationId xmlns:a16="http://schemas.microsoft.com/office/drawing/2014/main" id="{6B631EEA-93AE-4D0C-A424-1D345CD9B9E2}"/>
              </a:ext>
            </a:extLst>
          </p:cNvPr>
          <p:cNvSpPr/>
          <p:nvPr/>
        </p:nvSpPr>
        <p:spPr>
          <a:xfrm>
            <a:off x="467544" y="548680"/>
            <a:ext cx="3781805"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二、无差异曲线及其特点</a:t>
            </a:r>
          </a:p>
        </p:txBody>
      </p:sp>
      <p:sp>
        <p:nvSpPr>
          <p:cNvPr id="16" name="矩形 15">
            <a:extLst>
              <a:ext uri="{FF2B5EF4-FFF2-40B4-BE49-F238E27FC236}">
                <a16:creationId xmlns:a16="http://schemas.microsoft.com/office/drawing/2014/main" id="{0B9F5AEA-C6D9-47D4-8683-5107A9EDDE97}"/>
              </a:ext>
            </a:extLst>
          </p:cNvPr>
          <p:cNvSpPr/>
          <p:nvPr/>
        </p:nvSpPr>
        <p:spPr>
          <a:xfrm>
            <a:off x="1126765" y="3381253"/>
            <a:ext cx="5017032" cy="397353"/>
          </a:xfrm>
          <a:prstGeom prst="rect">
            <a:avLst/>
          </a:prstGeom>
        </p:spPr>
        <p:txBody>
          <a:bodyPr wrap="square">
            <a:spAutoFit/>
          </a:bodyPr>
          <a:lstStyle/>
          <a:p>
            <a:pPr marL="0" lvl="3" defTabSz="457200" eaLnBrk="1" hangingPunct="1">
              <a:lnSpc>
                <a:spcPts val="2600"/>
              </a:lnSpc>
              <a:spcAft>
                <a:spcPts val="1800"/>
              </a:spcAft>
              <a:buFont typeface="Wingdings" panose="05000000000000000000" pitchFamily="2" charset="2"/>
              <a:buChar char="Ø"/>
              <a:defRPr/>
            </a:pPr>
            <a:r>
              <a:rPr lang="zh-CN" altLang="en-US" spc="150" dirty="0">
                <a:solidFill>
                  <a:srgbClr val="000000"/>
                </a:solidFill>
                <a:latin typeface="微软雅黑" panose="020B0503020204020204" pitchFamily="34" charset="-122"/>
                <a:ea typeface="微软雅黑" panose="020B0503020204020204" pitchFamily="34" charset="-122"/>
              </a:rPr>
              <a:t>离原点越远的无差异曲线代表越高的效用</a:t>
            </a:r>
          </a:p>
        </p:txBody>
      </p:sp>
      <p:sp>
        <p:nvSpPr>
          <p:cNvPr id="17" name="矩形 16">
            <a:extLst>
              <a:ext uri="{FF2B5EF4-FFF2-40B4-BE49-F238E27FC236}">
                <a16:creationId xmlns:a16="http://schemas.microsoft.com/office/drawing/2014/main" id="{F6663B6A-20FB-4CB2-876B-0850DD3FE369}"/>
              </a:ext>
            </a:extLst>
          </p:cNvPr>
          <p:cNvSpPr/>
          <p:nvPr/>
        </p:nvSpPr>
        <p:spPr>
          <a:xfrm>
            <a:off x="1393596" y="3917183"/>
            <a:ext cx="6046952" cy="391261"/>
          </a:xfrm>
          <a:prstGeom prst="rect">
            <a:avLst/>
          </a:prstGeom>
        </p:spPr>
        <p:txBody>
          <a:bodyPr wrap="square">
            <a:spAutoFit/>
          </a:bodyPr>
          <a:lstStyle/>
          <a:p>
            <a:pPr marL="285750" lvl="3" indent="-285750" defTabSz="457200">
              <a:lnSpc>
                <a:spcPts val="2600"/>
              </a:lnSpc>
              <a:spcAft>
                <a:spcPts val="1800"/>
              </a:spcAft>
              <a:buFont typeface="Arial" panose="020B0604020202020204" pitchFamily="34" charset="0"/>
              <a:buChar char="•"/>
              <a:defRPr/>
            </a:pPr>
            <a:r>
              <a:rPr lang="zh-CN" altLang="en-US" sz="1600" spc="150" dirty="0">
                <a:solidFill>
                  <a:srgbClr val="000000"/>
                </a:solidFill>
                <a:latin typeface="微软雅黑" panose="020B0503020204020204" pitchFamily="34" charset="-122"/>
                <a:ea typeface="微软雅黑" panose="020B0503020204020204" pitchFamily="34" charset="-122"/>
              </a:rPr>
              <a:t>离原点越远，代表的两种商品的数量组合越大</a:t>
            </a:r>
          </a:p>
        </p:txBody>
      </p:sp>
      <p:sp>
        <p:nvSpPr>
          <p:cNvPr id="18" name="矩形 17">
            <a:extLst>
              <a:ext uri="{FF2B5EF4-FFF2-40B4-BE49-F238E27FC236}">
                <a16:creationId xmlns:a16="http://schemas.microsoft.com/office/drawing/2014/main" id="{3DBDF2F7-074E-457C-94D9-3D49F52DCFB5}"/>
              </a:ext>
            </a:extLst>
          </p:cNvPr>
          <p:cNvSpPr/>
          <p:nvPr/>
        </p:nvSpPr>
        <p:spPr>
          <a:xfrm>
            <a:off x="1393596" y="4483272"/>
            <a:ext cx="6046952" cy="391261"/>
          </a:xfrm>
          <a:prstGeom prst="rect">
            <a:avLst/>
          </a:prstGeom>
        </p:spPr>
        <p:txBody>
          <a:bodyPr wrap="square">
            <a:spAutoFit/>
          </a:bodyPr>
          <a:lstStyle/>
          <a:p>
            <a:pPr marL="285750" lvl="3" indent="-285750" defTabSz="457200">
              <a:lnSpc>
                <a:spcPts val="2600"/>
              </a:lnSpc>
              <a:spcAft>
                <a:spcPts val="1800"/>
              </a:spcAft>
              <a:buFont typeface="Arial" panose="020B0604020202020204" pitchFamily="34" charset="0"/>
              <a:buChar char="•"/>
              <a:defRPr/>
            </a:pPr>
            <a:r>
              <a:rPr lang="zh-CN" altLang="en-US" sz="1600" spc="150" dirty="0">
                <a:solidFill>
                  <a:srgbClr val="000000"/>
                </a:solidFill>
                <a:latin typeface="微软雅黑" panose="020B0503020204020204" pitchFamily="34" charset="-122"/>
                <a:ea typeface="微软雅黑" panose="020B0503020204020204" pitchFamily="34" charset="-122"/>
              </a:rPr>
              <a:t>消费者更偏好于数量大的商品组合</a:t>
            </a:r>
          </a:p>
        </p:txBody>
      </p:sp>
      <p:sp>
        <p:nvSpPr>
          <p:cNvPr id="19" name="矩形 18">
            <a:extLst>
              <a:ext uri="{FF2B5EF4-FFF2-40B4-BE49-F238E27FC236}">
                <a16:creationId xmlns:a16="http://schemas.microsoft.com/office/drawing/2014/main" id="{6CE4A5A4-7B45-4E73-B42A-7DF925913787}"/>
              </a:ext>
            </a:extLst>
          </p:cNvPr>
          <p:cNvSpPr/>
          <p:nvPr/>
        </p:nvSpPr>
        <p:spPr>
          <a:xfrm>
            <a:off x="1393596" y="5022838"/>
            <a:ext cx="6046952" cy="391261"/>
          </a:xfrm>
          <a:prstGeom prst="rect">
            <a:avLst/>
          </a:prstGeom>
        </p:spPr>
        <p:txBody>
          <a:bodyPr wrap="square">
            <a:spAutoFit/>
          </a:bodyPr>
          <a:lstStyle/>
          <a:p>
            <a:pPr marL="285750" lvl="3" indent="-285750" defTabSz="457200">
              <a:lnSpc>
                <a:spcPts val="2600"/>
              </a:lnSpc>
              <a:spcAft>
                <a:spcPts val="1800"/>
              </a:spcAft>
              <a:buFont typeface="Arial" panose="020B0604020202020204" pitchFamily="34" charset="0"/>
              <a:buChar char="•"/>
              <a:defRPr/>
            </a:pPr>
            <a:r>
              <a:rPr lang="zh-CN" altLang="en-US" sz="1600" spc="150" dirty="0">
                <a:solidFill>
                  <a:srgbClr val="000000"/>
                </a:solidFill>
                <a:latin typeface="微软雅黑" panose="020B0503020204020204" pitchFamily="34" charset="-122"/>
                <a:ea typeface="微软雅黑" panose="020B0503020204020204" pitchFamily="34" charset="-122"/>
              </a:rPr>
              <a:t>因此离原点越远的无差异曲线代表的效用水平就越高。</a:t>
            </a:r>
          </a:p>
        </p:txBody>
      </p:sp>
      <p:grpSp>
        <p:nvGrpSpPr>
          <p:cNvPr id="11" name="组合 10">
            <a:extLst>
              <a:ext uri="{FF2B5EF4-FFF2-40B4-BE49-F238E27FC236}">
                <a16:creationId xmlns:a16="http://schemas.microsoft.com/office/drawing/2014/main" id="{136D4DCB-7BD4-4D7C-8ECD-509E542D9B63}"/>
              </a:ext>
            </a:extLst>
          </p:cNvPr>
          <p:cNvGrpSpPr/>
          <p:nvPr/>
        </p:nvGrpSpPr>
        <p:grpSpPr>
          <a:xfrm>
            <a:off x="467544" y="1213829"/>
            <a:ext cx="2348227" cy="461665"/>
            <a:chOff x="467544" y="1161144"/>
            <a:chExt cx="3806023" cy="659493"/>
          </a:xfrm>
        </p:grpSpPr>
        <p:sp>
          <p:nvSpPr>
            <p:cNvPr id="12" name="MH_Text_1">
              <a:extLst>
                <a:ext uri="{FF2B5EF4-FFF2-40B4-BE49-F238E27FC236}">
                  <a16:creationId xmlns:a16="http://schemas.microsoft.com/office/drawing/2014/main" id="{07002F9F-04C7-48C1-8E3A-AF52FB223636}"/>
                </a:ext>
              </a:extLst>
            </p:cNvPr>
            <p:cNvSpPr/>
            <p:nvPr>
              <p:custDataLst>
                <p:tags r:id="rId1"/>
              </p:custDataLst>
            </p:nvPr>
          </p:nvSpPr>
          <p:spPr bwMode="auto">
            <a:xfrm>
              <a:off x="467544" y="1161144"/>
              <a:ext cx="3806023" cy="659493"/>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algn="ctr">
                <a:defRPr/>
              </a:pPr>
              <a:r>
                <a:rPr lang="zh-CN" altLang="en-US" sz="2000" spc="150" dirty="0">
                  <a:solidFill>
                    <a:srgbClr val="000000"/>
                  </a:solidFill>
                  <a:latin typeface="微软雅黑" panose="020B0503020204020204" pitchFamily="34" charset="-122"/>
                  <a:ea typeface="微软雅黑" panose="020B0503020204020204" pitchFamily="34" charset="-122"/>
                </a:rPr>
                <a:t>无差异曲线的特点</a:t>
              </a:r>
            </a:p>
          </p:txBody>
        </p:sp>
        <p:sp>
          <p:nvSpPr>
            <p:cNvPr id="13" name="MH_Other_2">
              <a:extLst>
                <a:ext uri="{FF2B5EF4-FFF2-40B4-BE49-F238E27FC236}">
                  <a16:creationId xmlns:a16="http://schemas.microsoft.com/office/drawing/2014/main" id="{7CF56EDA-1856-46A5-9031-EE07AA8ACD80}"/>
                </a:ext>
              </a:extLst>
            </p:cNvPr>
            <p:cNvSpPr/>
            <p:nvPr>
              <p:custDataLst>
                <p:tags r:id="rId2"/>
              </p:custDataLst>
            </p:nvPr>
          </p:nvSpPr>
          <p:spPr bwMode="auto">
            <a:xfrm rot="10800000">
              <a:off x="4004344" y="1240922"/>
              <a:ext cx="189743" cy="162838"/>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Tree>
    <p:extLst>
      <p:ext uri="{BB962C8B-B14F-4D97-AF65-F5344CB8AC3E}">
        <p14:creationId xmlns:p14="http://schemas.microsoft.com/office/powerpoint/2010/main" val="3566591606"/>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arn(inVertic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trips(down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5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500"/>
                                        <p:tgtEl>
                                          <p:spTgt spid="1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16" grpId="0"/>
      <p:bldP spid="17" grpId="0"/>
      <p:bldP spid="18" grpId="0"/>
      <p:bldP spid="19"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A579C4F7-1A2A-4813-8FDE-AB88E4E7D275}"/>
              </a:ext>
            </a:extLst>
          </p:cNvPr>
          <p:cNvSpPr/>
          <p:nvPr/>
        </p:nvSpPr>
        <p:spPr>
          <a:xfrm>
            <a:off x="1150302" y="1786853"/>
            <a:ext cx="4843279" cy="397353"/>
          </a:xfrm>
          <a:prstGeom prst="rect">
            <a:avLst/>
          </a:prstGeom>
        </p:spPr>
        <p:txBody>
          <a:bodyPr wrap="square">
            <a:spAutoFit/>
          </a:bodyPr>
          <a:lstStyle/>
          <a:p>
            <a:pPr marL="0" lvl="3" defTabSz="457200" eaLnBrk="1" hangingPunct="1">
              <a:lnSpc>
                <a:spcPts val="2600"/>
              </a:lnSpc>
              <a:spcAft>
                <a:spcPts val="1800"/>
              </a:spcAft>
              <a:buFont typeface="Wingdings" panose="05000000000000000000" pitchFamily="2" charset="2"/>
              <a:buChar char="Ø"/>
              <a:defRPr/>
            </a:pPr>
            <a:r>
              <a:rPr lang="zh-CN" altLang="en-US" spc="150" dirty="0">
                <a:solidFill>
                  <a:srgbClr val="000000"/>
                </a:solidFill>
                <a:latin typeface="微软雅黑" panose="020B0503020204020204" pitchFamily="34" charset="-122"/>
                <a:ea typeface="微软雅黑" panose="020B0503020204020204" pitchFamily="34" charset="-122"/>
              </a:rPr>
              <a:t>任意两条无差异曲线不相交</a:t>
            </a:r>
          </a:p>
        </p:txBody>
      </p:sp>
      <p:sp>
        <p:nvSpPr>
          <p:cNvPr id="6" name="矩形 5">
            <a:extLst>
              <a:ext uri="{FF2B5EF4-FFF2-40B4-BE49-F238E27FC236}">
                <a16:creationId xmlns:a16="http://schemas.microsoft.com/office/drawing/2014/main" id="{BBD7E2E9-DA23-40FB-98DF-937E2CF6777C}"/>
              </a:ext>
            </a:extLst>
          </p:cNvPr>
          <p:cNvSpPr/>
          <p:nvPr/>
        </p:nvSpPr>
        <p:spPr>
          <a:xfrm>
            <a:off x="1683884" y="2227014"/>
            <a:ext cx="6046952" cy="724686"/>
          </a:xfrm>
          <a:prstGeom prst="rect">
            <a:avLst/>
          </a:prstGeom>
        </p:spPr>
        <p:txBody>
          <a:bodyPr wrap="square">
            <a:spAutoFit/>
          </a:bodyPr>
          <a:lstStyle/>
          <a:p>
            <a:pPr marL="285750" lvl="3" indent="-285750" defTabSz="457200" eaLnBrk="1" hangingPunct="1">
              <a:lnSpc>
                <a:spcPts val="2600"/>
              </a:lnSpc>
              <a:spcAft>
                <a:spcPts val="1800"/>
              </a:spcAft>
              <a:buFont typeface="Arial" panose="020B0604020202020204" pitchFamily="34" charset="0"/>
              <a:buChar char="•"/>
              <a:defRPr/>
            </a:pPr>
            <a:r>
              <a:rPr lang="zh-CN" altLang="en-US" sz="1600" spc="150" dirty="0">
                <a:solidFill>
                  <a:srgbClr val="000000"/>
                </a:solidFill>
                <a:latin typeface="微软雅黑" panose="020B0503020204020204" pitchFamily="34" charset="-122"/>
                <a:ea typeface="微软雅黑" panose="020B0503020204020204" pitchFamily="34" charset="-122"/>
              </a:rPr>
              <a:t>由于可供消费者选择的商品数量是无限的，所以可以描绘出无数条无差异曲线。</a:t>
            </a:r>
          </a:p>
        </p:txBody>
      </p:sp>
      <p:sp>
        <p:nvSpPr>
          <p:cNvPr id="14" name="矩形 13">
            <a:extLst>
              <a:ext uri="{FF2B5EF4-FFF2-40B4-BE49-F238E27FC236}">
                <a16:creationId xmlns:a16="http://schemas.microsoft.com/office/drawing/2014/main" id="{43D5C20A-7445-401D-92EF-85DC1EB20392}"/>
              </a:ext>
            </a:extLst>
          </p:cNvPr>
          <p:cNvSpPr/>
          <p:nvPr/>
        </p:nvSpPr>
        <p:spPr>
          <a:xfrm>
            <a:off x="6593747" y="0"/>
            <a:ext cx="2550253" cy="369332"/>
          </a:xfrm>
          <a:prstGeom prst="rect">
            <a:avLst/>
          </a:prstGeom>
        </p:spPr>
        <p:txBody>
          <a:bodyPr wrap="squar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 第二节  </a:t>
            </a:r>
            <a:r>
              <a:rPr lang="zh-CN" altLang="en-US" spc="150" dirty="0">
                <a:latin typeface="微软雅黑" panose="020B0503020204020204" pitchFamily="34" charset="-122"/>
                <a:ea typeface="微软雅黑" panose="020B0503020204020204" pitchFamily="34" charset="-122"/>
              </a:rPr>
              <a:t>无差异曲线</a:t>
            </a:r>
            <a:endParaRPr lang="zh-CN" altLang="en-US" spc="150" dirty="0">
              <a:solidFill>
                <a:srgbClr val="000000"/>
              </a:solidFill>
              <a:latin typeface="微软雅黑" panose="020B0503020204020204" pitchFamily="34" charset="-122"/>
              <a:ea typeface="微软雅黑" panose="020B0503020204020204" pitchFamily="34" charset="-122"/>
            </a:endParaRPr>
          </a:p>
        </p:txBody>
      </p:sp>
      <p:sp>
        <p:nvSpPr>
          <p:cNvPr id="15" name="矩形 14">
            <a:extLst>
              <a:ext uri="{FF2B5EF4-FFF2-40B4-BE49-F238E27FC236}">
                <a16:creationId xmlns:a16="http://schemas.microsoft.com/office/drawing/2014/main" id="{6B631EEA-93AE-4D0C-A424-1D345CD9B9E2}"/>
              </a:ext>
            </a:extLst>
          </p:cNvPr>
          <p:cNvSpPr/>
          <p:nvPr/>
        </p:nvSpPr>
        <p:spPr>
          <a:xfrm>
            <a:off x="467544" y="548680"/>
            <a:ext cx="3781805"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二、无差异曲线及其特点</a:t>
            </a:r>
          </a:p>
        </p:txBody>
      </p:sp>
      <p:sp>
        <p:nvSpPr>
          <p:cNvPr id="3" name="矩形 2">
            <a:extLst>
              <a:ext uri="{FF2B5EF4-FFF2-40B4-BE49-F238E27FC236}">
                <a16:creationId xmlns:a16="http://schemas.microsoft.com/office/drawing/2014/main" id="{6F59ECD2-0AAC-4E85-90E4-D7BA34B48443}"/>
              </a:ext>
            </a:extLst>
          </p:cNvPr>
          <p:cNvSpPr/>
          <p:nvPr/>
        </p:nvSpPr>
        <p:spPr>
          <a:xfrm>
            <a:off x="1514696" y="3220272"/>
            <a:ext cx="4717044" cy="346633"/>
          </a:xfrm>
          <a:prstGeom prst="rect">
            <a:avLst/>
          </a:prstGeom>
        </p:spPr>
        <p:txBody>
          <a:bodyPr wrap="square">
            <a:spAutoFit/>
          </a:bodyPr>
          <a:lstStyle/>
          <a:p>
            <a:pPr marL="0" lvl="3" defTabSz="457200" eaLnBrk="1" hangingPunct="1">
              <a:lnSpc>
                <a:spcPts val="2200"/>
              </a:lnSpc>
              <a:spcBef>
                <a:spcPts val="600"/>
              </a:spcBef>
              <a:spcAft>
                <a:spcPts val="0"/>
              </a:spcAft>
              <a:buNone/>
              <a:defRPr/>
            </a:pPr>
            <a:r>
              <a:rPr lang="zh-CN" altLang="en-US" sz="1400" spc="150" dirty="0">
                <a:solidFill>
                  <a:srgbClr val="000000"/>
                </a:solidFill>
                <a:latin typeface="微软雅黑" panose="020B0503020204020204" pitchFamily="34" charset="-122"/>
                <a:ea typeface="微软雅黑" panose="020B0503020204020204" pitchFamily="34" charset="-122"/>
              </a:rPr>
              <a:t>（</a:t>
            </a:r>
            <a:r>
              <a:rPr lang="en-US" altLang="zh-CN" sz="1400" spc="150" dirty="0">
                <a:solidFill>
                  <a:srgbClr val="000000"/>
                </a:solidFill>
                <a:latin typeface="微软雅黑" panose="020B0503020204020204" pitchFamily="34" charset="-122"/>
                <a:ea typeface="微软雅黑" panose="020B0503020204020204" pitchFamily="34" charset="-122"/>
              </a:rPr>
              <a:t>1</a:t>
            </a:r>
            <a:r>
              <a:rPr lang="zh-CN" altLang="en-US" sz="1400" spc="150" dirty="0">
                <a:solidFill>
                  <a:srgbClr val="000000"/>
                </a:solidFill>
                <a:latin typeface="微软雅黑" panose="020B0503020204020204" pitchFamily="34" charset="-122"/>
                <a:ea typeface="微软雅黑" panose="020B0503020204020204" pitchFamily="34" charset="-122"/>
              </a:rPr>
              <a:t>）</a:t>
            </a:r>
            <a:r>
              <a:rPr lang="en-US" altLang="zh-CN" sz="1400" spc="150" dirty="0">
                <a:solidFill>
                  <a:srgbClr val="000000"/>
                </a:solidFill>
                <a:latin typeface="微软雅黑" panose="020B0503020204020204" pitchFamily="34" charset="-122"/>
                <a:ea typeface="微软雅黑" panose="020B0503020204020204" pitchFamily="34" charset="-122"/>
              </a:rPr>
              <a:t>B</a:t>
            </a:r>
            <a:r>
              <a:rPr lang="zh-CN" altLang="en-US" sz="1400" spc="150" dirty="0">
                <a:solidFill>
                  <a:srgbClr val="000000"/>
                </a:solidFill>
                <a:latin typeface="微软雅黑" panose="020B0503020204020204" pitchFamily="34" charset="-122"/>
                <a:ea typeface="微软雅黑" panose="020B0503020204020204" pitchFamily="34" charset="-122"/>
              </a:rPr>
              <a:t>和</a:t>
            </a:r>
            <a:r>
              <a:rPr lang="en-US" altLang="zh-CN" sz="1400" spc="150" dirty="0">
                <a:solidFill>
                  <a:srgbClr val="000000"/>
                </a:solidFill>
                <a:latin typeface="微软雅黑" panose="020B0503020204020204" pitchFamily="34" charset="-122"/>
                <a:ea typeface="微软雅黑" panose="020B0503020204020204" pitchFamily="34" charset="-122"/>
              </a:rPr>
              <a:t>C</a:t>
            </a:r>
            <a:r>
              <a:rPr lang="zh-CN" altLang="en-US" sz="1400" spc="150" dirty="0">
                <a:solidFill>
                  <a:srgbClr val="000000"/>
                </a:solidFill>
                <a:latin typeface="微软雅黑" panose="020B0503020204020204" pitchFamily="34" charset="-122"/>
                <a:ea typeface="微软雅黑" panose="020B0503020204020204" pitchFamily="34" charset="-122"/>
              </a:rPr>
              <a:t>处于不同曲线，因此偏好不同</a:t>
            </a:r>
            <a:endParaRPr lang="en-US" altLang="zh-CN" sz="1400" spc="150" dirty="0">
              <a:solidFill>
                <a:srgbClr val="000000"/>
              </a:solidFill>
              <a:latin typeface="微软雅黑" panose="020B0503020204020204" pitchFamily="34" charset="-122"/>
              <a:ea typeface="微软雅黑" panose="020B0503020204020204" pitchFamily="34" charset="-122"/>
            </a:endParaRPr>
          </a:p>
        </p:txBody>
      </p:sp>
      <p:grpSp>
        <p:nvGrpSpPr>
          <p:cNvPr id="11" name="组合 60">
            <a:extLst>
              <a:ext uri="{FF2B5EF4-FFF2-40B4-BE49-F238E27FC236}">
                <a16:creationId xmlns:a16="http://schemas.microsoft.com/office/drawing/2014/main" id="{367B7147-87BB-4CBD-B3FD-45A8C206DDD8}"/>
              </a:ext>
            </a:extLst>
          </p:cNvPr>
          <p:cNvGrpSpPr>
            <a:grpSpLocks/>
          </p:cNvGrpSpPr>
          <p:nvPr/>
        </p:nvGrpSpPr>
        <p:grpSpPr bwMode="auto">
          <a:xfrm>
            <a:off x="5590438" y="2745772"/>
            <a:ext cx="3444875" cy="3044063"/>
            <a:chOff x="0" y="0"/>
            <a:chExt cx="5185163" cy="4581086"/>
          </a:xfrm>
        </p:grpSpPr>
        <p:grpSp>
          <p:nvGrpSpPr>
            <p:cNvPr id="13" name="组合 82">
              <a:extLst>
                <a:ext uri="{FF2B5EF4-FFF2-40B4-BE49-F238E27FC236}">
                  <a16:creationId xmlns:a16="http://schemas.microsoft.com/office/drawing/2014/main" id="{D1700985-313E-410C-906B-B55B41B92119}"/>
                </a:ext>
              </a:extLst>
            </p:cNvPr>
            <p:cNvGrpSpPr>
              <a:grpSpLocks/>
            </p:cNvGrpSpPr>
            <p:nvPr/>
          </p:nvGrpSpPr>
          <p:grpSpPr bwMode="auto">
            <a:xfrm>
              <a:off x="152008" y="0"/>
              <a:ext cx="5033151" cy="4476394"/>
              <a:chOff x="0" y="0"/>
              <a:chExt cx="5033102" cy="4475373"/>
            </a:xfrm>
          </p:grpSpPr>
          <p:grpSp>
            <p:nvGrpSpPr>
              <p:cNvPr id="20" name="组合 75">
                <a:extLst>
                  <a:ext uri="{FF2B5EF4-FFF2-40B4-BE49-F238E27FC236}">
                    <a16:creationId xmlns:a16="http://schemas.microsoft.com/office/drawing/2014/main" id="{C20F83BB-404C-4146-ADD0-3AF3DF137F58}"/>
                  </a:ext>
                </a:extLst>
              </p:cNvPr>
              <p:cNvGrpSpPr>
                <a:grpSpLocks/>
              </p:cNvGrpSpPr>
              <p:nvPr/>
            </p:nvGrpSpPr>
            <p:grpSpPr bwMode="auto">
              <a:xfrm>
                <a:off x="0" y="0"/>
                <a:ext cx="5033102" cy="4475373"/>
                <a:chOff x="0" y="0"/>
                <a:chExt cx="5033102" cy="4475373"/>
              </a:xfrm>
            </p:grpSpPr>
            <p:grpSp>
              <p:nvGrpSpPr>
                <p:cNvPr id="24" name="组合 55">
                  <a:extLst>
                    <a:ext uri="{FF2B5EF4-FFF2-40B4-BE49-F238E27FC236}">
                      <a16:creationId xmlns:a16="http://schemas.microsoft.com/office/drawing/2014/main" id="{B881AA9F-1891-4863-8B84-2F3FEA29088E}"/>
                    </a:ext>
                  </a:extLst>
                </p:cNvPr>
                <p:cNvGrpSpPr>
                  <a:grpSpLocks/>
                </p:cNvGrpSpPr>
                <p:nvPr/>
              </p:nvGrpSpPr>
              <p:grpSpPr bwMode="auto">
                <a:xfrm>
                  <a:off x="167099" y="0"/>
                  <a:ext cx="4866003" cy="4192816"/>
                  <a:chOff x="0" y="0"/>
                  <a:chExt cx="4866003" cy="4192816"/>
                </a:xfrm>
              </p:grpSpPr>
              <p:cxnSp>
                <p:nvCxnSpPr>
                  <p:cNvPr id="31" name="直接箭头连接符 78">
                    <a:extLst>
                      <a:ext uri="{FF2B5EF4-FFF2-40B4-BE49-F238E27FC236}">
                        <a16:creationId xmlns:a16="http://schemas.microsoft.com/office/drawing/2014/main" id="{C1011051-15F1-463B-9F47-320BFEA44E3C}"/>
                      </a:ext>
                    </a:extLst>
                  </p:cNvPr>
                  <p:cNvCxnSpPr>
                    <a:cxnSpLocks noChangeShapeType="1"/>
                  </p:cNvCxnSpPr>
                  <p:nvPr/>
                </p:nvCxnSpPr>
                <p:spPr bwMode="auto">
                  <a:xfrm>
                    <a:off x="34929" y="4165838"/>
                    <a:ext cx="3226010" cy="1587"/>
                  </a:xfrm>
                  <a:prstGeom prst="straightConnector1">
                    <a:avLst/>
                  </a:prstGeom>
                  <a:noFill/>
                  <a:ln w="9525" cmpd="sng">
                    <a:solidFill>
                      <a:srgbClr val="A6A6A6"/>
                    </a:solidFill>
                    <a:round/>
                    <a:headEnd/>
                    <a:tailEnd type="stealth" w="med" len="lg"/>
                  </a:ln>
                  <a:extLst>
                    <a:ext uri="{909E8E84-426E-40DD-AFC4-6F175D3DCCD1}">
                      <a14:hiddenFill xmlns:a14="http://schemas.microsoft.com/office/drawing/2010/main">
                        <a:noFill/>
                      </a14:hiddenFill>
                    </a:ext>
                  </a:extLst>
                </p:spPr>
              </p:cxnSp>
              <p:cxnSp>
                <p:nvCxnSpPr>
                  <p:cNvPr id="32" name="直接箭头连接符 79">
                    <a:extLst>
                      <a:ext uri="{FF2B5EF4-FFF2-40B4-BE49-F238E27FC236}">
                        <a16:creationId xmlns:a16="http://schemas.microsoft.com/office/drawing/2014/main" id="{D9A16B99-62E6-4AA6-9EA7-4FF195A57988}"/>
                      </a:ext>
                    </a:extLst>
                  </p:cNvPr>
                  <p:cNvCxnSpPr>
                    <a:cxnSpLocks noChangeShapeType="1"/>
                  </p:cNvCxnSpPr>
                  <p:nvPr/>
                </p:nvCxnSpPr>
                <p:spPr bwMode="auto">
                  <a:xfrm rot="16200000" flipV="1">
                    <a:off x="-1423516" y="2689929"/>
                    <a:ext cx="2899423" cy="52391"/>
                  </a:xfrm>
                  <a:prstGeom prst="straightConnector1">
                    <a:avLst/>
                  </a:prstGeom>
                  <a:noFill/>
                  <a:ln w="9525" cmpd="sng">
                    <a:solidFill>
                      <a:srgbClr val="A6A6A6"/>
                    </a:solidFill>
                    <a:round/>
                    <a:headEnd/>
                    <a:tailEnd type="stealth" w="med" len="lg"/>
                  </a:ln>
                  <a:extLst>
                    <a:ext uri="{909E8E84-426E-40DD-AFC4-6F175D3DCCD1}">
                      <a14:hiddenFill xmlns:a14="http://schemas.microsoft.com/office/drawing/2010/main">
                        <a:noFill/>
                      </a14:hiddenFill>
                    </a:ext>
                  </a:extLst>
                </p:spPr>
              </p:cxnSp>
              <p:sp>
                <p:nvSpPr>
                  <p:cNvPr id="33" name="弧形 9">
                    <a:extLst>
                      <a:ext uri="{FF2B5EF4-FFF2-40B4-BE49-F238E27FC236}">
                        <a16:creationId xmlns:a16="http://schemas.microsoft.com/office/drawing/2014/main" id="{6ACA6E71-2C30-43B7-AC93-6A27636D83DC}"/>
                      </a:ext>
                    </a:extLst>
                  </p:cNvPr>
                  <p:cNvSpPr>
                    <a:spLocks noChangeArrowheads="1"/>
                  </p:cNvSpPr>
                  <p:nvPr/>
                </p:nvSpPr>
                <p:spPr bwMode="auto">
                  <a:xfrm rot="10800000">
                    <a:off x="693785" y="0"/>
                    <a:ext cx="3800723" cy="3621502"/>
                  </a:xfrm>
                  <a:custGeom>
                    <a:avLst/>
                    <a:gdLst>
                      <a:gd name="T0" fmla="*/ 1900364 w 3800723"/>
                      <a:gd name="T1" fmla="*/ 0 h 3621502"/>
                      <a:gd name="T2" fmla="*/ 1900362 w 3800723"/>
                      <a:gd name="T3" fmla="*/ 1810751 h 3621502"/>
                      <a:gd name="T4" fmla="*/ 3800723 w 3800723"/>
                      <a:gd name="T5" fmla="*/ 1810751 h 3621502"/>
                      <a:gd name="T6" fmla="*/ 11796480 60000 65536"/>
                      <a:gd name="T7" fmla="*/ 11796480 60000 65536"/>
                      <a:gd name="T8" fmla="*/ 5898240 60000 65536"/>
                      <a:gd name="T9" fmla="*/ 1900364 w 3800723"/>
                      <a:gd name="T10" fmla="*/ 0 h 3621502"/>
                      <a:gd name="T11" fmla="*/ 3800723 w 3800723"/>
                      <a:gd name="T12" fmla="*/ 1810751 h 3621502"/>
                    </a:gdLst>
                    <a:ahLst/>
                    <a:cxnLst>
                      <a:cxn ang="T6">
                        <a:pos x="T0" y="T1"/>
                      </a:cxn>
                      <a:cxn ang="T7">
                        <a:pos x="T2" y="T3"/>
                      </a:cxn>
                      <a:cxn ang="T8">
                        <a:pos x="T4" y="T5"/>
                      </a:cxn>
                    </a:cxnLst>
                    <a:rect l="T9" t="T10" r="T11" b="T12"/>
                    <a:pathLst>
                      <a:path w="3800723" h="3621502" stroke="0">
                        <a:moveTo>
                          <a:pt x="1900364" y="0"/>
                        </a:moveTo>
                        <a:lnTo>
                          <a:pt x="1900364" y="0"/>
                        </a:lnTo>
                        <a:cubicBezTo>
                          <a:pt x="2949904" y="1"/>
                          <a:pt x="3800724" y="810701"/>
                          <a:pt x="3800724" y="1810751"/>
                        </a:cubicBezTo>
                        <a:cubicBezTo>
                          <a:pt x="3800724" y="1810752"/>
                          <a:pt x="3800723" y="1810753"/>
                          <a:pt x="3800723" y="1810754"/>
                        </a:cubicBezTo>
                        <a:lnTo>
                          <a:pt x="1900362" y="1810751"/>
                        </a:lnTo>
                        <a:close/>
                      </a:path>
                      <a:path w="3800723" h="3621502" fill="none">
                        <a:moveTo>
                          <a:pt x="1900364" y="0"/>
                        </a:moveTo>
                        <a:lnTo>
                          <a:pt x="1900364" y="0"/>
                        </a:lnTo>
                        <a:cubicBezTo>
                          <a:pt x="2949904" y="1"/>
                          <a:pt x="3800724" y="810701"/>
                          <a:pt x="3800724" y="1810751"/>
                        </a:cubicBezTo>
                        <a:cubicBezTo>
                          <a:pt x="3800724" y="1810752"/>
                          <a:pt x="3800723" y="1810753"/>
                          <a:pt x="3800723" y="1810754"/>
                        </a:cubicBezTo>
                      </a:path>
                    </a:pathLst>
                  </a:custGeom>
                  <a:noFill/>
                  <a:ln w="38100" cmpd="sng">
                    <a:solidFill>
                      <a:srgbClr val="808000"/>
                    </a:solidFill>
                    <a:miter lim="800000"/>
                    <a:headEnd/>
                    <a:tailEnd/>
                  </a:ln>
                  <a:effectLst>
                    <a:outerShdw dist="23000" dir="5400000" algn="ctr" rotWithShape="0">
                      <a:srgbClr val="000000">
                        <a:alpha val="32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34" name="弧形 81">
                    <a:extLst>
                      <a:ext uri="{FF2B5EF4-FFF2-40B4-BE49-F238E27FC236}">
                        <a16:creationId xmlns:a16="http://schemas.microsoft.com/office/drawing/2014/main" id="{FCDDF404-DB95-49D6-8892-19EC7F6F3DAC}"/>
                      </a:ext>
                    </a:extLst>
                  </p:cNvPr>
                  <p:cNvSpPr>
                    <a:spLocks noChangeArrowheads="1"/>
                  </p:cNvSpPr>
                  <p:nvPr/>
                </p:nvSpPr>
                <p:spPr bwMode="auto">
                  <a:xfrm rot="11483062">
                    <a:off x="1065284" y="245982"/>
                    <a:ext cx="3800723" cy="3621502"/>
                  </a:xfrm>
                  <a:custGeom>
                    <a:avLst/>
                    <a:gdLst>
                      <a:gd name="T0" fmla="*/ 1900364 w 3800723"/>
                      <a:gd name="T1" fmla="*/ 0 h 3621502"/>
                      <a:gd name="T2" fmla="*/ 1900362 w 3800723"/>
                      <a:gd name="T3" fmla="*/ 1810751 h 3621502"/>
                      <a:gd name="T4" fmla="*/ 3800723 w 3800723"/>
                      <a:gd name="T5" fmla="*/ 1810751 h 3621502"/>
                      <a:gd name="T6" fmla="*/ 11796480 60000 65536"/>
                      <a:gd name="T7" fmla="*/ 11796480 60000 65536"/>
                      <a:gd name="T8" fmla="*/ 5898240 60000 65536"/>
                      <a:gd name="T9" fmla="*/ 1900364 w 3800723"/>
                      <a:gd name="T10" fmla="*/ 0 h 3621502"/>
                      <a:gd name="T11" fmla="*/ 3800723 w 3800723"/>
                      <a:gd name="T12" fmla="*/ 1810751 h 3621502"/>
                    </a:gdLst>
                    <a:ahLst/>
                    <a:cxnLst>
                      <a:cxn ang="T6">
                        <a:pos x="T0" y="T1"/>
                      </a:cxn>
                      <a:cxn ang="T7">
                        <a:pos x="T2" y="T3"/>
                      </a:cxn>
                      <a:cxn ang="T8">
                        <a:pos x="T4" y="T5"/>
                      </a:cxn>
                    </a:cxnLst>
                    <a:rect l="T9" t="T10" r="T11" b="T12"/>
                    <a:pathLst>
                      <a:path w="3800723" h="3621502" stroke="0">
                        <a:moveTo>
                          <a:pt x="1900364" y="0"/>
                        </a:moveTo>
                        <a:lnTo>
                          <a:pt x="1900364" y="0"/>
                        </a:lnTo>
                        <a:cubicBezTo>
                          <a:pt x="2949904" y="1"/>
                          <a:pt x="3800724" y="810701"/>
                          <a:pt x="3800724" y="1810751"/>
                        </a:cubicBezTo>
                        <a:cubicBezTo>
                          <a:pt x="3800724" y="1810752"/>
                          <a:pt x="3800723" y="1810753"/>
                          <a:pt x="3800723" y="1810754"/>
                        </a:cubicBezTo>
                        <a:lnTo>
                          <a:pt x="1900362" y="1810751"/>
                        </a:lnTo>
                        <a:close/>
                      </a:path>
                      <a:path w="3800723" h="3621502" fill="none">
                        <a:moveTo>
                          <a:pt x="1900364" y="0"/>
                        </a:moveTo>
                        <a:lnTo>
                          <a:pt x="1900364" y="0"/>
                        </a:lnTo>
                        <a:cubicBezTo>
                          <a:pt x="2949904" y="1"/>
                          <a:pt x="3800724" y="810701"/>
                          <a:pt x="3800724" y="1810751"/>
                        </a:cubicBezTo>
                        <a:cubicBezTo>
                          <a:pt x="3800724" y="1810752"/>
                          <a:pt x="3800723" y="1810753"/>
                          <a:pt x="3800723" y="1810754"/>
                        </a:cubicBezTo>
                      </a:path>
                    </a:pathLst>
                  </a:custGeom>
                  <a:noFill/>
                  <a:ln w="38100" cmpd="sng">
                    <a:solidFill>
                      <a:srgbClr val="FFC000"/>
                    </a:solidFill>
                    <a:miter lim="800000"/>
                    <a:headEnd/>
                    <a:tailEnd/>
                  </a:ln>
                  <a:effectLst>
                    <a:outerShdw dist="23000" dir="5400000" algn="ctr" rotWithShape="0">
                      <a:srgbClr val="000000">
                        <a:alpha val="32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cxnSp>
                <p:nvCxnSpPr>
                  <p:cNvPr id="35" name="直接连接符 82">
                    <a:extLst>
                      <a:ext uri="{FF2B5EF4-FFF2-40B4-BE49-F238E27FC236}">
                        <a16:creationId xmlns:a16="http://schemas.microsoft.com/office/drawing/2014/main" id="{03EC84F5-2D67-42F3-9510-110B6BFF38BF}"/>
                      </a:ext>
                    </a:extLst>
                  </p:cNvPr>
                  <p:cNvCxnSpPr>
                    <a:cxnSpLocks noChangeShapeType="1"/>
                  </p:cNvCxnSpPr>
                  <p:nvPr/>
                </p:nvCxnSpPr>
                <p:spPr bwMode="auto">
                  <a:xfrm rot="5400000">
                    <a:off x="-177504" y="2857945"/>
                    <a:ext cx="1567942" cy="1101797"/>
                  </a:xfrm>
                  <a:prstGeom prst="line">
                    <a:avLst/>
                  </a:prstGeom>
                  <a:noFill/>
                  <a:ln w="9525" cmpd="sng">
                    <a:solidFill>
                      <a:srgbClr val="7F7F7F"/>
                    </a:solidFill>
                    <a:prstDash val="lgDash"/>
                    <a:round/>
                    <a:headEnd/>
                    <a:tailEnd/>
                  </a:ln>
                  <a:extLst>
                    <a:ext uri="{909E8E84-426E-40DD-AFC4-6F175D3DCCD1}">
                      <a14:hiddenFill xmlns:a14="http://schemas.microsoft.com/office/drawing/2010/main">
                        <a:noFill/>
                      </a14:hiddenFill>
                    </a:ext>
                  </a:extLst>
                </p:spPr>
              </p:cxnSp>
            </p:grpSp>
            <p:graphicFrame>
              <p:nvGraphicFramePr>
                <p:cNvPr id="25" name="Object 12">
                  <a:extLst>
                    <a:ext uri="{FF2B5EF4-FFF2-40B4-BE49-F238E27FC236}">
                      <a16:creationId xmlns:a16="http://schemas.microsoft.com/office/drawing/2014/main" id="{CA726584-EEA0-4078-83D6-83B2BFAA8E36}"/>
                    </a:ext>
                  </a:extLst>
                </p:cNvPr>
                <p:cNvGraphicFramePr>
                  <a:graphicFrameLocks noChangeAspect="1"/>
                </p:cNvGraphicFramePr>
                <p:nvPr/>
              </p:nvGraphicFramePr>
              <p:xfrm>
                <a:off x="0" y="4226192"/>
                <a:ext cx="214311" cy="249181"/>
              </p:xfrm>
              <a:graphic>
                <a:graphicData uri="http://schemas.openxmlformats.org/presentationml/2006/ole">
                  <mc:AlternateContent xmlns:mc="http://schemas.openxmlformats.org/markup-compatibility/2006">
                    <mc:Choice xmlns:v="urn:schemas-microsoft-com:vml" Requires="v">
                      <p:oleObj spid="_x0000_s112689" r:id="rId5" imgW="152717" imgH="178117" progId="">
                        <p:embed/>
                      </p:oleObj>
                    </mc:Choice>
                    <mc:Fallback>
                      <p:oleObj r:id="rId5" imgW="152717" imgH="178117" progId="">
                        <p:embed/>
                        <p:pic>
                          <p:nvPicPr>
                            <p:cNvPr id="26" name="Object 12">
                              <a:extLst>
                                <a:ext uri="{FF2B5EF4-FFF2-40B4-BE49-F238E27FC236}">
                                  <a16:creationId xmlns:a16="http://schemas.microsoft.com/office/drawing/2014/main" id="{74997BF7-0457-4B29-94B6-C5A81A740B1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4226192"/>
                              <a:ext cx="214311" cy="249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 name="Object 13">
                  <a:extLst>
                    <a:ext uri="{FF2B5EF4-FFF2-40B4-BE49-F238E27FC236}">
                      <a16:creationId xmlns:a16="http://schemas.microsoft.com/office/drawing/2014/main" id="{7E14A54D-044D-4673-AD17-78AF40734BA3}"/>
                    </a:ext>
                  </a:extLst>
                </p:cNvPr>
                <p:cNvGraphicFramePr>
                  <a:graphicFrameLocks noChangeAspect="1"/>
                </p:cNvGraphicFramePr>
                <p:nvPr/>
              </p:nvGraphicFramePr>
              <p:xfrm>
                <a:off x="1959487" y="3125224"/>
                <a:ext cx="213360" cy="231140"/>
              </p:xfrm>
              <a:graphic>
                <a:graphicData uri="http://schemas.openxmlformats.org/presentationml/2006/ole">
                  <mc:AlternateContent xmlns:mc="http://schemas.openxmlformats.org/markup-compatibility/2006">
                    <mc:Choice xmlns:v="urn:schemas-microsoft-com:vml" Requires="v">
                      <p:oleObj spid="_x0000_s112690" r:id="rId7" imgW="152783" imgH="165489" progId="">
                        <p:embed/>
                      </p:oleObj>
                    </mc:Choice>
                    <mc:Fallback>
                      <p:oleObj r:id="rId7" imgW="152783" imgH="165489" progId="">
                        <p:embed/>
                        <p:pic>
                          <p:nvPicPr>
                            <p:cNvPr id="27" name="Object 13">
                              <a:extLst>
                                <a:ext uri="{FF2B5EF4-FFF2-40B4-BE49-F238E27FC236}">
                                  <a16:creationId xmlns:a16="http://schemas.microsoft.com/office/drawing/2014/main" id="{648642D8-6C70-4EC0-915C-ADD6B48A3D6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59487" y="3125224"/>
                              <a:ext cx="213360" cy="2311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 name="Object 14">
                  <a:extLst>
                    <a:ext uri="{FF2B5EF4-FFF2-40B4-BE49-F238E27FC236}">
                      <a16:creationId xmlns:a16="http://schemas.microsoft.com/office/drawing/2014/main" id="{88A928BD-1657-49AB-8D63-FDBD49AD2264}"/>
                    </a:ext>
                  </a:extLst>
                </p:cNvPr>
                <p:cNvGraphicFramePr>
                  <a:graphicFrameLocks noChangeAspect="1"/>
                </p:cNvGraphicFramePr>
                <p:nvPr/>
              </p:nvGraphicFramePr>
              <p:xfrm>
                <a:off x="849692" y="2742258"/>
                <a:ext cx="213360" cy="231140"/>
              </p:xfrm>
              <a:graphic>
                <a:graphicData uri="http://schemas.openxmlformats.org/presentationml/2006/ole">
                  <mc:AlternateContent xmlns:mc="http://schemas.openxmlformats.org/markup-compatibility/2006">
                    <mc:Choice xmlns:v="urn:schemas-microsoft-com:vml" Requires="v">
                      <p:oleObj spid="_x0000_s112691" r:id="rId9" imgW="152783" imgH="165489" progId="">
                        <p:embed/>
                      </p:oleObj>
                    </mc:Choice>
                    <mc:Fallback>
                      <p:oleObj r:id="rId9" imgW="152783" imgH="165489" progId="">
                        <p:embed/>
                        <p:pic>
                          <p:nvPicPr>
                            <p:cNvPr id="28" name="Object 14">
                              <a:extLst>
                                <a:ext uri="{FF2B5EF4-FFF2-40B4-BE49-F238E27FC236}">
                                  <a16:creationId xmlns:a16="http://schemas.microsoft.com/office/drawing/2014/main" id="{8031040F-D2A3-4C1D-B9F1-549AFDC4724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49692" y="2742258"/>
                              <a:ext cx="213360" cy="2311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 name="Object 15">
                  <a:extLst>
                    <a:ext uri="{FF2B5EF4-FFF2-40B4-BE49-F238E27FC236}">
                      <a16:creationId xmlns:a16="http://schemas.microsoft.com/office/drawing/2014/main" id="{32DF9C71-88EF-4D2F-BF0C-CBC5E92330CD}"/>
                    </a:ext>
                  </a:extLst>
                </p:cNvPr>
                <p:cNvGraphicFramePr>
                  <a:graphicFrameLocks noChangeAspect="1"/>
                </p:cNvGraphicFramePr>
                <p:nvPr/>
              </p:nvGraphicFramePr>
              <p:xfrm>
                <a:off x="1435572" y="2371791"/>
                <a:ext cx="213360" cy="248920"/>
              </p:xfrm>
              <a:graphic>
                <a:graphicData uri="http://schemas.openxmlformats.org/presentationml/2006/ole">
                  <mc:AlternateContent xmlns:mc="http://schemas.openxmlformats.org/markup-compatibility/2006">
                    <mc:Choice xmlns:v="urn:schemas-microsoft-com:vml" Requires="v">
                      <p:oleObj spid="_x0000_s112692" r:id="rId11" imgW="152717" imgH="178117" progId="">
                        <p:embed/>
                      </p:oleObj>
                    </mc:Choice>
                    <mc:Fallback>
                      <p:oleObj r:id="rId11" imgW="152717" imgH="178117" progId="">
                        <p:embed/>
                        <p:pic>
                          <p:nvPicPr>
                            <p:cNvPr id="29" name="Object 15">
                              <a:extLst>
                                <a:ext uri="{FF2B5EF4-FFF2-40B4-BE49-F238E27FC236}">
                                  <a16:creationId xmlns:a16="http://schemas.microsoft.com/office/drawing/2014/main" id="{2C78983D-BC85-42C0-AE11-8B10EEBDA3D2}"/>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435572" y="2371791"/>
                              <a:ext cx="213360" cy="2489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 name="Object 16">
                  <a:extLst>
                    <a:ext uri="{FF2B5EF4-FFF2-40B4-BE49-F238E27FC236}">
                      <a16:creationId xmlns:a16="http://schemas.microsoft.com/office/drawing/2014/main" id="{F6468AF7-CE0F-4918-AA8E-A675EDA2998D}"/>
                    </a:ext>
                  </a:extLst>
                </p:cNvPr>
                <p:cNvGraphicFramePr>
                  <a:graphicFrameLocks noChangeAspect="1"/>
                </p:cNvGraphicFramePr>
                <p:nvPr/>
              </p:nvGraphicFramePr>
              <p:xfrm>
                <a:off x="2805197" y="3424893"/>
                <a:ext cx="266700" cy="320040"/>
              </p:xfrm>
              <a:graphic>
                <a:graphicData uri="http://schemas.openxmlformats.org/presentationml/2006/ole">
                  <mc:AlternateContent xmlns:mc="http://schemas.openxmlformats.org/markup-compatibility/2006">
                    <mc:Choice xmlns:v="urn:schemas-microsoft-com:vml" Requires="v">
                      <p:oleObj spid="_x0000_s112693" r:id="rId13" imgW="190983" imgH="229116" progId="">
                        <p:embed/>
                      </p:oleObj>
                    </mc:Choice>
                    <mc:Fallback>
                      <p:oleObj r:id="rId13" imgW="190983" imgH="229116" progId="">
                        <p:embed/>
                        <p:pic>
                          <p:nvPicPr>
                            <p:cNvPr id="30" name="Object 16">
                              <a:extLst>
                                <a:ext uri="{FF2B5EF4-FFF2-40B4-BE49-F238E27FC236}">
                                  <a16:creationId xmlns:a16="http://schemas.microsoft.com/office/drawing/2014/main" id="{85C9F975-E6E2-49B7-A8B4-364A29193518}"/>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805197" y="3424893"/>
                              <a:ext cx="266700" cy="320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 name="Object 17">
                  <a:extLst>
                    <a:ext uri="{FF2B5EF4-FFF2-40B4-BE49-F238E27FC236}">
                      <a16:creationId xmlns:a16="http://schemas.microsoft.com/office/drawing/2014/main" id="{609B9600-7F7C-4F71-B582-7F7CD640FA68}"/>
                    </a:ext>
                  </a:extLst>
                </p:cNvPr>
                <p:cNvGraphicFramePr>
                  <a:graphicFrameLocks noChangeAspect="1"/>
                </p:cNvGraphicFramePr>
                <p:nvPr/>
              </p:nvGraphicFramePr>
              <p:xfrm>
                <a:off x="2815045" y="3716982"/>
                <a:ext cx="284480" cy="320040"/>
              </p:xfrm>
              <a:graphic>
                <a:graphicData uri="http://schemas.openxmlformats.org/presentationml/2006/ole">
                  <mc:AlternateContent xmlns:mc="http://schemas.openxmlformats.org/markup-compatibility/2006">
                    <mc:Choice xmlns:v="urn:schemas-microsoft-com:vml" Requires="v">
                      <p:oleObj spid="_x0000_s112694" r:id="rId15" imgW="203605" imgH="229016" progId="">
                        <p:embed/>
                      </p:oleObj>
                    </mc:Choice>
                    <mc:Fallback>
                      <p:oleObj r:id="rId15" imgW="203605" imgH="229016" progId="">
                        <p:embed/>
                        <p:pic>
                          <p:nvPicPr>
                            <p:cNvPr id="31" name="Object 17">
                              <a:extLst>
                                <a:ext uri="{FF2B5EF4-FFF2-40B4-BE49-F238E27FC236}">
                                  <a16:creationId xmlns:a16="http://schemas.microsoft.com/office/drawing/2014/main" id="{096ED59E-E168-4BEE-8E59-F6D927601E0F}"/>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815045" y="3716982"/>
                              <a:ext cx="284480" cy="320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21" name="椭圆 67">
                <a:extLst>
                  <a:ext uri="{FF2B5EF4-FFF2-40B4-BE49-F238E27FC236}">
                    <a16:creationId xmlns:a16="http://schemas.microsoft.com/office/drawing/2014/main" id="{782D700E-1429-49DB-99F7-3972BE38712A}"/>
                  </a:ext>
                </a:extLst>
              </p:cNvPr>
              <p:cNvSpPr>
                <a:spLocks noChangeArrowheads="1"/>
              </p:cNvSpPr>
              <p:nvPr/>
            </p:nvSpPr>
            <p:spPr bwMode="auto">
              <a:xfrm flipH="1" flipV="1">
                <a:off x="1286362" y="2564569"/>
                <a:ext cx="90493" cy="88871"/>
              </a:xfrm>
              <a:prstGeom prst="ellipse">
                <a:avLst/>
              </a:prstGeom>
              <a:solidFill>
                <a:schemeClr val="tx1"/>
              </a:solidFill>
              <a:ln w="25400" cmpd="sng">
                <a:solidFill>
                  <a:srgbClr val="000000"/>
                </a:solidFill>
                <a:round/>
                <a:headEnd/>
                <a:tailEnd/>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endParaRPr>
              </a:p>
            </p:txBody>
          </p:sp>
          <p:sp>
            <p:nvSpPr>
              <p:cNvPr id="22" name="椭圆 68">
                <a:extLst>
                  <a:ext uri="{FF2B5EF4-FFF2-40B4-BE49-F238E27FC236}">
                    <a16:creationId xmlns:a16="http://schemas.microsoft.com/office/drawing/2014/main" id="{55980B05-A803-4684-8A30-FE9884E2BEC4}"/>
                  </a:ext>
                </a:extLst>
              </p:cNvPr>
              <p:cNvSpPr>
                <a:spLocks noChangeArrowheads="1"/>
              </p:cNvSpPr>
              <p:nvPr/>
            </p:nvSpPr>
            <p:spPr bwMode="auto">
              <a:xfrm>
                <a:off x="1132364" y="2777225"/>
                <a:ext cx="90494" cy="88871"/>
              </a:xfrm>
              <a:prstGeom prst="ellipse">
                <a:avLst/>
              </a:prstGeom>
              <a:solidFill>
                <a:schemeClr val="tx1"/>
              </a:solidFill>
              <a:ln w="25400" cmpd="sng">
                <a:solidFill>
                  <a:srgbClr val="000000"/>
                </a:solidFill>
                <a:round/>
                <a:headEnd/>
                <a:tailEnd/>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endParaRPr>
              </a:p>
            </p:txBody>
          </p:sp>
          <p:sp>
            <p:nvSpPr>
              <p:cNvPr id="23" name="椭圆 69">
                <a:extLst>
                  <a:ext uri="{FF2B5EF4-FFF2-40B4-BE49-F238E27FC236}">
                    <a16:creationId xmlns:a16="http://schemas.microsoft.com/office/drawing/2014/main" id="{DFE446BE-52B5-49AD-BF6B-A7203010E9AE}"/>
                  </a:ext>
                </a:extLst>
              </p:cNvPr>
              <p:cNvSpPr>
                <a:spLocks noChangeArrowheads="1"/>
              </p:cNvSpPr>
              <p:nvPr/>
            </p:nvSpPr>
            <p:spPr bwMode="auto">
              <a:xfrm>
                <a:off x="1876950" y="3377106"/>
                <a:ext cx="90493" cy="90458"/>
              </a:xfrm>
              <a:prstGeom prst="ellipse">
                <a:avLst/>
              </a:prstGeom>
              <a:solidFill>
                <a:schemeClr val="tx1"/>
              </a:solidFill>
              <a:ln w="25400" cmpd="sng">
                <a:solidFill>
                  <a:srgbClr val="000000"/>
                </a:solidFill>
                <a:round/>
                <a:headEnd/>
                <a:tailEnd/>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endParaRPr>
              </a:p>
            </p:txBody>
          </p:sp>
        </p:grpSp>
        <p:graphicFrame>
          <p:nvGraphicFramePr>
            <p:cNvPr id="18" name="Object 21">
              <a:extLst>
                <a:ext uri="{FF2B5EF4-FFF2-40B4-BE49-F238E27FC236}">
                  <a16:creationId xmlns:a16="http://schemas.microsoft.com/office/drawing/2014/main" id="{A0EE9535-8D8F-4F7E-813E-2EC558D9C6E4}"/>
                </a:ext>
              </a:extLst>
            </p:cNvPr>
            <p:cNvGraphicFramePr>
              <a:graphicFrameLocks noChangeAspect="1"/>
            </p:cNvGraphicFramePr>
            <p:nvPr/>
          </p:nvGraphicFramePr>
          <p:xfrm>
            <a:off x="3197420" y="4261046"/>
            <a:ext cx="248920" cy="320040"/>
          </p:xfrm>
          <a:graphic>
            <a:graphicData uri="http://schemas.openxmlformats.org/presentationml/2006/ole">
              <mc:AlternateContent xmlns:mc="http://schemas.openxmlformats.org/markup-compatibility/2006">
                <mc:Choice xmlns:v="urn:schemas-microsoft-com:vml" Requires="v">
                  <p:oleObj spid="_x0000_s112695" r:id="rId17" imgW="178040" imgH="228818" progId="">
                    <p:embed/>
                  </p:oleObj>
                </mc:Choice>
                <mc:Fallback>
                  <p:oleObj r:id="rId17" imgW="178040" imgH="228818" progId="">
                    <p:embed/>
                    <p:pic>
                      <p:nvPicPr>
                        <p:cNvPr id="19" name="Object 21">
                          <a:extLst>
                            <a:ext uri="{FF2B5EF4-FFF2-40B4-BE49-F238E27FC236}">
                              <a16:creationId xmlns:a16="http://schemas.microsoft.com/office/drawing/2014/main" id="{EDD64815-2E05-42C6-A9C2-B2D4328B0896}"/>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197420" y="4261046"/>
                          <a:ext cx="248920" cy="320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 name="Object 22">
              <a:extLst>
                <a:ext uri="{FF2B5EF4-FFF2-40B4-BE49-F238E27FC236}">
                  <a16:creationId xmlns:a16="http://schemas.microsoft.com/office/drawing/2014/main" id="{37D0A379-1E94-45A0-A080-C7D256782718}"/>
                </a:ext>
              </a:extLst>
            </p:cNvPr>
            <p:cNvGraphicFramePr>
              <a:graphicFrameLocks noChangeAspect="1"/>
            </p:cNvGraphicFramePr>
            <p:nvPr/>
          </p:nvGraphicFramePr>
          <p:xfrm>
            <a:off x="0" y="1349893"/>
            <a:ext cx="266700" cy="320040"/>
          </p:xfrm>
          <a:graphic>
            <a:graphicData uri="http://schemas.openxmlformats.org/presentationml/2006/ole">
              <mc:AlternateContent xmlns:mc="http://schemas.openxmlformats.org/markup-compatibility/2006">
                <mc:Choice xmlns:v="urn:schemas-microsoft-com:vml" Requires="v">
                  <p:oleObj spid="_x0000_s112696" r:id="rId19" imgW="190983" imgH="229116" progId="">
                    <p:embed/>
                  </p:oleObj>
                </mc:Choice>
                <mc:Fallback>
                  <p:oleObj r:id="rId19" imgW="190983" imgH="229116" progId="">
                    <p:embed/>
                    <p:pic>
                      <p:nvPicPr>
                        <p:cNvPr id="20" name="Object 22">
                          <a:extLst>
                            <a:ext uri="{FF2B5EF4-FFF2-40B4-BE49-F238E27FC236}">
                              <a16:creationId xmlns:a16="http://schemas.microsoft.com/office/drawing/2014/main" id="{A558C1DB-CEE4-4FB3-83A6-6703654F818F}"/>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0" y="1349893"/>
                          <a:ext cx="266700" cy="320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36" name="组合 35">
            <a:extLst>
              <a:ext uri="{FF2B5EF4-FFF2-40B4-BE49-F238E27FC236}">
                <a16:creationId xmlns:a16="http://schemas.microsoft.com/office/drawing/2014/main" id="{F2ED7D0B-1551-447B-B0EA-AB72E80313AC}"/>
              </a:ext>
            </a:extLst>
          </p:cNvPr>
          <p:cNvGrpSpPr/>
          <p:nvPr/>
        </p:nvGrpSpPr>
        <p:grpSpPr>
          <a:xfrm>
            <a:off x="6234960" y="2920834"/>
            <a:ext cx="2155943" cy="1686777"/>
            <a:chOff x="5817502" y="1287021"/>
            <a:chExt cx="3095935" cy="2422212"/>
          </a:xfrm>
          <a:noFill/>
        </p:grpSpPr>
        <p:sp>
          <p:nvSpPr>
            <p:cNvPr id="37" name="圆角右箭头 36">
              <a:extLst>
                <a:ext uri="{FF2B5EF4-FFF2-40B4-BE49-F238E27FC236}">
                  <a16:creationId xmlns:a16="http://schemas.microsoft.com/office/drawing/2014/main" id="{9DAC862A-8299-4EB5-9D54-996B2E4B42BC}"/>
                </a:ext>
              </a:extLst>
            </p:cNvPr>
            <p:cNvSpPr/>
            <p:nvPr/>
          </p:nvSpPr>
          <p:spPr>
            <a:xfrm rot="5400000">
              <a:off x="8124211" y="1914332"/>
              <a:ext cx="882102" cy="547406"/>
            </a:xfrm>
            <a:prstGeom prst="bentArrow">
              <a:avLst/>
            </a:prstGeom>
            <a:grpFill/>
            <a:ln w="28575">
              <a:solidFill>
                <a:srgbClr val="C3C9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8" name="右大括号 37">
              <a:extLst>
                <a:ext uri="{FF2B5EF4-FFF2-40B4-BE49-F238E27FC236}">
                  <a16:creationId xmlns:a16="http://schemas.microsoft.com/office/drawing/2014/main" id="{B61243F2-6532-4940-BAF1-48D19A0F0A33}"/>
                </a:ext>
              </a:extLst>
            </p:cNvPr>
            <p:cNvSpPr/>
            <p:nvPr/>
          </p:nvSpPr>
          <p:spPr>
            <a:xfrm>
              <a:off x="8021189" y="1361879"/>
              <a:ext cx="432049" cy="786537"/>
            </a:xfrm>
            <a:prstGeom prst="rightBrace">
              <a:avLst/>
            </a:prstGeom>
            <a:grpFill/>
            <a:ln w="28575">
              <a:solidFill>
                <a:srgbClr val="C3C9D7"/>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9" name="圆角矩形 38">
              <a:extLst>
                <a:ext uri="{FF2B5EF4-FFF2-40B4-BE49-F238E27FC236}">
                  <a16:creationId xmlns:a16="http://schemas.microsoft.com/office/drawing/2014/main" id="{4DA599D3-2FBD-4B5F-8E05-83EEF745767C}"/>
                </a:ext>
              </a:extLst>
            </p:cNvPr>
            <p:cNvSpPr/>
            <p:nvPr/>
          </p:nvSpPr>
          <p:spPr bwMode="auto">
            <a:xfrm>
              <a:off x="5817502" y="1287021"/>
              <a:ext cx="2138873" cy="864985"/>
            </a:xfrm>
            <a:prstGeom prst="roundRect">
              <a:avLst/>
            </a:prstGeom>
            <a:grpFill/>
            <a:ln w="28575" cap="flat" cmpd="sng" algn="ctr">
              <a:solidFill>
                <a:srgbClr val="C3C9D7"/>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40" name="圆角矩形 39">
              <a:extLst>
                <a:ext uri="{FF2B5EF4-FFF2-40B4-BE49-F238E27FC236}">
                  <a16:creationId xmlns:a16="http://schemas.microsoft.com/office/drawing/2014/main" id="{129E344B-08A0-4A7C-A030-0A898871EBC5}"/>
                </a:ext>
              </a:extLst>
            </p:cNvPr>
            <p:cNvSpPr/>
            <p:nvPr/>
          </p:nvSpPr>
          <p:spPr bwMode="auto">
            <a:xfrm>
              <a:off x="6783124" y="2798950"/>
              <a:ext cx="2130313" cy="910283"/>
            </a:xfrm>
            <a:prstGeom prst="roundRect">
              <a:avLst/>
            </a:prstGeom>
            <a:grpFill/>
            <a:ln w="28575" cap="flat" cmpd="sng" algn="ctr">
              <a:solidFill>
                <a:srgbClr val="C3C9D7"/>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grpSp>
      <p:grpSp>
        <p:nvGrpSpPr>
          <p:cNvPr id="41" name="组合 40">
            <a:extLst>
              <a:ext uri="{FF2B5EF4-FFF2-40B4-BE49-F238E27FC236}">
                <a16:creationId xmlns:a16="http://schemas.microsoft.com/office/drawing/2014/main" id="{C165386B-8B07-4053-9A06-47E09C388955}"/>
              </a:ext>
            </a:extLst>
          </p:cNvPr>
          <p:cNvGrpSpPr/>
          <p:nvPr/>
        </p:nvGrpSpPr>
        <p:grpSpPr>
          <a:xfrm>
            <a:off x="6220097" y="2962792"/>
            <a:ext cx="2175857" cy="1548047"/>
            <a:chOff x="5973523" y="749219"/>
            <a:chExt cx="2405149" cy="1711180"/>
          </a:xfrm>
        </p:grpSpPr>
        <p:sp>
          <p:nvSpPr>
            <p:cNvPr id="42" name="矩形 41">
              <a:extLst>
                <a:ext uri="{FF2B5EF4-FFF2-40B4-BE49-F238E27FC236}">
                  <a16:creationId xmlns:a16="http://schemas.microsoft.com/office/drawing/2014/main" id="{6A0D8758-B2BD-4D6E-8672-4941C10AF58B}"/>
                </a:ext>
              </a:extLst>
            </p:cNvPr>
            <p:cNvSpPr/>
            <p:nvPr/>
          </p:nvSpPr>
          <p:spPr>
            <a:xfrm>
              <a:off x="5973523" y="749219"/>
              <a:ext cx="1648250" cy="539443"/>
            </a:xfrm>
            <a:prstGeom prst="rect">
              <a:avLst/>
            </a:prstGeom>
          </p:spPr>
          <p:txBody>
            <a:bodyPr wrap="square">
              <a:spAutoFit/>
            </a:bodyPr>
            <a:lstStyle/>
            <a:p>
              <a:pPr marL="0" lvl="3" defTabSz="457200">
                <a:lnSpc>
                  <a:spcPts val="1500"/>
                </a:lnSpc>
                <a:spcBef>
                  <a:spcPct val="40000"/>
                </a:spcBef>
                <a:spcAft>
                  <a:spcPts val="0"/>
                </a:spcAft>
                <a:defRPr/>
              </a:pPr>
              <a:r>
                <a:rPr lang="en-US" altLang="zh-CN" sz="1200" spc="150" dirty="0">
                  <a:solidFill>
                    <a:srgbClr val="000000"/>
                  </a:solidFill>
                  <a:latin typeface="微软雅黑" panose="020B0503020204020204" pitchFamily="34" charset="-122"/>
                  <a:ea typeface="微软雅黑" panose="020B0503020204020204" pitchFamily="34" charset="-122"/>
                </a:rPr>
                <a:t>A</a:t>
              </a:r>
              <a:r>
                <a:rPr lang="zh-CN" altLang="en-US" sz="1200" spc="150" dirty="0">
                  <a:solidFill>
                    <a:srgbClr val="000000"/>
                  </a:solidFill>
                  <a:latin typeface="微软雅黑" panose="020B0503020204020204" pitchFamily="34" charset="-122"/>
                  <a:ea typeface="微软雅黑" panose="020B0503020204020204" pitchFamily="34" charset="-122"/>
                </a:rPr>
                <a:t>与</a:t>
              </a:r>
              <a:r>
                <a:rPr lang="en-US" altLang="zh-CN" sz="1200" spc="150" dirty="0">
                  <a:solidFill>
                    <a:srgbClr val="000000"/>
                  </a:solidFill>
                  <a:latin typeface="微软雅黑" panose="020B0503020204020204" pitchFamily="34" charset="-122"/>
                  <a:ea typeface="微软雅黑" panose="020B0503020204020204" pitchFamily="34" charset="-122"/>
                </a:rPr>
                <a:t>B</a:t>
              </a:r>
              <a:r>
                <a:rPr lang="zh-CN" altLang="en-US" sz="1200" spc="150" dirty="0">
                  <a:solidFill>
                    <a:srgbClr val="000000"/>
                  </a:solidFill>
                  <a:latin typeface="微软雅黑" panose="020B0503020204020204" pitchFamily="34" charset="-122"/>
                  <a:ea typeface="微软雅黑" panose="020B0503020204020204" pitchFamily="34" charset="-122"/>
                </a:rPr>
                <a:t>有相同偏好</a:t>
              </a:r>
              <a:endParaRPr lang="en-US" altLang="zh-CN" sz="1200" spc="150" dirty="0">
                <a:solidFill>
                  <a:srgbClr val="000000"/>
                </a:solidFill>
                <a:latin typeface="微软雅黑" panose="020B0503020204020204" pitchFamily="34" charset="-122"/>
                <a:ea typeface="微软雅黑" panose="020B0503020204020204" pitchFamily="34" charset="-122"/>
              </a:endParaRPr>
            </a:p>
            <a:p>
              <a:pPr marL="0" lvl="3" defTabSz="457200">
                <a:lnSpc>
                  <a:spcPts val="1500"/>
                </a:lnSpc>
                <a:spcBef>
                  <a:spcPct val="40000"/>
                </a:spcBef>
                <a:spcAft>
                  <a:spcPts val="0"/>
                </a:spcAft>
                <a:defRPr/>
              </a:pPr>
              <a:r>
                <a:rPr lang="en-US" altLang="zh-CN" sz="1200" spc="150" dirty="0">
                  <a:solidFill>
                    <a:srgbClr val="000000"/>
                  </a:solidFill>
                  <a:latin typeface="微软雅黑" panose="020B0503020204020204" pitchFamily="34" charset="-122"/>
                  <a:ea typeface="微软雅黑" panose="020B0503020204020204" pitchFamily="34" charset="-122"/>
                </a:rPr>
                <a:t>A</a:t>
              </a:r>
              <a:r>
                <a:rPr lang="zh-CN" altLang="en-US" sz="1200" spc="150" dirty="0">
                  <a:solidFill>
                    <a:srgbClr val="000000"/>
                  </a:solidFill>
                  <a:latin typeface="微软雅黑" panose="020B0503020204020204" pitchFamily="34" charset="-122"/>
                  <a:ea typeface="微软雅黑" panose="020B0503020204020204" pitchFamily="34" charset="-122"/>
                </a:rPr>
                <a:t>与</a:t>
              </a:r>
              <a:r>
                <a:rPr lang="en-US" altLang="zh-CN" sz="1200" spc="150" dirty="0">
                  <a:solidFill>
                    <a:srgbClr val="000000"/>
                  </a:solidFill>
                  <a:latin typeface="微软雅黑" panose="020B0503020204020204" pitchFamily="34" charset="-122"/>
                  <a:ea typeface="微软雅黑" panose="020B0503020204020204" pitchFamily="34" charset="-122"/>
                </a:rPr>
                <a:t>C</a:t>
              </a:r>
              <a:r>
                <a:rPr lang="zh-CN" altLang="en-US" sz="1200" spc="150" dirty="0">
                  <a:solidFill>
                    <a:srgbClr val="000000"/>
                  </a:solidFill>
                  <a:latin typeface="微软雅黑" panose="020B0503020204020204" pitchFamily="34" charset="-122"/>
                  <a:ea typeface="微软雅黑" panose="020B0503020204020204" pitchFamily="34" charset="-122"/>
                </a:rPr>
                <a:t>有相同偏好</a:t>
              </a:r>
              <a:endParaRPr lang="en-US" altLang="zh-CN" sz="1200" spc="150" dirty="0">
                <a:solidFill>
                  <a:srgbClr val="000000"/>
                </a:solidFill>
                <a:latin typeface="微软雅黑" panose="020B0503020204020204" pitchFamily="34" charset="-122"/>
                <a:ea typeface="微软雅黑" panose="020B0503020204020204" pitchFamily="34" charset="-122"/>
              </a:endParaRPr>
            </a:p>
          </p:txBody>
        </p:sp>
        <p:sp>
          <p:nvSpPr>
            <p:cNvPr id="43" name="矩形 42">
              <a:extLst>
                <a:ext uri="{FF2B5EF4-FFF2-40B4-BE49-F238E27FC236}">
                  <a16:creationId xmlns:a16="http://schemas.microsoft.com/office/drawing/2014/main" id="{E384961A-9A23-4BE1-8724-7801A8E2E249}"/>
                </a:ext>
              </a:extLst>
            </p:cNvPr>
            <p:cNvSpPr/>
            <p:nvPr/>
          </p:nvSpPr>
          <p:spPr>
            <a:xfrm>
              <a:off x="6730422" y="1920956"/>
              <a:ext cx="1648250" cy="539443"/>
            </a:xfrm>
            <a:prstGeom prst="rect">
              <a:avLst/>
            </a:prstGeom>
          </p:spPr>
          <p:txBody>
            <a:bodyPr wrap="square">
              <a:spAutoFit/>
            </a:bodyPr>
            <a:lstStyle/>
            <a:p>
              <a:pPr marL="0" lvl="3" defTabSz="457200">
                <a:lnSpc>
                  <a:spcPts val="1500"/>
                </a:lnSpc>
                <a:spcBef>
                  <a:spcPct val="40000"/>
                </a:spcBef>
                <a:spcAft>
                  <a:spcPts val="0"/>
                </a:spcAft>
                <a:defRPr/>
              </a:pPr>
              <a:r>
                <a:rPr lang="en-US" altLang="zh-CN" sz="1200" spc="150" dirty="0">
                  <a:solidFill>
                    <a:srgbClr val="000000"/>
                  </a:solidFill>
                  <a:latin typeface="微软雅黑" panose="020B0503020204020204" pitchFamily="34" charset="-122"/>
                  <a:ea typeface="微软雅黑" panose="020B0503020204020204" pitchFamily="34" charset="-122"/>
                </a:rPr>
                <a:t>A</a:t>
              </a:r>
              <a:r>
                <a:rPr lang="zh-CN" altLang="en-US" sz="1200" spc="150" dirty="0">
                  <a:solidFill>
                    <a:srgbClr val="000000"/>
                  </a:solidFill>
                  <a:latin typeface="微软雅黑" panose="020B0503020204020204" pitchFamily="34" charset="-122"/>
                  <a:ea typeface="微软雅黑" panose="020B0503020204020204" pitchFamily="34" charset="-122"/>
                </a:rPr>
                <a:t>与</a:t>
              </a:r>
              <a:r>
                <a:rPr lang="en-US" altLang="zh-CN" sz="1200" spc="150" dirty="0">
                  <a:solidFill>
                    <a:srgbClr val="000000"/>
                  </a:solidFill>
                  <a:latin typeface="微软雅黑" panose="020B0503020204020204" pitchFamily="34" charset="-122"/>
                  <a:ea typeface="微软雅黑" panose="020B0503020204020204" pitchFamily="34" charset="-122"/>
                </a:rPr>
                <a:t>C</a:t>
              </a:r>
              <a:r>
                <a:rPr lang="zh-CN" altLang="en-US" sz="1200" spc="150" dirty="0">
                  <a:solidFill>
                    <a:srgbClr val="000000"/>
                  </a:solidFill>
                  <a:latin typeface="微软雅黑" panose="020B0503020204020204" pitchFamily="34" charset="-122"/>
                  <a:ea typeface="微软雅黑" panose="020B0503020204020204" pitchFamily="34" charset="-122"/>
                </a:rPr>
                <a:t>有相同偏好</a:t>
              </a:r>
            </a:p>
            <a:p>
              <a:pPr marL="0" lvl="3" defTabSz="457200">
                <a:lnSpc>
                  <a:spcPts val="1500"/>
                </a:lnSpc>
                <a:spcBef>
                  <a:spcPct val="40000"/>
                </a:spcBef>
                <a:spcAft>
                  <a:spcPts val="0"/>
                </a:spcAft>
                <a:defRPr/>
              </a:pPr>
              <a:r>
                <a:rPr lang="zh-CN" altLang="en-US" sz="1200" spc="150" dirty="0">
                  <a:solidFill>
                    <a:srgbClr val="000000"/>
                  </a:solidFill>
                  <a:latin typeface="微软雅黑" panose="020B0503020204020204" pitchFamily="34" charset="-122"/>
                  <a:ea typeface="微软雅黑" panose="020B0503020204020204" pitchFamily="34" charset="-122"/>
                </a:rPr>
                <a:t>这不成立</a:t>
              </a:r>
            </a:p>
          </p:txBody>
        </p:sp>
      </p:grpSp>
      <p:sp>
        <p:nvSpPr>
          <p:cNvPr id="44" name="矩形 43">
            <a:extLst>
              <a:ext uri="{FF2B5EF4-FFF2-40B4-BE49-F238E27FC236}">
                <a16:creationId xmlns:a16="http://schemas.microsoft.com/office/drawing/2014/main" id="{C393FC1A-B561-4949-8EC6-5032E3DA5AD8}"/>
              </a:ext>
            </a:extLst>
          </p:cNvPr>
          <p:cNvSpPr/>
          <p:nvPr/>
        </p:nvSpPr>
        <p:spPr>
          <a:xfrm>
            <a:off x="1514696" y="3683895"/>
            <a:ext cx="4717044" cy="705706"/>
          </a:xfrm>
          <a:prstGeom prst="rect">
            <a:avLst/>
          </a:prstGeom>
        </p:spPr>
        <p:txBody>
          <a:bodyPr wrap="square">
            <a:spAutoFit/>
          </a:bodyPr>
          <a:lstStyle/>
          <a:p>
            <a:pPr marL="0" lvl="3" indent="-4320000" defTabSz="457200" eaLnBrk="1" hangingPunct="1">
              <a:lnSpc>
                <a:spcPts val="2200"/>
              </a:lnSpc>
              <a:spcBef>
                <a:spcPts val="600"/>
              </a:spcBef>
              <a:spcAft>
                <a:spcPts val="0"/>
              </a:spcAft>
              <a:buNone/>
              <a:defRPr/>
            </a:pPr>
            <a:r>
              <a:rPr lang="zh-CN" altLang="en-US" sz="1400" spc="150" dirty="0">
                <a:solidFill>
                  <a:srgbClr val="000000"/>
                </a:solidFill>
                <a:latin typeface="微软雅黑" panose="020B0503020204020204" pitchFamily="34" charset="-122"/>
                <a:ea typeface="微软雅黑" panose="020B0503020204020204" pitchFamily="34" charset="-122"/>
              </a:rPr>
              <a:t>（</a:t>
            </a:r>
            <a:r>
              <a:rPr lang="en-US" altLang="zh-CN" sz="1400" spc="150" dirty="0">
                <a:solidFill>
                  <a:srgbClr val="000000"/>
                </a:solidFill>
                <a:latin typeface="微软雅黑" panose="020B0503020204020204" pitchFamily="34" charset="-122"/>
                <a:ea typeface="微软雅黑" panose="020B0503020204020204" pitchFamily="34" charset="-122"/>
              </a:rPr>
              <a:t>2</a:t>
            </a:r>
            <a:r>
              <a:rPr lang="zh-CN" altLang="en-US" sz="1400" spc="150" dirty="0">
                <a:solidFill>
                  <a:srgbClr val="000000"/>
                </a:solidFill>
                <a:latin typeface="微软雅黑" panose="020B0503020204020204" pitchFamily="34" charset="-122"/>
                <a:ea typeface="微软雅黑" panose="020B0503020204020204" pitchFamily="34" charset="-122"/>
              </a:rPr>
              <a:t>）如果曲线相较于</a:t>
            </a:r>
            <a:r>
              <a:rPr lang="en-US" altLang="zh-CN" sz="1400" spc="150" dirty="0">
                <a:solidFill>
                  <a:srgbClr val="000000"/>
                </a:solidFill>
                <a:latin typeface="微软雅黑" panose="020B0503020204020204" pitchFamily="34" charset="-122"/>
                <a:ea typeface="微软雅黑" panose="020B0503020204020204" pitchFamily="34" charset="-122"/>
              </a:rPr>
              <a:t>A</a:t>
            </a:r>
            <a:r>
              <a:rPr lang="zh-CN" altLang="en-US" sz="1400" spc="150" dirty="0">
                <a:solidFill>
                  <a:srgbClr val="000000"/>
                </a:solidFill>
                <a:latin typeface="微软雅黑" panose="020B0503020204020204" pitchFamily="34" charset="-122"/>
                <a:ea typeface="微软雅黑" panose="020B0503020204020204" pitchFamily="34" charset="-122"/>
              </a:rPr>
              <a:t>点，那么</a:t>
            </a:r>
            <a:r>
              <a:rPr lang="en-US" altLang="zh-CN" sz="1400" spc="150" dirty="0">
                <a:solidFill>
                  <a:srgbClr val="000000"/>
                </a:solidFill>
                <a:latin typeface="微软雅黑" panose="020B0503020204020204" pitchFamily="34" charset="-122"/>
                <a:ea typeface="微软雅黑" panose="020B0503020204020204" pitchFamily="34" charset="-122"/>
              </a:rPr>
              <a:t>A</a:t>
            </a:r>
            <a:r>
              <a:rPr lang="zh-CN" altLang="en-US" sz="1400" spc="150" dirty="0">
                <a:solidFill>
                  <a:srgbClr val="000000"/>
                </a:solidFill>
                <a:latin typeface="微软雅黑" panose="020B0503020204020204" pitchFamily="34" charset="-122"/>
                <a:ea typeface="微软雅黑" panose="020B0503020204020204" pitchFamily="34" charset="-122"/>
              </a:rPr>
              <a:t>与</a:t>
            </a:r>
            <a:r>
              <a:rPr lang="en-US" altLang="zh-CN" sz="1400" spc="150" dirty="0">
                <a:solidFill>
                  <a:srgbClr val="000000"/>
                </a:solidFill>
                <a:latin typeface="微软雅黑" panose="020B0503020204020204" pitchFamily="34" charset="-122"/>
                <a:ea typeface="微软雅黑" panose="020B0503020204020204" pitchFamily="34" charset="-122"/>
              </a:rPr>
              <a:t>C</a:t>
            </a:r>
            <a:r>
              <a:rPr lang="zh-CN" altLang="en-US" sz="1400" spc="150" dirty="0">
                <a:solidFill>
                  <a:srgbClr val="000000"/>
                </a:solidFill>
                <a:latin typeface="微软雅黑" panose="020B0503020204020204" pitchFamily="34" charset="-122"/>
                <a:ea typeface="微软雅黑" panose="020B0503020204020204" pitchFamily="34" charset="-122"/>
              </a:rPr>
              <a:t>偏好</a:t>
            </a:r>
            <a:endParaRPr lang="en-US" altLang="zh-CN" sz="1400" spc="150" dirty="0">
              <a:solidFill>
                <a:srgbClr val="000000"/>
              </a:solidFill>
              <a:latin typeface="微软雅黑" panose="020B0503020204020204" pitchFamily="34" charset="-122"/>
              <a:ea typeface="微软雅黑" panose="020B0503020204020204" pitchFamily="34" charset="-122"/>
            </a:endParaRPr>
          </a:p>
          <a:p>
            <a:pPr marL="0" lvl="3" indent="-4320000" defTabSz="457200" eaLnBrk="1" hangingPunct="1">
              <a:lnSpc>
                <a:spcPts val="2200"/>
              </a:lnSpc>
              <a:spcBef>
                <a:spcPts val="600"/>
              </a:spcBef>
              <a:spcAft>
                <a:spcPts val="0"/>
              </a:spcAft>
              <a:buNone/>
              <a:defRPr/>
            </a:pPr>
            <a:r>
              <a:rPr lang="en-US" altLang="zh-CN" sz="1400" spc="150" dirty="0">
                <a:solidFill>
                  <a:srgbClr val="000000"/>
                </a:solidFill>
                <a:latin typeface="微软雅黑" panose="020B0503020204020204" pitchFamily="34" charset="-122"/>
                <a:ea typeface="微软雅黑" panose="020B0503020204020204" pitchFamily="34" charset="-122"/>
              </a:rPr>
              <a:t>	 </a:t>
            </a:r>
            <a:r>
              <a:rPr lang="zh-CN" altLang="en-US" sz="1400" spc="150" dirty="0">
                <a:solidFill>
                  <a:srgbClr val="000000"/>
                </a:solidFill>
                <a:latin typeface="微软雅黑" panose="020B0503020204020204" pitchFamily="34" charset="-122"/>
                <a:ea typeface="微软雅黑" panose="020B0503020204020204" pitchFamily="34" charset="-122"/>
              </a:rPr>
              <a:t>相同且</a:t>
            </a:r>
            <a:r>
              <a:rPr lang="en-US" altLang="zh-CN" sz="1400" spc="150" dirty="0">
                <a:solidFill>
                  <a:srgbClr val="000000"/>
                </a:solidFill>
                <a:latin typeface="微软雅黑" panose="020B0503020204020204" pitchFamily="34" charset="-122"/>
                <a:ea typeface="微软雅黑" panose="020B0503020204020204" pitchFamily="34" charset="-122"/>
              </a:rPr>
              <a:t>A</a:t>
            </a:r>
            <a:r>
              <a:rPr lang="zh-CN" altLang="en-US" sz="1400" spc="150" dirty="0">
                <a:solidFill>
                  <a:srgbClr val="000000"/>
                </a:solidFill>
                <a:latin typeface="微软雅黑" panose="020B0503020204020204" pitchFamily="34" charset="-122"/>
                <a:ea typeface="微软雅黑" panose="020B0503020204020204" pitchFamily="34" charset="-122"/>
              </a:rPr>
              <a:t>与</a:t>
            </a:r>
            <a:r>
              <a:rPr lang="en-US" altLang="zh-CN" sz="1400" spc="150" dirty="0">
                <a:solidFill>
                  <a:srgbClr val="000000"/>
                </a:solidFill>
                <a:latin typeface="微软雅黑" panose="020B0503020204020204" pitchFamily="34" charset="-122"/>
                <a:ea typeface="微软雅黑" panose="020B0503020204020204" pitchFamily="34" charset="-122"/>
              </a:rPr>
              <a:t>B</a:t>
            </a:r>
            <a:r>
              <a:rPr lang="zh-CN" altLang="en-US" sz="1400" spc="150" dirty="0">
                <a:solidFill>
                  <a:srgbClr val="000000"/>
                </a:solidFill>
                <a:latin typeface="微软雅黑" panose="020B0503020204020204" pitchFamily="34" charset="-122"/>
                <a:ea typeface="微软雅黑" panose="020B0503020204020204" pitchFamily="34" charset="-122"/>
              </a:rPr>
              <a:t>偏好相同</a:t>
            </a:r>
          </a:p>
        </p:txBody>
      </p:sp>
      <p:sp>
        <p:nvSpPr>
          <p:cNvPr id="45" name="矩形 44">
            <a:extLst>
              <a:ext uri="{FF2B5EF4-FFF2-40B4-BE49-F238E27FC236}">
                <a16:creationId xmlns:a16="http://schemas.microsoft.com/office/drawing/2014/main" id="{C5FA51C2-5463-4961-ABCD-504D32193178}"/>
              </a:ext>
            </a:extLst>
          </p:cNvPr>
          <p:cNvSpPr/>
          <p:nvPr/>
        </p:nvSpPr>
        <p:spPr>
          <a:xfrm>
            <a:off x="1705359" y="4503856"/>
            <a:ext cx="4288222" cy="346249"/>
          </a:xfrm>
          <a:prstGeom prst="rect">
            <a:avLst/>
          </a:prstGeom>
        </p:spPr>
        <p:txBody>
          <a:bodyPr wrap="square">
            <a:noAutofit/>
          </a:bodyPr>
          <a:lstStyle/>
          <a:p>
            <a:pPr marL="0" lvl="3" defTabSz="457200" eaLnBrk="1" hangingPunct="1">
              <a:lnSpc>
                <a:spcPts val="2200"/>
              </a:lnSpc>
              <a:spcBef>
                <a:spcPts val="600"/>
              </a:spcBef>
              <a:spcAft>
                <a:spcPts val="0"/>
              </a:spcAft>
              <a:buNone/>
              <a:defRPr/>
            </a:pPr>
            <a:r>
              <a:rPr lang="en-US" altLang="zh-CN" sz="1400" dirty="0">
                <a:sym typeface="Wingdings" panose="05000000000000000000" pitchFamily="2" charset="2"/>
              </a:rPr>
              <a:t> </a:t>
            </a:r>
            <a:r>
              <a:rPr lang="zh-CN" altLang="en-US" sz="1400" spc="150" dirty="0">
                <a:solidFill>
                  <a:srgbClr val="000000"/>
                </a:solidFill>
                <a:latin typeface="微软雅黑" panose="020B0503020204020204" pitchFamily="34" charset="-122"/>
                <a:ea typeface="微软雅黑" panose="020B0503020204020204" pitchFamily="34" charset="-122"/>
              </a:rPr>
              <a:t>（</a:t>
            </a:r>
            <a:r>
              <a:rPr lang="en-US" altLang="zh-CN" sz="1400" spc="150" dirty="0">
                <a:solidFill>
                  <a:srgbClr val="000000"/>
                </a:solidFill>
                <a:latin typeface="微软雅黑" panose="020B0503020204020204" pitchFamily="34" charset="-122"/>
                <a:ea typeface="微软雅黑" panose="020B0503020204020204" pitchFamily="34" charset="-122"/>
              </a:rPr>
              <a:t>3</a:t>
            </a:r>
            <a:r>
              <a:rPr lang="zh-CN" altLang="en-US" sz="1400" spc="150" dirty="0">
                <a:solidFill>
                  <a:srgbClr val="000000"/>
                </a:solidFill>
                <a:latin typeface="微软雅黑" panose="020B0503020204020204" pitchFamily="34" charset="-122"/>
                <a:ea typeface="微软雅黑" panose="020B0503020204020204" pitchFamily="34" charset="-122"/>
              </a:rPr>
              <a:t>）根据（</a:t>
            </a:r>
            <a:r>
              <a:rPr lang="en-US" altLang="zh-CN" sz="1400" spc="150" dirty="0">
                <a:solidFill>
                  <a:srgbClr val="000000"/>
                </a:solidFill>
                <a:latin typeface="微软雅黑" panose="020B0503020204020204" pitchFamily="34" charset="-122"/>
                <a:ea typeface="微软雅黑" panose="020B0503020204020204" pitchFamily="34" charset="-122"/>
              </a:rPr>
              <a:t>2</a:t>
            </a:r>
            <a:r>
              <a:rPr lang="zh-CN" altLang="en-US" sz="1400" spc="150" dirty="0">
                <a:solidFill>
                  <a:srgbClr val="000000"/>
                </a:solidFill>
                <a:latin typeface="微软雅黑" panose="020B0503020204020204" pitchFamily="34" charset="-122"/>
                <a:ea typeface="微软雅黑" panose="020B0503020204020204" pitchFamily="34" charset="-122"/>
              </a:rPr>
              <a:t>）和传递性，</a:t>
            </a:r>
            <a:r>
              <a:rPr lang="en-US" altLang="zh-CN" sz="1400" spc="150" dirty="0">
                <a:solidFill>
                  <a:srgbClr val="000000"/>
                </a:solidFill>
                <a:latin typeface="微软雅黑" panose="020B0503020204020204" pitchFamily="34" charset="-122"/>
                <a:ea typeface="微软雅黑" panose="020B0503020204020204" pitchFamily="34" charset="-122"/>
              </a:rPr>
              <a:t>B</a:t>
            </a:r>
            <a:r>
              <a:rPr lang="zh-CN" altLang="en-US" sz="1400" spc="150" dirty="0">
                <a:solidFill>
                  <a:srgbClr val="000000"/>
                </a:solidFill>
                <a:latin typeface="微软雅黑" panose="020B0503020204020204" pitchFamily="34" charset="-122"/>
                <a:ea typeface="微软雅黑" panose="020B0503020204020204" pitchFamily="34" charset="-122"/>
              </a:rPr>
              <a:t>和</a:t>
            </a:r>
            <a:r>
              <a:rPr lang="en-US" altLang="zh-CN" sz="1400" spc="150" dirty="0">
                <a:solidFill>
                  <a:srgbClr val="000000"/>
                </a:solidFill>
                <a:latin typeface="微软雅黑" panose="020B0503020204020204" pitchFamily="34" charset="-122"/>
                <a:ea typeface="微软雅黑" panose="020B0503020204020204" pitchFamily="34" charset="-122"/>
              </a:rPr>
              <a:t>C</a:t>
            </a:r>
            <a:r>
              <a:rPr lang="zh-CN" altLang="en-US" sz="1400" spc="150" dirty="0">
                <a:solidFill>
                  <a:srgbClr val="000000"/>
                </a:solidFill>
                <a:latin typeface="微软雅黑" panose="020B0503020204020204" pitchFamily="34" charset="-122"/>
                <a:ea typeface="微软雅黑" panose="020B0503020204020204" pitchFamily="34" charset="-122"/>
              </a:rPr>
              <a:t>相同</a:t>
            </a:r>
          </a:p>
        </p:txBody>
      </p:sp>
      <p:sp>
        <p:nvSpPr>
          <p:cNvPr id="46" name="矩形 45">
            <a:extLst>
              <a:ext uri="{FF2B5EF4-FFF2-40B4-BE49-F238E27FC236}">
                <a16:creationId xmlns:a16="http://schemas.microsoft.com/office/drawing/2014/main" id="{4F01A7C1-93DC-4CA2-8A04-42A64599F240}"/>
              </a:ext>
            </a:extLst>
          </p:cNvPr>
          <p:cNvSpPr/>
          <p:nvPr/>
        </p:nvSpPr>
        <p:spPr>
          <a:xfrm>
            <a:off x="1705359" y="4944579"/>
            <a:ext cx="4288222" cy="346249"/>
          </a:xfrm>
          <a:prstGeom prst="rect">
            <a:avLst/>
          </a:prstGeom>
        </p:spPr>
        <p:txBody>
          <a:bodyPr wrap="square">
            <a:noAutofit/>
          </a:bodyPr>
          <a:lstStyle/>
          <a:p>
            <a:pPr marL="0" lvl="3" defTabSz="457200" eaLnBrk="1" hangingPunct="1">
              <a:lnSpc>
                <a:spcPts val="2200"/>
              </a:lnSpc>
              <a:spcBef>
                <a:spcPts val="600"/>
              </a:spcBef>
              <a:spcAft>
                <a:spcPts val="0"/>
              </a:spcAft>
              <a:buNone/>
              <a:defRPr/>
            </a:pPr>
            <a:r>
              <a:rPr lang="en-US" altLang="zh-CN" sz="1400" dirty="0">
                <a:sym typeface="Wingdings" panose="05000000000000000000" pitchFamily="2" charset="2"/>
              </a:rPr>
              <a:t> </a:t>
            </a:r>
            <a:r>
              <a:rPr lang="zh-CN" altLang="en-US" sz="1400" spc="150" dirty="0">
                <a:solidFill>
                  <a:srgbClr val="000000"/>
                </a:solidFill>
                <a:latin typeface="微软雅黑" panose="020B0503020204020204" pitchFamily="34" charset="-122"/>
                <a:ea typeface="微软雅黑" panose="020B0503020204020204" pitchFamily="34" charset="-122"/>
              </a:rPr>
              <a:t>（</a:t>
            </a:r>
            <a:r>
              <a:rPr lang="en-US" altLang="zh-CN" sz="1400" spc="150" dirty="0">
                <a:solidFill>
                  <a:srgbClr val="000000"/>
                </a:solidFill>
                <a:latin typeface="微软雅黑" panose="020B0503020204020204" pitchFamily="34" charset="-122"/>
                <a:ea typeface="微软雅黑" panose="020B0503020204020204" pitchFamily="34" charset="-122"/>
              </a:rPr>
              <a:t>4</a:t>
            </a:r>
            <a:r>
              <a:rPr lang="zh-CN" altLang="en-US" sz="1400" spc="150" dirty="0">
                <a:solidFill>
                  <a:srgbClr val="000000"/>
                </a:solidFill>
                <a:latin typeface="微软雅黑" panose="020B0503020204020204" pitchFamily="34" charset="-122"/>
                <a:ea typeface="微软雅黑" panose="020B0503020204020204" pitchFamily="34" charset="-122"/>
              </a:rPr>
              <a:t>）上述结论（</a:t>
            </a:r>
            <a:r>
              <a:rPr lang="en-US" altLang="zh-CN" sz="1400" spc="150" dirty="0">
                <a:solidFill>
                  <a:srgbClr val="000000"/>
                </a:solidFill>
                <a:latin typeface="微软雅黑" panose="020B0503020204020204" pitchFamily="34" charset="-122"/>
                <a:ea typeface="微软雅黑" panose="020B0503020204020204" pitchFamily="34" charset="-122"/>
              </a:rPr>
              <a:t>3</a:t>
            </a:r>
            <a:r>
              <a:rPr lang="zh-CN" altLang="en-US" sz="1400" spc="150" dirty="0">
                <a:solidFill>
                  <a:srgbClr val="000000"/>
                </a:solidFill>
                <a:latin typeface="微软雅黑" panose="020B0503020204020204" pitchFamily="34" charset="-122"/>
                <a:ea typeface="微软雅黑" panose="020B0503020204020204" pitchFamily="34" charset="-122"/>
              </a:rPr>
              <a:t>）与定义（</a:t>
            </a:r>
            <a:r>
              <a:rPr lang="en-US" altLang="zh-CN" sz="1400" spc="150" dirty="0">
                <a:solidFill>
                  <a:srgbClr val="000000"/>
                </a:solidFill>
                <a:latin typeface="微软雅黑" panose="020B0503020204020204" pitchFamily="34" charset="-122"/>
                <a:ea typeface="微软雅黑" panose="020B0503020204020204" pitchFamily="34" charset="-122"/>
              </a:rPr>
              <a:t>1</a:t>
            </a:r>
            <a:r>
              <a:rPr lang="zh-CN" altLang="en-US" sz="1400" spc="150" dirty="0">
                <a:solidFill>
                  <a:srgbClr val="000000"/>
                </a:solidFill>
                <a:latin typeface="微软雅黑" panose="020B0503020204020204" pitchFamily="34" charset="-122"/>
                <a:ea typeface="微软雅黑" panose="020B0503020204020204" pitchFamily="34" charset="-122"/>
              </a:rPr>
              <a:t>）冲突</a:t>
            </a:r>
          </a:p>
        </p:txBody>
      </p:sp>
      <p:sp>
        <p:nvSpPr>
          <p:cNvPr id="47" name="矩形 46">
            <a:extLst>
              <a:ext uri="{FF2B5EF4-FFF2-40B4-BE49-F238E27FC236}">
                <a16:creationId xmlns:a16="http://schemas.microsoft.com/office/drawing/2014/main" id="{65862701-F792-4977-9675-E949433957A7}"/>
              </a:ext>
            </a:extLst>
          </p:cNvPr>
          <p:cNvSpPr/>
          <p:nvPr/>
        </p:nvSpPr>
        <p:spPr>
          <a:xfrm>
            <a:off x="1705359" y="5385301"/>
            <a:ext cx="4288222" cy="346249"/>
          </a:xfrm>
          <a:prstGeom prst="rect">
            <a:avLst/>
          </a:prstGeom>
        </p:spPr>
        <p:txBody>
          <a:bodyPr wrap="square">
            <a:noAutofit/>
          </a:bodyPr>
          <a:lstStyle/>
          <a:p>
            <a:pPr marL="0" lvl="3" defTabSz="457200" eaLnBrk="1" hangingPunct="1">
              <a:lnSpc>
                <a:spcPts val="2200"/>
              </a:lnSpc>
              <a:spcBef>
                <a:spcPts val="600"/>
              </a:spcBef>
              <a:spcAft>
                <a:spcPts val="0"/>
              </a:spcAft>
              <a:buNone/>
              <a:defRPr/>
            </a:pPr>
            <a:r>
              <a:rPr lang="en-US" altLang="zh-CN" sz="1400" dirty="0">
                <a:sym typeface="Wingdings" panose="05000000000000000000" pitchFamily="2" charset="2"/>
              </a:rPr>
              <a:t> </a:t>
            </a:r>
            <a:r>
              <a:rPr lang="zh-CN" altLang="en-US" sz="1400" spc="150" dirty="0">
                <a:solidFill>
                  <a:srgbClr val="000000"/>
                </a:solidFill>
                <a:latin typeface="微软雅黑" panose="020B0503020204020204" pitchFamily="34" charset="-122"/>
                <a:ea typeface="微软雅黑" panose="020B0503020204020204" pitchFamily="34" charset="-122"/>
              </a:rPr>
              <a:t>（</a:t>
            </a:r>
            <a:r>
              <a:rPr lang="en-US" altLang="zh-CN" sz="1400" spc="150" dirty="0">
                <a:solidFill>
                  <a:srgbClr val="000000"/>
                </a:solidFill>
                <a:latin typeface="微软雅黑" panose="020B0503020204020204" pitchFamily="34" charset="-122"/>
                <a:ea typeface="微软雅黑" panose="020B0503020204020204" pitchFamily="34" charset="-122"/>
              </a:rPr>
              <a:t>5</a:t>
            </a:r>
            <a:r>
              <a:rPr lang="zh-CN" altLang="en-US" sz="1400" spc="150" dirty="0">
                <a:solidFill>
                  <a:srgbClr val="000000"/>
                </a:solidFill>
                <a:latin typeface="微软雅黑" panose="020B0503020204020204" pitchFamily="34" charset="-122"/>
                <a:ea typeface="微软雅黑" panose="020B0503020204020204" pitchFamily="34" charset="-122"/>
              </a:rPr>
              <a:t>）因此，假设（</a:t>
            </a:r>
            <a:r>
              <a:rPr lang="en-US" altLang="zh-CN" sz="1400" spc="150" dirty="0">
                <a:solidFill>
                  <a:srgbClr val="000000"/>
                </a:solidFill>
                <a:latin typeface="微软雅黑" panose="020B0503020204020204" pitchFamily="34" charset="-122"/>
                <a:ea typeface="微软雅黑" panose="020B0503020204020204" pitchFamily="34" charset="-122"/>
              </a:rPr>
              <a:t>2</a:t>
            </a:r>
            <a:r>
              <a:rPr lang="zh-CN" altLang="en-US" sz="1400" spc="150" dirty="0">
                <a:solidFill>
                  <a:srgbClr val="000000"/>
                </a:solidFill>
                <a:latin typeface="微软雅黑" panose="020B0503020204020204" pitchFamily="34" charset="-122"/>
                <a:ea typeface="微软雅黑" panose="020B0503020204020204" pitchFamily="34" charset="-122"/>
              </a:rPr>
              <a:t>）是错的</a:t>
            </a:r>
            <a:endParaRPr lang="zh-CN" altLang="en-US" sz="1400" dirty="0"/>
          </a:p>
        </p:txBody>
      </p:sp>
      <p:grpSp>
        <p:nvGrpSpPr>
          <p:cNvPr id="48" name="组合 47">
            <a:extLst>
              <a:ext uri="{FF2B5EF4-FFF2-40B4-BE49-F238E27FC236}">
                <a16:creationId xmlns:a16="http://schemas.microsoft.com/office/drawing/2014/main" id="{1485132D-4E4F-455B-8A0F-FDBB3B22BA3C}"/>
              </a:ext>
            </a:extLst>
          </p:cNvPr>
          <p:cNvGrpSpPr/>
          <p:nvPr/>
        </p:nvGrpSpPr>
        <p:grpSpPr>
          <a:xfrm>
            <a:off x="467544" y="1213829"/>
            <a:ext cx="2348227" cy="461665"/>
            <a:chOff x="467544" y="1161144"/>
            <a:chExt cx="3806023" cy="659493"/>
          </a:xfrm>
        </p:grpSpPr>
        <p:sp>
          <p:nvSpPr>
            <p:cNvPr id="49" name="MH_Text_1">
              <a:extLst>
                <a:ext uri="{FF2B5EF4-FFF2-40B4-BE49-F238E27FC236}">
                  <a16:creationId xmlns:a16="http://schemas.microsoft.com/office/drawing/2014/main" id="{28A5042F-57C4-4892-B9CB-E57C55EE1398}"/>
                </a:ext>
              </a:extLst>
            </p:cNvPr>
            <p:cNvSpPr/>
            <p:nvPr>
              <p:custDataLst>
                <p:tags r:id="rId2"/>
              </p:custDataLst>
            </p:nvPr>
          </p:nvSpPr>
          <p:spPr bwMode="auto">
            <a:xfrm>
              <a:off x="467544" y="1161144"/>
              <a:ext cx="3806023" cy="659493"/>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algn="ctr">
                <a:defRPr/>
              </a:pPr>
              <a:r>
                <a:rPr lang="zh-CN" altLang="en-US" sz="2000" spc="150" dirty="0">
                  <a:solidFill>
                    <a:srgbClr val="000000"/>
                  </a:solidFill>
                  <a:latin typeface="微软雅黑" panose="020B0503020204020204" pitchFamily="34" charset="-122"/>
                  <a:ea typeface="微软雅黑" panose="020B0503020204020204" pitchFamily="34" charset="-122"/>
                </a:rPr>
                <a:t>无差异曲线的特点</a:t>
              </a:r>
            </a:p>
          </p:txBody>
        </p:sp>
        <p:sp>
          <p:nvSpPr>
            <p:cNvPr id="50" name="MH_Other_2">
              <a:extLst>
                <a:ext uri="{FF2B5EF4-FFF2-40B4-BE49-F238E27FC236}">
                  <a16:creationId xmlns:a16="http://schemas.microsoft.com/office/drawing/2014/main" id="{F5028FE3-2440-463F-AEE6-FCD7884BC40C}"/>
                </a:ext>
              </a:extLst>
            </p:cNvPr>
            <p:cNvSpPr/>
            <p:nvPr>
              <p:custDataLst>
                <p:tags r:id="rId3"/>
              </p:custDataLst>
            </p:nvPr>
          </p:nvSpPr>
          <p:spPr bwMode="auto">
            <a:xfrm rot="10800000">
              <a:off x="4004344" y="1240922"/>
              <a:ext cx="189743" cy="162838"/>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Tree>
    <p:extLst>
      <p:ext uri="{BB962C8B-B14F-4D97-AF65-F5344CB8AC3E}">
        <p14:creationId xmlns:p14="http://schemas.microsoft.com/office/powerpoint/2010/main" val="1349720333"/>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barn(inVertical)">
                                      <p:cBhvr>
                                        <p:cTn id="7" dur="500"/>
                                        <p:tgtEl>
                                          <p:spTgt spid="48"/>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trips(down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2"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500" fill="hold"/>
                                        <p:tgtEl>
                                          <p:spTgt spid="11"/>
                                        </p:tgtEl>
                                        <p:attrNameLst>
                                          <p:attrName>ppt_x</p:attrName>
                                        </p:attrNameLst>
                                      </p:cBhvr>
                                      <p:tavLst>
                                        <p:tav tm="0">
                                          <p:val>
                                            <p:strVal val="1+#ppt_w/2"/>
                                          </p:val>
                                        </p:tav>
                                        <p:tav tm="100000">
                                          <p:val>
                                            <p:strVal val="#ppt_x"/>
                                          </p:val>
                                        </p:tav>
                                      </p:tavLst>
                                    </p:anim>
                                    <p:anim calcmode="lin" valueType="num">
                                      <p:cBhvr additive="base">
                                        <p:cTn id="23"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6"/>
                                        </p:tgtEl>
                                        <p:attrNameLst>
                                          <p:attrName>style.visibility</p:attrName>
                                        </p:attrNameLst>
                                      </p:cBhvr>
                                      <p:to>
                                        <p:strVal val="visible"/>
                                      </p:to>
                                    </p:set>
                                    <p:animEffect transition="in" filter="fade">
                                      <p:cBhvr>
                                        <p:cTn id="28" dur="500"/>
                                        <p:tgtEl>
                                          <p:spTgt spid="36"/>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41"/>
                                        </p:tgtEl>
                                        <p:attrNameLst>
                                          <p:attrName>style.visibility</p:attrName>
                                        </p:attrNameLst>
                                      </p:cBhvr>
                                      <p:to>
                                        <p:strVal val="visible"/>
                                      </p:to>
                                    </p:set>
                                    <p:animEffect transition="in" filter="fade">
                                      <p:cBhvr>
                                        <p:cTn id="33" dur="500"/>
                                        <p:tgtEl>
                                          <p:spTgt spid="41"/>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3">
                                            <p:txEl>
                                              <p:pRg st="0" end="0"/>
                                            </p:txEl>
                                          </p:spTgt>
                                        </p:tgtEl>
                                        <p:attrNameLst>
                                          <p:attrName>style.visibility</p:attrName>
                                        </p:attrNameLst>
                                      </p:cBhvr>
                                      <p:to>
                                        <p:strVal val="visible"/>
                                      </p:to>
                                    </p:set>
                                    <p:animEffect transition="in" filter="wipe(left)">
                                      <p:cBhvr>
                                        <p:cTn id="38" dur="500"/>
                                        <p:tgtEl>
                                          <p:spTgt spid="3">
                                            <p:txEl>
                                              <p:pRg st="0" end="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44">
                                            <p:txEl>
                                              <p:pRg st="0" end="0"/>
                                            </p:txEl>
                                          </p:spTgt>
                                        </p:tgtEl>
                                        <p:attrNameLst>
                                          <p:attrName>style.visibility</p:attrName>
                                        </p:attrNameLst>
                                      </p:cBhvr>
                                      <p:to>
                                        <p:strVal val="visible"/>
                                      </p:to>
                                    </p:set>
                                    <p:animEffect transition="in" filter="wipe(left)">
                                      <p:cBhvr>
                                        <p:cTn id="43" dur="500"/>
                                        <p:tgtEl>
                                          <p:spTgt spid="44">
                                            <p:txEl>
                                              <p:pRg st="0" end="0"/>
                                            </p:txEl>
                                          </p:spTgt>
                                        </p:tgtEl>
                                      </p:cBhvr>
                                    </p:animEffect>
                                  </p:childTnLst>
                                </p:cTn>
                              </p:par>
                              <p:par>
                                <p:cTn id="44" presetID="22" presetClass="entr" presetSubtype="8" fill="hold" nodeType="withEffect">
                                  <p:stCondLst>
                                    <p:cond delay="0"/>
                                  </p:stCondLst>
                                  <p:childTnLst>
                                    <p:set>
                                      <p:cBhvr>
                                        <p:cTn id="45" dur="1" fill="hold">
                                          <p:stCondLst>
                                            <p:cond delay="0"/>
                                          </p:stCondLst>
                                        </p:cTn>
                                        <p:tgtEl>
                                          <p:spTgt spid="44">
                                            <p:txEl>
                                              <p:pRg st="1" end="1"/>
                                            </p:txEl>
                                          </p:spTgt>
                                        </p:tgtEl>
                                        <p:attrNameLst>
                                          <p:attrName>style.visibility</p:attrName>
                                        </p:attrNameLst>
                                      </p:cBhvr>
                                      <p:to>
                                        <p:strVal val="visible"/>
                                      </p:to>
                                    </p:set>
                                    <p:animEffect transition="in" filter="wipe(left)">
                                      <p:cBhvr>
                                        <p:cTn id="46" dur="500"/>
                                        <p:tgtEl>
                                          <p:spTgt spid="44">
                                            <p:txEl>
                                              <p:pRg st="1" end="1"/>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45"/>
                                        </p:tgtEl>
                                        <p:attrNameLst>
                                          <p:attrName>style.visibility</p:attrName>
                                        </p:attrNameLst>
                                      </p:cBhvr>
                                      <p:to>
                                        <p:strVal val="visible"/>
                                      </p:to>
                                    </p:set>
                                    <p:animEffect transition="in" filter="wipe(left)">
                                      <p:cBhvr>
                                        <p:cTn id="51" dur="500"/>
                                        <p:tgtEl>
                                          <p:spTgt spid="45"/>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46"/>
                                        </p:tgtEl>
                                        <p:attrNameLst>
                                          <p:attrName>style.visibility</p:attrName>
                                        </p:attrNameLst>
                                      </p:cBhvr>
                                      <p:to>
                                        <p:strVal val="visible"/>
                                      </p:to>
                                    </p:set>
                                    <p:animEffect transition="in" filter="wipe(left)">
                                      <p:cBhvr>
                                        <p:cTn id="56" dur="500"/>
                                        <p:tgtEl>
                                          <p:spTgt spid="46"/>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47"/>
                                        </p:tgtEl>
                                        <p:attrNameLst>
                                          <p:attrName>style.visibility</p:attrName>
                                        </p:attrNameLst>
                                      </p:cBhvr>
                                      <p:to>
                                        <p:strVal val="visible"/>
                                      </p:to>
                                    </p:set>
                                    <p:animEffect transition="in" filter="wipe(left)">
                                      <p:cBhvr>
                                        <p:cTn id="61"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45" grpId="0"/>
      <p:bldP spid="46" grpId="0"/>
      <p:bldP spid="47"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A579C4F7-1A2A-4813-8FDE-AB88E4E7D275}"/>
              </a:ext>
            </a:extLst>
          </p:cNvPr>
          <p:cNvSpPr/>
          <p:nvPr/>
        </p:nvSpPr>
        <p:spPr>
          <a:xfrm>
            <a:off x="1155392" y="1787330"/>
            <a:ext cx="4843279" cy="397353"/>
          </a:xfrm>
          <a:prstGeom prst="rect">
            <a:avLst/>
          </a:prstGeom>
        </p:spPr>
        <p:txBody>
          <a:bodyPr wrap="square">
            <a:spAutoFit/>
          </a:bodyPr>
          <a:lstStyle/>
          <a:p>
            <a:pPr marL="0" lvl="3" defTabSz="457200" eaLnBrk="1" hangingPunct="1">
              <a:lnSpc>
                <a:spcPts val="2600"/>
              </a:lnSpc>
              <a:spcAft>
                <a:spcPts val="1800"/>
              </a:spcAft>
              <a:buFont typeface="Wingdings" panose="05000000000000000000" pitchFamily="2" charset="2"/>
              <a:buChar char="Ø"/>
              <a:defRPr/>
            </a:pPr>
            <a:r>
              <a:rPr lang="zh-CN" altLang="en-US" spc="150" dirty="0">
                <a:solidFill>
                  <a:srgbClr val="000000"/>
                </a:solidFill>
                <a:latin typeface="微软雅黑" panose="020B0503020204020204" pitchFamily="34" charset="-122"/>
                <a:ea typeface="微软雅黑" panose="020B0503020204020204" pitchFamily="34" charset="-122"/>
              </a:rPr>
              <a:t>无差异曲线向右下方倾斜</a:t>
            </a:r>
          </a:p>
        </p:txBody>
      </p:sp>
      <p:sp>
        <p:nvSpPr>
          <p:cNvPr id="6" name="矩形 5">
            <a:extLst>
              <a:ext uri="{FF2B5EF4-FFF2-40B4-BE49-F238E27FC236}">
                <a16:creationId xmlns:a16="http://schemas.microsoft.com/office/drawing/2014/main" id="{BBD7E2E9-DA23-40FB-98DF-937E2CF6777C}"/>
              </a:ext>
            </a:extLst>
          </p:cNvPr>
          <p:cNvSpPr/>
          <p:nvPr/>
        </p:nvSpPr>
        <p:spPr>
          <a:xfrm>
            <a:off x="1683883" y="2275429"/>
            <a:ext cx="6726707" cy="391261"/>
          </a:xfrm>
          <a:prstGeom prst="rect">
            <a:avLst/>
          </a:prstGeom>
        </p:spPr>
        <p:txBody>
          <a:bodyPr wrap="square">
            <a:spAutoFit/>
          </a:bodyPr>
          <a:lstStyle/>
          <a:p>
            <a:pPr marL="285750" lvl="3" indent="-285750" defTabSz="457200">
              <a:lnSpc>
                <a:spcPts val="2600"/>
              </a:lnSpc>
              <a:spcAft>
                <a:spcPts val="1800"/>
              </a:spcAft>
              <a:buFont typeface="Arial" panose="020B0604020202020204" pitchFamily="34" charset="0"/>
              <a:buChar char="•"/>
              <a:defRPr/>
            </a:pPr>
            <a:r>
              <a:rPr lang="zh-CN" altLang="en-US" sz="1600" spc="150" dirty="0">
                <a:solidFill>
                  <a:srgbClr val="000000"/>
                </a:solidFill>
                <a:latin typeface="微软雅黑" panose="020B0503020204020204" pitchFamily="34" charset="-122"/>
                <a:ea typeface="微软雅黑" panose="020B0503020204020204" pitchFamily="34" charset="-122"/>
              </a:rPr>
              <a:t>相对于</a:t>
            </a:r>
            <a:r>
              <a:rPr lang="en-US" altLang="zh-CN" sz="1600" spc="150" dirty="0">
                <a:solidFill>
                  <a:srgbClr val="000000"/>
                </a:solidFill>
                <a:latin typeface="微软雅黑" panose="020B0503020204020204" pitchFamily="34" charset="-122"/>
                <a:ea typeface="微软雅黑" panose="020B0503020204020204" pitchFamily="34" charset="-122"/>
              </a:rPr>
              <a:t>A</a:t>
            </a:r>
            <a:r>
              <a:rPr lang="zh-CN" altLang="en-US" sz="1600" spc="150" dirty="0">
                <a:solidFill>
                  <a:srgbClr val="000000"/>
                </a:solidFill>
                <a:latin typeface="微软雅黑" panose="020B0503020204020204" pitchFamily="34" charset="-122"/>
                <a:ea typeface="微软雅黑" panose="020B0503020204020204" pitchFamily="34" charset="-122"/>
              </a:rPr>
              <a:t>点而言，无论是</a:t>
            </a:r>
            <a:r>
              <a:rPr lang="en-US" altLang="zh-CN" sz="1600" spc="150" dirty="0">
                <a:solidFill>
                  <a:srgbClr val="000000"/>
                </a:solidFill>
                <a:latin typeface="微软雅黑" panose="020B0503020204020204" pitchFamily="34" charset="-122"/>
                <a:ea typeface="微软雅黑" panose="020B0503020204020204" pitchFamily="34" charset="-122"/>
              </a:rPr>
              <a:t>X</a:t>
            </a:r>
            <a:r>
              <a:rPr lang="zh-CN" altLang="en-US" sz="1600" spc="150" dirty="0">
                <a:solidFill>
                  <a:srgbClr val="000000"/>
                </a:solidFill>
                <a:latin typeface="微软雅黑" panose="020B0503020204020204" pitchFamily="34" charset="-122"/>
                <a:ea typeface="微软雅黑" panose="020B0503020204020204" pitchFamily="34" charset="-122"/>
              </a:rPr>
              <a:t>增加还是</a:t>
            </a:r>
            <a:r>
              <a:rPr lang="en-US" altLang="zh-CN" sz="1600" spc="150" dirty="0">
                <a:solidFill>
                  <a:srgbClr val="000000"/>
                </a:solidFill>
                <a:latin typeface="微软雅黑" panose="020B0503020204020204" pitchFamily="34" charset="-122"/>
                <a:ea typeface="微软雅黑" panose="020B0503020204020204" pitchFamily="34" charset="-122"/>
              </a:rPr>
              <a:t>Y</a:t>
            </a:r>
            <a:r>
              <a:rPr lang="zh-CN" altLang="en-US" sz="1600" spc="150" dirty="0">
                <a:solidFill>
                  <a:srgbClr val="000000"/>
                </a:solidFill>
                <a:latin typeface="微软雅黑" panose="020B0503020204020204" pitchFamily="34" charset="-122"/>
                <a:ea typeface="微软雅黑" panose="020B0503020204020204" pitchFamily="34" charset="-122"/>
              </a:rPr>
              <a:t>增加，都更被偏好</a:t>
            </a:r>
          </a:p>
        </p:txBody>
      </p:sp>
      <p:sp>
        <p:nvSpPr>
          <p:cNvPr id="14" name="矩形 13">
            <a:extLst>
              <a:ext uri="{FF2B5EF4-FFF2-40B4-BE49-F238E27FC236}">
                <a16:creationId xmlns:a16="http://schemas.microsoft.com/office/drawing/2014/main" id="{43D5C20A-7445-401D-92EF-85DC1EB20392}"/>
              </a:ext>
            </a:extLst>
          </p:cNvPr>
          <p:cNvSpPr/>
          <p:nvPr/>
        </p:nvSpPr>
        <p:spPr>
          <a:xfrm>
            <a:off x="6593747" y="0"/>
            <a:ext cx="2550253" cy="369332"/>
          </a:xfrm>
          <a:prstGeom prst="rect">
            <a:avLst/>
          </a:prstGeom>
        </p:spPr>
        <p:txBody>
          <a:bodyPr wrap="squar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 第二节  </a:t>
            </a:r>
            <a:r>
              <a:rPr lang="zh-CN" altLang="en-US" spc="150" dirty="0">
                <a:latin typeface="微软雅黑" panose="020B0503020204020204" pitchFamily="34" charset="-122"/>
                <a:ea typeface="微软雅黑" panose="020B0503020204020204" pitchFamily="34" charset="-122"/>
              </a:rPr>
              <a:t>无差异曲线</a:t>
            </a:r>
            <a:endParaRPr lang="zh-CN" altLang="en-US" spc="150" dirty="0">
              <a:solidFill>
                <a:srgbClr val="000000"/>
              </a:solidFill>
              <a:latin typeface="微软雅黑" panose="020B0503020204020204" pitchFamily="34" charset="-122"/>
              <a:ea typeface="微软雅黑" panose="020B0503020204020204" pitchFamily="34" charset="-122"/>
            </a:endParaRPr>
          </a:p>
        </p:txBody>
      </p:sp>
      <p:sp>
        <p:nvSpPr>
          <p:cNvPr id="15" name="矩形 14">
            <a:extLst>
              <a:ext uri="{FF2B5EF4-FFF2-40B4-BE49-F238E27FC236}">
                <a16:creationId xmlns:a16="http://schemas.microsoft.com/office/drawing/2014/main" id="{6B631EEA-93AE-4D0C-A424-1D345CD9B9E2}"/>
              </a:ext>
            </a:extLst>
          </p:cNvPr>
          <p:cNvSpPr/>
          <p:nvPr/>
        </p:nvSpPr>
        <p:spPr>
          <a:xfrm>
            <a:off x="467544" y="548680"/>
            <a:ext cx="3781805"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二、无差异曲线及其特点</a:t>
            </a:r>
          </a:p>
        </p:txBody>
      </p:sp>
      <p:sp>
        <p:nvSpPr>
          <p:cNvPr id="48" name="弧形 9">
            <a:extLst>
              <a:ext uri="{FF2B5EF4-FFF2-40B4-BE49-F238E27FC236}">
                <a16:creationId xmlns:a16="http://schemas.microsoft.com/office/drawing/2014/main" id="{85C63E58-D84E-46A6-9DC7-9942547408C3}"/>
              </a:ext>
            </a:extLst>
          </p:cNvPr>
          <p:cNvSpPr>
            <a:spLocks noChangeArrowheads="1"/>
          </p:cNvSpPr>
          <p:nvPr/>
        </p:nvSpPr>
        <p:spPr bwMode="auto">
          <a:xfrm rot="10800000">
            <a:off x="4089717" y="2745772"/>
            <a:ext cx="2993966" cy="2853897"/>
          </a:xfrm>
          <a:custGeom>
            <a:avLst/>
            <a:gdLst>
              <a:gd name="T0" fmla="*/ 1900221 w 3800438"/>
              <a:gd name="T1" fmla="*/ 0 h 3621847"/>
              <a:gd name="T2" fmla="*/ 1900219 w 3800438"/>
              <a:gd name="T3" fmla="*/ 1810924 h 3621847"/>
              <a:gd name="T4" fmla="*/ 3800438 w 3800438"/>
              <a:gd name="T5" fmla="*/ 1810924 h 3621847"/>
              <a:gd name="T6" fmla="*/ 11796480 60000 65536"/>
              <a:gd name="T7" fmla="*/ 11796480 60000 65536"/>
              <a:gd name="T8" fmla="*/ 5898240 60000 65536"/>
              <a:gd name="T9" fmla="*/ 1900221 w 3800438"/>
              <a:gd name="T10" fmla="*/ 0 h 3621847"/>
              <a:gd name="T11" fmla="*/ 3800438 w 3800438"/>
              <a:gd name="T12" fmla="*/ 1810924 h 3621847"/>
            </a:gdLst>
            <a:ahLst/>
            <a:cxnLst>
              <a:cxn ang="T6">
                <a:pos x="T0" y="T1"/>
              </a:cxn>
              <a:cxn ang="T7">
                <a:pos x="T2" y="T3"/>
              </a:cxn>
              <a:cxn ang="T8">
                <a:pos x="T4" y="T5"/>
              </a:cxn>
            </a:cxnLst>
            <a:rect l="T9" t="T10" r="T11" b="T12"/>
            <a:pathLst>
              <a:path w="3800438" h="3621847" stroke="0">
                <a:moveTo>
                  <a:pt x="1900221" y="0"/>
                </a:moveTo>
                <a:lnTo>
                  <a:pt x="1900221" y="0"/>
                </a:lnTo>
                <a:cubicBezTo>
                  <a:pt x="2949682" y="1"/>
                  <a:pt x="3800438" y="810779"/>
                  <a:pt x="3800438" y="1810924"/>
                </a:cubicBezTo>
                <a:cubicBezTo>
                  <a:pt x="3800438" y="1810925"/>
                  <a:pt x="3800437" y="1810926"/>
                  <a:pt x="3800437" y="1810927"/>
                </a:cubicBezTo>
                <a:lnTo>
                  <a:pt x="1900219" y="1810924"/>
                </a:lnTo>
                <a:close/>
              </a:path>
              <a:path w="3800438" h="3621847" fill="none">
                <a:moveTo>
                  <a:pt x="1900221" y="0"/>
                </a:moveTo>
                <a:lnTo>
                  <a:pt x="1900221" y="0"/>
                </a:lnTo>
                <a:cubicBezTo>
                  <a:pt x="2949682" y="1"/>
                  <a:pt x="3800438" y="810779"/>
                  <a:pt x="3800438" y="1810924"/>
                </a:cubicBezTo>
                <a:cubicBezTo>
                  <a:pt x="3800438" y="1810925"/>
                  <a:pt x="3800437" y="1810926"/>
                  <a:pt x="3800437" y="1810927"/>
                </a:cubicBezTo>
              </a:path>
            </a:pathLst>
          </a:custGeom>
          <a:noFill/>
          <a:ln w="38100" cmpd="sng">
            <a:solidFill>
              <a:srgbClr val="F3C97F"/>
            </a:solidFill>
            <a:miter lim="800000"/>
            <a:headEnd/>
            <a:tailEnd/>
          </a:ln>
          <a:effectLst>
            <a:outerShdw dist="23000" dir="5400000" algn="ctr" rotWithShape="0">
              <a:srgbClr val="000000">
                <a:alpha val="32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dirty="0"/>
          </a:p>
        </p:txBody>
      </p:sp>
      <p:sp>
        <p:nvSpPr>
          <p:cNvPr id="49" name="弧形 59">
            <a:extLst>
              <a:ext uri="{FF2B5EF4-FFF2-40B4-BE49-F238E27FC236}">
                <a16:creationId xmlns:a16="http://schemas.microsoft.com/office/drawing/2014/main" id="{CE0A73E2-31C8-4933-9F66-E116BE339456}"/>
              </a:ext>
            </a:extLst>
          </p:cNvPr>
          <p:cNvSpPr>
            <a:spLocks noChangeArrowheads="1"/>
          </p:cNvSpPr>
          <p:nvPr/>
        </p:nvSpPr>
        <p:spPr bwMode="auto">
          <a:xfrm rot="10800000">
            <a:off x="4264803" y="2498151"/>
            <a:ext cx="2993966" cy="2853897"/>
          </a:xfrm>
          <a:custGeom>
            <a:avLst/>
            <a:gdLst>
              <a:gd name="T0" fmla="*/ 1900221 w 3800438"/>
              <a:gd name="T1" fmla="*/ 0 h 3621847"/>
              <a:gd name="T2" fmla="*/ 1900219 w 3800438"/>
              <a:gd name="T3" fmla="*/ 1810924 h 3621847"/>
              <a:gd name="T4" fmla="*/ 3800438 w 3800438"/>
              <a:gd name="T5" fmla="*/ 1810924 h 3621847"/>
              <a:gd name="T6" fmla="*/ 11796480 60000 65536"/>
              <a:gd name="T7" fmla="*/ 11796480 60000 65536"/>
              <a:gd name="T8" fmla="*/ 5898240 60000 65536"/>
              <a:gd name="T9" fmla="*/ 1900221 w 3800438"/>
              <a:gd name="T10" fmla="*/ 0 h 3621847"/>
              <a:gd name="T11" fmla="*/ 3800438 w 3800438"/>
              <a:gd name="T12" fmla="*/ 1810924 h 3621847"/>
            </a:gdLst>
            <a:ahLst/>
            <a:cxnLst>
              <a:cxn ang="T6">
                <a:pos x="T0" y="T1"/>
              </a:cxn>
              <a:cxn ang="T7">
                <a:pos x="T2" y="T3"/>
              </a:cxn>
              <a:cxn ang="T8">
                <a:pos x="T4" y="T5"/>
              </a:cxn>
            </a:cxnLst>
            <a:rect l="T9" t="T10" r="T11" b="T12"/>
            <a:pathLst>
              <a:path w="3800438" h="3621847" stroke="0">
                <a:moveTo>
                  <a:pt x="1900221" y="0"/>
                </a:moveTo>
                <a:lnTo>
                  <a:pt x="1900221" y="0"/>
                </a:lnTo>
                <a:cubicBezTo>
                  <a:pt x="2949682" y="1"/>
                  <a:pt x="3800438" y="810779"/>
                  <a:pt x="3800438" y="1810924"/>
                </a:cubicBezTo>
                <a:cubicBezTo>
                  <a:pt x="3800438" y="1810925"/>
                  <a:pt x="3800437" y="1810926"/>
                  <a:pt x="3800437" y="1810927"/>
                </a:cubicBezTo>
                <a:lnTo>
                  <a:pt x="1900219" y="1810924"/>
                </a:lnTo>
                <a:close/>
              </a:path>
              <a:path w="3800438" h="3621847" fill="none">
                <a:moveTo>
                  <a:pt x="1900221" y="0"/>
                </a:moveTo>
                <a:lnTo>
                  <a:pt x="1900221" y="0"/>
                </a:lnTo>
                <a:cubicBezTo>
                  <a:pt x="2949682" y="1"/>
                  <a:pt x="3800438" y="810779"/>
                  <a:pt x="3800438" y="1810924"/>
                </a:cubicBezTo>
                <a:cubicBezTo>
                  <a:pt x="3800438" y="1810925"/>
                  <a:pt x="3800437" y="1810926"/>
                  <a:pt x="3800437" y="1810927"/>
                </a:cubicBezTo>
              </a:path>
            </a:pathLst>
          </a:custGeom>
          <a:noFill/>
          <a:ln w="38100" cmpd="sng">
            <a:solidFill>
              <a:srgbClr val="F3C97F"/>
            </a:solidFill>
            <a:miter lim="800000"/>
            <a:headEnd/>
            <a:tailEnd/>
          </a:ln>
          <a:effectLst>
            <a:outerShdw dist="23000" dir="5400000" algn="ctr" rotWithShape="0">
              <a:srgbClr val="000000">
                <a:alpha val="32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dirty="0"/>
          </a:p>
        </p:txBody>
      </p:sp>
      <p:sp>
        <p:nvSpPr>
          <p:cNvPr id="50" name="弧形 60">
            <a:extLst>
              <a:ext uri="{FF2B5EF4-FFF2-40B4-BE49-F238E27FC236}">
                <a16:creationId xmlns:a16="http://schemas.microsoft.com/office/drawing/2014/main" id="{86B9DC0B-079A-4E3C-A627-42DF084FAC09}"/>
              </a:ext>
            </a:extLst>
          </p:cNvPr>
          <p:cNvSpPr>
            <a:spLocks noChangeArrowheads="1"/>
          </p:cNvSpPr>
          <p:nvPr/>
        </p:nvSpPr>
        <p:spPr bwMode="auto">
          <a:xfrm rot="10800000">
            <a:off x="4466151" y="2147763"/>
            <a:ext cx="2993966" cy="2853897"/>
          </a:xfrm>
          <a:custGeom>
            <a:avLst/>
            <a:gdLst>
              <a:gd name="T0" fmla="*/ 1900221 w 3800438"/>
              <a:gd name="T1" fmla="*/ 0 h 3621847"/>
              <a:gd name="T2" fmla="*/ 1900219 w 3800438"/>
              <a:gd name="T3" fmla="*/ 1810924 h 3621847"/>
              <a:gd name="T4" fmla="*/ 3800438 w 3800438"/>
              <a:gd name="T5" fmla="*/ 1810924 h 3621847"/>
              <a:gd name="T6" fmla="*/ 11796480 60000 65536"/>
              <a:gd name="T7" fmla="*/ 11796480 60000 65536"/>
              <a:gd name="T8" fmla="*/ 5898240 60000 65536"/>
              <a:gd name="T9" fmla="*/ 1900221 w 3800438"/>
              <a:gd name="T10" fmla="*/ 0 h 3621847"/>
              <a:gd name="T11" fmla="*/ 3800438 w 3800438"/>
              <a:gd name="T12" fmla="*/ 1810924 h 3621847"/>
            </a:gdLst>
            <a:ahLst/>
            <a:cxnLst>
              <a:cxn ang="T6">
                <a:pos x="T0" y="T1"/>
              </a:cxn>
              <a:cxn ang="T7">
                <a:pos x="T2" y="T3"/>
              </a:cxn>
              <a:cxn ang="T8">
                <a:pos x="T4" y="T5"/>
              </a:cxn>
            </a:cxnLst>
            <a:rect l="T9" t="T10" r="T11" b="T12"/>
            <a:pathLst>
              <a:path w="3800438" h="3621847" stroke="0">
                <a:moveTo>
                  <a:pt x="1900221" y="0"/>
                </a:moveTo>
                <a:lnTo>
                  <a:pt x="1900221" y="0"/>
                </a:lnTo>
                <a:cubicBezTo>
                  <a:pt x="2949682" y="1"/>
                  <a:pt x="3800438" y="810779"/>
                  <a:pt x="3800438" y="1810924"/>
                </a:cubicBezTo>
                <a:cubicBezTo>
                  <a:pt x="3800438" y="1810925"/>
                  <a:pt x="3800437" y="1810926"/>
                  <a:pt x="3800437" y="1810927"/>
                </a:cubicBezTo>
                <a:lnTo>
                  <a:pt x="1900219" y="1810924"/>
                </a:lnTo>
                <a:close/>
              </a:path>
              <a:path w="3800438" h="3621847" fill="none">
                <a:moveTo>
                  <a:pt x="1900221" y="0"/>
                </a:moveTo>
                <a:lnTo>
                  <a:pt x="1900221" y="0"/>
                </a:lnTo>
                <a:cubicBezTo>
                  <a:pt x="2949682" y="1"/>
                  <a:pt x="3800438" y="810779"/>
                  <a:pt x="3800438" y="1810924"/>
                </a:cubicBezTo>
                <a:cubicBezTo>
                  <a:pt x="3800438" y="1810925"/>
                  <a:pt x="3800437" y="1810926"/>
                  <a:pt x="3800437" y="1810927"/>
                </a:cubicBezTo>
              </a:path>
            </a:pathLst>
          </a:custGeom>
          <a:noFill/>
          <a:ln w="38100" cmpd="sng">
            <a:solidFill>
              <a:srgbClr val="F3C97F"/>
            </a:solidFill>
            <a:miter lim="800000"/>
            <a:headEnd/>
            <a:tailEnd/>
          </a:ln>
          <a:effectLst>
            <a:outerShdw dist="23000" dir="5400000" algn="ctr" rotWithShape="0">
              <a:srgbClr val="000000">
                <a:alpha val="32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grpSp>
        <p:nvGrpSpPr>
          <p:cNvPr id="51" name="组合 50">
            <a:extLst>
              <a:ext uri="{FF2B5EF4-FFF2-40B4-BE49-F238E27FC236}">
                <a16:creationId xmlns:a16="http://schemas.microsoft.com/office/drawing/2014/main" id="{7073927A-0F53-4CCA-9C8E-E9519140CA94}"/>
              </a:ext>
            </a:extLst>
          </p:cNvPr>
          <p:cNvGrpSpPr/>
          <p:nvPr/>
        </p:nvGrpSpPr>
        <p:grpSpPr>
          <a:xfrm>
            <a:off x="3345602" y="3492942"/>
            <a:ext cx="2877688" cy="2542495"/>
            <a:chOff x="5218862" y="2491468"/>
            <a:chExt cx="2877688" cy="2542495"/>
          </a:xfrm>
        </p:grpSpPr>
        <p:cxnSp>
          <p:nvCxnSpPr>
            <p:cNvPr id="52" name="直接连接符 54">
              <a:extLst>
                <a:ext uri="{FF2B5EF4-FFF2-40B4-BE49-F238E27FC236}">
                  <a16:creationId xmlns:a16="http://schemas.microsoft.com/office/drawing/2014/main" id="{8FC56F83-2891-4E9A-9102-2F19E3DDC829}"/>
                </a:ext>
              </a:extLst>
            </p:cNvPr>
            <p:cNvCxnSpPr>
              <a:cxnSpLocks noChangeShapeType="1"/>
            </p:cNvCxnSpPr>
            <p:nvPr/>
          </p:nvCxnSpPr>
          <p:spPr bwMode="auto">
            <a:xfrm>
              <a:off x="5501500" y="4327367"/>
              <a:ext cx="108804" cy="1251"/>
            </a:xfrm>
            <a:prstGeom prst="line">
              <a:avLst/>
            </a:prstGeom>
            <a:noFill/>
            <a:ln w="19050" cmpd="sng">
              <a:solidFill>
                <a:srgbClr val="C3C9D7"/>
              </a:solidFill>
              <a:round/>
              <a:headEnd/>
              <a:tailEnd/>
            </a:ln>
            <a:extLst>
              <a:ext uri="{909E8E84-426E-40DD-AFC4-6F175D3DCCD1}">
                <a14:hiddenFill xmlns:a14="http://schemas.microsoft.com/office/drawing/2010/main">
                  <a:noFill/>
                </a14:hiddenFill>
              </a:ext>
            </a:extLst>
          </p:spPr>
        </p:cxnSp>
        <p:cxnSp>
          <p:nvCxnSpPr>
            <p:cNvPr id="53" name="直接箭头连接符 56">
              <a:extLst>
                <a:ext uri="{FF2B5EF4-FFF2-40B4-BE49-F238E27FC236}">
                  <a16:creationId xmlns:a16="http://schemas.microsoft.com/office/drawing/2014/main" id="{2F05709C-D30C-4ED4-85DB-A07821AF9F77}"/>
                </a:ext>
              </a:extLst>
            </p:cNvPr>
            <p:cNvCxnSpPr>
              <a:cxnSpLocks noChangeShapeType="1"/>
            </p:cNvCxnSpPr>
            <p:nvPr/>
          </p:nvCxnSpPr>
          <p:spPr bwMode="auto">
            <a:xfrm>
              <a:off x="5487745" y="4776337"/>
              <a:ext cx="2541245" cy="1251"/>
            </a:xfrm>
            <a:prstGeom prst="straightConnector1">
              <a:avLst/>
            </a:prstGeom>
            <a:noFill/>
            <a:ln w="19050" cmpd="sng">
              <a:solidFill>
                <a:srgbClr val="C3C9D7"/>
              </a:solidFill>
              <a:round/>
              <a:headEnd/>
              <a:tailEnd type="stealth" w="med" len="lg"/>
            </a:ln>
            <a:extLst>
              <a:ext uri="{909E8E84-426E-40DD-AFC4-6F175D3DCCD1}">
                <a14:hiddenFill xmlns:a14="http://schemas.microsoft.com/office/drawing/2010/main">
                  <a:noFill/>
                </a14:hiddenFill>
              </a:ext>
            </a:extLst>
          </p:spPr>
        </p:cxnSp>
        <p:cxnSp>
          <p:nvCxnSpPr>
            <p:cNvPr id="54" name="直接箭头连接符 57">
              <a:extLst>
                <a:ext uri="{FF2B5EF4-FFF2-40B4-BE49-F238E27FC236}">
                  <a16:creationId xmlns:a16="http://schemas.microsoft.com/office/drawing/2014/main" id="{C63D1F96-A090-4406-AB9F-6C90CEA862BB}"/>
                </a:ext>
              </a:extLst>
            </p:cNvPr>
            <p:cNvCxnSpPr>
              <a:cxnSpLocks noChangeShapeType="1"/>
            </p:cNvCxnSpPr>
            <p:nvPr/>
          </p:nvCxnSpPr>
          <p:spPr bwMode="auto">
            <a:xfrm rot="16200000" flipV="1">
              <a:off x="4338431" y="3613268"/>
              <a:ext cx="2284869" cy="41269"/>
            </a:xfrm>
            <a:prstGeom prst="straightConnector1">
              <a:avLst/>
            </a:prstGeom>
            <a:noFill/>
            <a:ln w="19050" cmpd="sng">
              <a:solidFill>
                <a:srgbClr val="C3C9D7"/>
              </a:solidFill>
              <a:round/>
              <a:headEnd/>
              <a:tailEnd type="stealth" w="med" len="lg"/>
            </a:ln>
            <a:extLst>
              <a:ext uri="{909E8E84-426E-40DD-AFC4-6F175D3DCCD1}">
                <a14:hiddenFill xmlns:a14="http://schemas.microsoft.com/office/drawing/2010/main">
                  <a:noFill/>
                </a14:hiddenFill>
              </a:ext>
            </a:extLst>
          </p:spPr>
        </p:cxnSp>
        <p:cxnSp>
          <p:nvCxnSpPr>
            <p:cNvPr id="55" name="直接连接符 61">
              <a:extLst>
                <a:ext uri="{FF2B5EF4-FFF2-40B4-BE49-F238E27FC236}">
                  <a16:creationId xmlns:a16="http://schemas.microsoft.com/office/drawing/2014/main" id="{D3CF9BFA-D5EF-4E22-AF69-8AAD739672A4}"/>
                </a:ext>
              </a:extLst>
            </p:cNvPr>
            <p:cNvCxnSpPr>
              <a:cxnSpLocks noChangeShapeType="1"/>
            </p:cNvCxnSpPr>
            <p:nvPr/>
          </p:nvCxnSpPr>
          <p:spPr bwMode="auto">
            <a:xfrm>
              <a:off x="5501500" y="3797107"/>
              <a:ext cx="1521996" cy="13757"/>
            </a:xfrm>
            <a:prstGeom prst="line">
              <a:avLst/>
            </a:prstGeom>
            <a:noFill/>
            <a:ln w="19050" cmpd="sng">
              <a:solidFill>
                <a:srgbClr val="C3C9D7"/>
              </a:solidFill>
              <a:prstDash val="lgDash"/>
              <a:round/>
              <a:headEnd/>
              <a:tailEnd/>
            </a:ln>
            <a:extLst>
              <a:ext uri="{909E8E84-426E-40DD-AFC4-6F175D3DCCD1}">
                <a14:hiddenFill xmlns:a14="http://schemas.microsoft.com/office/drawing/2010/main">
                  <a:noFill/>
                </a14:hiddenFill>
              </a:ext>
            </a:extLst>
          </p:spPr>
        </p:cxnSp>
        <p:cxnSp>
          <p:nvCxnSpPr>
            <p:cNvPr id="56" name="直接连接符 62">
              <a:extLst>
                <a:ext uri="{FF2B5EF4-FFF2-40B4-BE49-F238E27FC236}">
                  <a16:creationId xmlns:a16="http://schemas.microsoft.com/office/drawing/2014/main" id="{AA04BC3D-9952-4B1C-9C19-BBBD183FFCAE}"/>
                </a:ext>
              </a:extLst>
            </p:cNvPr>
            <p:cNvCxnSpPr>
              <a:cxnSpLocks noChangeShapeType="1"/>
            </p:cNvCxnSpPr>
            <p:nvPr/>
          </p:nvCxnSpPr>
          <p:spPr bwMode="auto">
            <a:xfrm rot="16200000" flipH="1">
              <a:off x="6575150" y="4286720"/>
              <a:ext cx="951716" cy="27514"/>
            </a:xfrm>
            <a:prstGeom prst="line">
              <a:avLst/>
            </a:prstGeom>
            <a:noFill/>
            <a:ln w="19050" cmpd="sng">
              <a:solidFill>
                <a:srgbClr val="C3C9D7"/>
              </a:solidFill>
              <a:prstDash val="lgDash"/>
              <a:round/>
              <a:headEnd/>
              <a:tailEnd/>
            </a:ln>
            <a:extLst>
              <a:ext uri="{909E8E84-426E-40DD-AFC4-6F175D3DCCD1}">
                <a14:hiddenFill xmlns:a14="http://schemas.microsoft.com/office/drawing/2010/main">
                  <a:noFill/>
                </a14:hiddenFill>
              </a:ext>
            </a:extLst>
          </p:spPr>
        </p:cxnSp>
        <p:cxnSp>
          <p:nvCxnSpPr>
            <p:cNvPr id="57" name="直接连接符 63">
              <a:extLst>
                <a:ext uri="{FF2B5EF4-FFF2-40B4-BE49-F238E27FC236}">
                  <a16:creationId xmlns:a16="http://schemas.microsoft.com/office/drawing/2014/main" id="{F776B24E-5EBD-41F9-9C19-E68B7CAD2A60}"/>
                </a:ext>
              </a:extLst>
            </p:cNvPr>
            <p:cNvCxnSpPr>
              <a:cxnSpLocks noChangeShapeType="1"/>
            </p:cNvCxnSpPr>
            <p:nvPr/>
          </p:nvCxnSpPr>
          <p:spPr bwMode="auto">
            <a:xfrm rot="5400000">
              <a:off x="6146191" y="4292973"/>
              <a:ext cx="965473" cy="1250"/>
            </a:xfrm>
            <a:prstGeom prst="line">
              <a:avLst/>
            </a:prstGeom>
            <a:noFill/>
            <a:ln w="19050" cmpd="sng">
              <a:solidFill>
                <a:srgbClr val="C3C9D7"/>
              </a:solidFill>
              <a:prstDash val="lgDash"/>
              <a:round/>
              <a:headEnd/>
              <a:tailEnd/>
            </a:ln>
            <a:extLst>
              <a:ext uri="{909E8E84-426E-40DD-AFC4-6F175D3DCCD1}">
                <a14:hiddenFill xmlns:a14="http://schemas.microsoft.com/office/drawing/2010/main">
                  <a:noFill/>
                </a14:hiddenFill>
              </a:ext>
            </a:extLst>
          </p:spPr>
        </p:cxnSp>
        <p:cxnSp>
          <p:nvCxnSpPr>
            <p:cNvPr id="58" name="直接连接符 64">
              <a:extLst>
                <a:ext uri="{FF2B5EF4-FFF2-40B4-BE49-F238E27FC236}">
                  <a16:creationId xmlns:a16="http://schemas.microsoft.com/office/drawing/2014/main" id="{9A6A11F0-EAC7-4886-A952-68DE1552FE21}"/>
                </a:ext>
              </a:extLst>
            </p:cNvPr>
            <p:cNvCxnSpPr>
              <a:cxnSpLocks noChangeShapeType="1"/>
            </p:cNvCxnSpPr>
            <p:nvPr/>
          </p:nvCxnSpPr>
          <p:spPr bwMode="auto">
            <a:xfrm rot="5400000">
              <a:off x="5731613" y="4299852"/>
              <a:ext cx="979229" cy="1250"/>
            </a:xfrm>
            <a:prstGeom prst="line">
              <a:avLst/>
            </a:prstGeom>
            <a:noFill/>
            <a:ln w="19050" cmpd="sng">
              <a:solidFill>
                <a:srgbClr val="C3C9D7"/>
              </a:solidFill>
              <a:prstDash val="lgDash"/>
              <a:round/>
              <a:headEnd/>
              <a:tailEnd/>
            </a:ln>
            <a:extLst>
              <a:ext uri="{909E8E84-426E-40DD-AFC4-6F175D3DCCD1}">
                <a14:hiddenFill xmlns:a14="http://schemas.microsoft.com/office/drawing/2010/main">
                  <a:noFill/>
                </a14:hiddenFill>
              </a:ext>
            </a:extLst>
          </p:spPr>
        </p:cxnSp>
        <p:cxnSp>
          <p:nvCxnSpPr>
            <p:cNvPr id="59" name="直接连接符 65">
              <a:extLst>
                <a:ext uri="{FF2B5EF4-FFF2-40B4-BE49-F238E27FC236}">
                  <a16:creationId xmlns:a16="http://schemas.microsoft.com/office/drawing/2014/main" id="{687DB179-47AA-4A7B-81A7-36D47CF6FE46}"/>
                </a:ext>
              </a:extLst>
            </p:cNvPr>
            <p:cNvCxnSpPr>
              <a:cxnSpLocks noChangeShapeType="1"/>
            </p:cNvCxnSpPr>
            <p:nvPr/>
          </p:nvCxnSpPr>
          <p:spPr bwMode="auto">
            <a:xfrm>
              <a:off x="5501500" y="3294361"/>
              <a:ext cx="81290" cy="1251"/>
            </a:xfrm>
            <a:prstGeom prst="line">
              <a:avLst/>
            </a:prstGeom>
            <a:noFill/>
            <a:ln w="19050" cmpd="sng">
              <a:solidFill>
                <a:srgbClr val="C3C9D7"/>
              </a:solidFill>
              <a:round/>
              <a:headEnd/>
              <a:tailEnd/>
            </a:ln>
            <a:extLst>
              <a:ext uri="{909E8E84-426E-40DD-AFC4-6F175D3DCCD1}">
                <a14:hiddenFill xmlns:a14="http://schemas.microsoft.com/office/drawing/2010/main">
                  <a:noFill/>
                </a14:hiddenFill>
              </a:ext>
            </a:extLst>
          </p:spPr>
        </p:cxnSp>
        <p:cxnSp>
          <p:nvCxnSpPr>
            <p:cNvPr id="60" name="直接连接符 70">
              <a:extLst>
                <a:ext uri="{FF2B5EF4-FFF2-40B4-BE49-F238E27FC236}">
                  <a16:creationId xmlns:a16="http://schemas.microsoft.com/office/drawing/2014/main" id="{D9721E51-E3A0-4466-877E-86C0BFC8A6C2}"/>
                </a:ext>
              </a:extLst>
            </p:cNvPr>
            <p:cNvCxnSpPr>
              <a:cxnSpLocks noChangeShapeType="1"/>
            </p:cNvCxnSpPr>
            <p:nvPr/>
          </p:nvCxnSpPr>
          <p:spPr bwMode="auto">
            <a:xfrm rot="5400000" flipH="1" flipV="1">
              <a:off x="5745369" y="4721309"/>
              <a:ext cx="136316" cy="1250"/>
            </a:xfrm>
            <a:prstGeom prst="line">
              <a:avLst/>
            </a:prstGeom>
            <a:noFill/>
            <a:ln w="19050" cmpd="sng">
              <a:solidFill>
                <a:srgbClr val="C3C9D7"/>
              </a:solidFill>
              <a:round/>
              <a:headEnd/>
              <a:tailEnd/>
            </a:ln>
            <a:extLst>
              <a:ext uri="{909E8E84-426E-40DD-AFC4-6F175D3DCCD1}">
                <a14:hiddenFill xmlns:a14="http://schemas.microsoft.com/office/drawing/2010/main">
                  <a:noFill/>
                </a14:hiddenFill>
              </a:ext>
            </a:extLst>
          </p:spPr>
        </p:cxnSp>
        <p:graphicFrame>
          <p:nvGraphicFramePr>
            <p:cNvPr id="61" name="Object 19">
              <a:extLst>
                <a:ext uri="{FF2B5EF4-FFF2-40B4-BE49-F238E27FC236}">
                  <a16:creationId xmlns:a16="http://schemas.microsoft.com/office/drawing/2014/main" id="{5049C088-81DC-4A69-925A-D19658013D2B}"/>
                </a:ext>
              </a:extLst>
            </p:cNvPr>
            <p:cNvGraphicFramePr>
              <a:graphicFrameLocks noChangeAspect="1"/>
            </p:cNvGraphicFramePr>
            <p:nvPr>
              <p:extLst>
                <p:ext uri="{D42A27DB-BD31-4B8C-83A1-F6EECF244321}">
                  <p14:modId xmlns:p14="http://schemas.microsoft.com/office/powerpoint/2010/main" val="2576956569"/>
                </p:ext>
              </p:extLst>
            </p:nvPr>
          </p:nvGraphicFramePr>
          <p:xfrm>
            <a:off x="5342626" y="4824227"/>
            <a:ext cx="140070" cy="196141"/>
          </p:xfrm>
          <a:graphic>
            <a:graphicData uri="http://schemas.openxmlformats.org/presentationml/2006/ole">
              <mc:AlternateContent xmlns:mc="http://schemas.openxmlformats.org/markup-compatibility/2006">
                <mc:Choice xmlns:v="urn:schemas-microsoft-com:vml" Requires="v">
                  <p:oleObj spid="_x0000_s113835" r:id="rId5" imgW="127262" imgH="178040" progId="">
                    <p:embed/>
                  </p:oleObj>
                </mc:Choice>
                <mc:Fallback>
                  <p:oleObj r:id="rId5" imgW="127262" imgH="178040" progId="">
                    <p:embed/>
                    <p:pic>
                      <p:nvPicPr>
                        <p:cNvPr id="52" name="Object 19">
                          <a:extLst>
                            <a:ext uri="{FF2B5EF4-FFF2-40B4-BE49-F238E27FC236}">
                              <a16:creationId xmlns:a16="http://schemas.microsoft.com/office/drawing/2014/main" id="{B5DD727E-6F1B-4320-B60F-51B8A613926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42626" y="4824227"/>
                          <a:ext cx="140070" cy="1961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2" name="Object 20">
              <a:extLst>
                <a:ext uri="{FF2B5EF4-FFF2-40B4-BE49-F238E27FC236}">
                  <a16:creationId xmlns:a16="http://schemas.microsoft.com/office/drawing/2014/main" id="{5CCBFFFA-CE41-4FB0-8BEE-942A9A6B3771}"/>
                </a:ext>
              </a:extLst>
            </p:cNvPr>
            <p:cNvGraphicFramePr>
              <a:graphicFrameLocks noChangeAspect="1"/>
            </p:cNvGraphicFramePr>
            <p:nvPr>
              <p:extLst>
                <p:ext uri="{D42A27DB-BD31-4B8C-83A1-F6EECF244321}">
                  <p14:modId xmlns:p14="http://schemas.microsoft.com/office/powerpoint/2010/main" val="2977212004"/>
                </p:ext>
              </p:extLst>
            </p:nvPr>
          </p:nvGraphicFramePr>
          <p:xfrm>
            <a:off x="5755380" y="4837822"/>
            <a:ext cx="126063" cy="196141"/>
          </p:xfrm>
          <a:graphic>
            <a:graphicData uri="http://schemas.openxmlformats.org/presentationml/2006/ole">
              <mc:AlternateContent xmlns:mc="http://schemas.openxmlformats.org/markup-compatibility/2006">
                <mc:Choice xmlns:v="urn:schemas-microsoft-com:vml" Requires="v">
                  <p:oleObj spid="_x0000_s113836" r:id="rId7" imgW="114617" imgH="178117" progId="">
                    <p:embed/>
                  </p:oleObj>
                </mc:Choice>
                <mc:Fallback>
                  <p:oleObj r:id="rId7" imgW="114617" imgH="178117" progId="">
                    <p:embed/>
                    <p:pic>
                      <p:nvPicPr>
                        <p:cNvPr id="53" name="Object 20">
                          <a:extLst>
                            <a:ext uri="{FF2B5EF4-FFF2-40B4-BE49-F238E27FC236}">
                              <a16:creationId xmlns:a16="http://schemas.microsoft.com/office/drawing/2014/main" id="{B9A1381D-1A30-450E-9330-F55ED81A0A7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55380" y="4837822"/>
                          <a:ext cx="126063" cy="1961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3" name="Object 21">
              <a:extLst>
                <a:ext uri="{FF2B5EF4-FFF2-40B4-BE49-F238E27FC236}">
                  <a16:creationId xmlns:a16="http://schemas.microsoft.com/office/drawing/2014/main" id="{78F890C5-8B84-40F6-AB18-30F3071D9E8F}"/>
                </a:ext>
              </a:extLst>
            </p:cNvPr>
            <p:cNvGraphicFramePr>
              <a:graphicFrameLocks noChangeAspect="1"/>
            </p:cNvGraphicFramePr>
            <p:nvPr>
              <p:extLst>
                <p:ext uri="{D42A27DB-BD31-4B8C-83A1-F6EECF244321}">
                  <p14:modId xmlns:p14="http://schemas.microsoft.com/office/powerpoint/2010/main" val="2548957229"/>
                </p:ext>
              </p:extLst>
            </p:nvPr>
          </p:nvGraphicFramePr>
          <p:xfrm>
            <a:off x="6124527" y="4824227"/>
            <a:ext cx="196098" cy="196141"/>
          </p:xfrm>
          <a:graphic>
            <a:graphicData uri="http://schemas.openxmlformats.org/presentationml/2006/ole">
              <mc:AlternateContent xmlns:mc="http://schemas.openxmlformats.org/markup-compatibility/2006">
                <mc:Choice xmlns:v="urn:schemas-microsoft-com:vml" Requires="v">
                  <p:oleObj spid="_x0000_s113837" r:id="rId9" imgW="178117" imgH="178117" progId="">
                    <p:embed/>
                  </p:oleObj>
                </mc:Choice>
                <mc:Fallback>
                  <p:oleObj r:id="rId9" imgW="178117" imgH="178117" progId="">
                    <p:embed/>
                    <p:pic>
                      <p:nvPicPr>
                        <p:cNvPr id="54" name="Object 21">
                          <a:extLst>
                            <a:ext uri="{FF2B5EF4-FFF2-40B4-BE49-F238E27FC236}">
                              <a16:creationId xmlns:a16="http://schemas.microsoft.com/office/drawing/2014/main" id="{B3F9FBC4-384A-476A-8B2A-C3D1CFFADDD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124527" y="4824227"/>
                          <a:ext cx="196098" cy="1961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4" name="Object 22">
              <a:extLst>
                <a:ext uri="{FF2B5EF4-FFF2-40B4-BE49-F238E27FC236}">
                  <a16:creationId xmlns:a16="http://schemas.microsoft.com/office/drawing/2014/main" id="{CBF3F9C2-4BAE-4A27-B549-9B7EF353D093}"/>
                </a:ext>
              </a:extLst>
            </p:cNvPr>
            <p:cNvGraphicFramePr>
              <a:graphicFrameLocks noChangeAspect="1"/>
            </p:cNvGraphicFramePr>
            <p:nvPr>
              <p:extLst>
                <p:ext uri="{D42A27DB-BD31-4B8C-83A1-F6EECF244321}">
                  <p14:modId xmlns:p14="http://schemas.microsoft.com/office/powerpoint/2010/main" val="1107384940"/>
                </p:ext>
              </p:extLst>
            </p:nvPr>
          </p:nvGraphicFramePr>
          <p:xfrm>
            <a:off x="6545869" y="4837822"/>
            <a:ext cx="196098" cy="196141"/>
          </p:xfrm>
          <a:graphic>
            <a:graphicData uri="http://schemas.openxmlformats.org/presentationml/2006/ole">
              <mc:AlternateContent xmlns:mc="http://schemas.openxmlformats.org/markup-compatibility/2006">
                <mc:Choice xmlns:v="urn:schemas-microsoft-com:vml" Requires="v">
                  <p:oleObj spid="_x0000_s113838" r:id="rId11" imgW="178117" imgH="178117" progId="">
                    <p:embed/>
                  </p:oleObj>
                </mc:Choice>
                <mc:Fallback>
                  <p:oleObj r:id="rId11" imgW="178117" imgH="178117" progId="">
                    <p:embed/>
                    <p:pic>
                      <p:nvPicPr>
                        <p:cNvPr id="55" name="Object 22">
                          <a:extLst>
                            <a:ext uri="{FF2B5EF4-FFF2-40B4-BE49-F238E27FC236}">
                              <a16:creationId xmlns:a16="http://schemas.microsoft.com/office/drawing/2014/main" id="{216FEE48-DEA7-488B-B006-E815803A3277}"/>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545869" y="4837822"/>
                          <a:ext cx="196098" cy="1961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5" name="Object 23">
              <a:extLst>
                <a:ext uri="{FF2B5EF4-FFF2-40B4-BE49-F238E27FC236}">
                  <a16:creationId xmlns:a16="http://schemas.microsoft.com/office/drawing/2014/main" id="{C5D18574-7279-4A44-A6A0-A13C242050F7}"/>
                </a:ext>
              </a:extLst>
            </p:cNvPr>
            <p:cNvGraphicFramePr>
              <a:graphicFrameLocks noChangeAspect="1"/>
            </p:cNvGraphicFramePr>
            <p:nvPr>
              <p:extLst>
                <p:ext uri="{D42A27DB-BD31-4B8C-83A1-F6EECF244321}">
                  <p14:modId xmlns:p14="http://schemas.microsoft.com/office/powerpoint/2010/main" val="4144906639"/>
                </p:ext>
              </p:extLst>
            </p:nvPr>
          </p:nvGraphicFramePr>
          <p:xfrm>
            <a:off x="6984390" y="4837822"/>
            <a:ext cx="224112" cy="196141"/>
          </p:xfrm>
          <a:graphic>
            <a:graphicData uri="http://schemas.openxmlformats.org/presentationml/2006/ole">
              <mc:AlternateContent xmlns:mc="http://schemas.openxmlformats.org/markup-compatibility/2006">
                <mc:Choice xmlns:v="urn:schemas-microsoft-com:vml" Requires="v">
                  <p:oleObj spid="_x0000_s113839" r:id="rId13" imgW="203517" imgH="178117" progId="">
                    <p:embed/>
                  </p:oleObj>
                </mc:Choice>
                <mc:Fallback>
                  <p:oleObj r:id="rId13" imgW="203517" imgH="178117" progId="">
                    <p:embed/>
                    <p:pic>
                      <p:nvPicPr>
                        <p:cNvPr id="56" name="Object 23">
                          <a:extLst>
                            <a:ext uri="{FF2B5EF4-FFF2-40B4-BE49-F238E27FC236}">
                              <a16:creationId xmlns:a16="http://schemas.microsoft.com/office/drawing/2014/main" id="{3A669294-918F-44E8-B047-F42D8EA8ADE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984390" y="4837822"/>
                          <a:ext cx="224112" cy="1961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6" name="Object 24">
              <a:extLst>
                <a:ext uri="{FF2B5EF4-FFF2-40B4-BE49-F238E27FC236}">
                  <a16:creationId xmlns:a16="http://schemas.microsoft.com/office/drawing/2014/main" id="{2470DDDC-1FF1-4DBA-8635-9523A65A2D44}"/>
                </a:ext>
              </a:extLst>
            </p:cNvPr>
            <p:cNvGraphicFramePr>
              <a:graphicFrameLocks noChangeAspect="1"/>
            </p:cNvGraphicFramePr>
            <p:nvPr>
              <p:extLst>
                <p:ext uri="{D42A27DB-BD31-4B8C-83A1-F6EECF244321}">
                  <p14:modId xmlns:p14="http://schemas.microsoft.com/office/powerpoint/2010/main" val="2575032943"/>
                </p:ext>
              </p:extLst>
            </p:nvPr>
          </p:nvGraphicFramePr>
          <p:xfrm>
            <a:off x="6460732" y="3809631"/>
            <a:ext cx="168084" cy="182131"/>
          </p:xfrm>
          <a:graphic>
            <a:graphicData uri="http://schemas.openxmlformats.org/presentationml/2006/ole">
              <mc:AlternateContent xmlns:mc="http://schemas.openxmlformats.org/markup-compatibility/2006">
                <mc:Choice xmlns:v="urn:schemas-microsoft-com:vml" Requires="v">
                  <p:oleObj spid="_x0000_s113840" r:id="rId15" imgW="152783" imgH="165489" progId="">
                    <p:embed/>
                  </p:oleObj>
                </mc:Choice>
                <mc:Fallback>
                  <p:oleObj r:id="rId15" imgW="152783" imgH="165489" progId="">
                    <p:embed/>
                    <p:pic>
                      <p:nvPicPr>
                        <p:cNvPr id="57" name="Object 24">
                          <a:extLst>
                            <a:ext uri="{FF2B5EF4-FFF2-40B4-BE49-F238E27FC236}">
                              <a16:creationId xmlns:a16="http://schemas.microsoft.com/office/drawing/2014/main" id="{8A8A2D1D-6F0E-4386-BFF9-F8D57C0584C3}"/>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460732" y="3809631"/>
                          <a:ext cx="168084" cy="1821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7" name="Object 25">
              <a:extLst>
                <a:ext uri="{FF2B5EF4-FFF2-40B4-BE49-F238E27FC236}">
                  <a16:creationId xmlns:a16="http://schemas.microsoft.com/office/drawing/2014/main" id="{CD726610-C009-431A-835A-E46D5D1D0B2D}"/>
                </a:ext>
              </a:extLst>
            </p:cNvPr>
            <p:cNvGraphicFramePr>
              <a:graphicFrameLocks noChangeAspect="1"/>
            </p:cNvGraphicFramePr>
            <p:nvPr>
              <p:extLst>
                <p:ext uri="{D42A27DB-BD31-4B8C-83A1-F6EECF244321}">
                  <p14:modId xmlns:p14="http://schemas.microsoft.com/office/powerpoint/2010/main" val="3815271947"/>
                </p:ext>
              </p:extLst>
            </p:nvPr>
          </p:nvGraphicFramePr>
          <p:xfrm>
            <a:off x="7085950" y="3904794"/>
            <a:ext cx="168084" cy="182131"/>
          </p:xfrm>
          <a:graphic>
            <a:graphicData uri="http://schemas.openxmlformats.org/presentationml/2006/ole">
              <mc:AlternateContent xmlns:mc="http://schemas.openxmlformats.org/markup-compatibility/2006">
                <mc:Choice xmlns:v="urn:schemas-microsoft-com:vml" Requires="v">
                  <p:oleObj spid="_x0000_s113841" r:id="rId17" imgW="152783" imgH="165489" progId="">
                    <p:embed/>
                  </p:oleObj>
                </mc:Choice>
                <mc:Fallback>
                  <p:oleObj r:id="rId17" imgW="152783" imgH="165489" progId="">
                    <p:embed/>
                    <p:pic>
                      <p:nvPicPr>
                        <p:cNvPr id="58" name="Object 25">
                          <a:extLst>
                            <a:ext uri="{FF2B5EF4-FFF2-40B4-BE49-F238E27FC236}">
                              <a16:creationId xmlns:a16="http://schemas.microsoft.com/office/drawing/2014/main" id="{04DC7A83-E90F-4E8A-8827-E602D9C61329}"/>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085950" y="3904794"/>
                          <a:ext cx="168084" cy="1821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8" name="Object 26">
              <a:extLst>
                <a:ext uri="{FF2B5EF4-FFF2-40B4-BE49-F238E27FC236}">
                  <a16:creationId xmlns:a16="http://schemas.microsoft.com/office/drawing/2014/main" id="{191F8B29-8A9F-4835-B861-F2FCCC585CE5}"/>
                </a:ext>
              </a:extLst>
            </p:cNvPr>
            <p:cNvGraphicFramePr>
              <a:graphicFrameLocks noChangeAspect="1"/>
            </p:cNvGraphicFramePr>
            <p:nvPr>
              <p:extLst>
                <p:ext uri="{D42A27DB-BD31-4B8C-83A1-F6EECF244321}">
                  <p14:modId xmlns:p14="http://schemas.microsoft.com/office/powerpoint/2010/main" val="3422364204"/>
                </p:ext>
              </p:extLst>
            </p:nvPr>
          </p:nvGraphicFramePr>
          <p:xfrm>
            <a:off x="6474325" y="3451167"/>
            <a:ext cx="168084" cy="196141"/>
          </p:xfrm>
          <a:graphic>
            <a:graphicData uri="http://schemas.openxmlformats.org/presentationml/2006/ole">
              <mc:AlternateContent xmlns:mc="http://schemas.openxmlformats.org/markup-compatibility/2006">
                <mc:Choice xmlns:v="urn:schemas-microsoft-com:vml" Requires="v">
                  <p:oleObj spid="_x0000_s113842" r:id="rId19" imgW="152717" imgH="178117" progId="">
                    <p:embed/>
                  </p:oleObj>
                </mc:Choice>
                <mc:Fallback>
                  <p:oleObj r:id="rId19" imgW="152717" imgH="178117" progId="">
                    <p:embed/>
                    <p:pic>
                      <p:nvPicPr>
                        <p:cNvPr id="59" name="Object 26">
                          <a:extLst>
                            <a:ext uri="{FF2B5EF4-FFF2-40B4-BE49-F238E27FC236}">
                              <a16:creationId xmlns:a16="http://schemas.microsoft.com/office/drawing/2014/main" id="{98D6E7C7-6A14-42CF-8E81-7FCA5948B4AD}"/>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474325" y="3451167"/>
                          <a:ext cx="168084" cy="1961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9" name="Object 27">
              <a:extLst>
                <a:ext uri="{FF2B5EF4-FFF2-40B4-BE49-F238E27FC236}">
                  <a16:creationId xmlns:a16="http://schemas.microsoft.com/office/drawing/2014/main" id="{A1E767E6-7B01-488B-8451-D8DCF8CF2CE4}"/>
                </a:ext>
              </a:extLst>
            </p:cNvPr>
            <p:cNvGraphicFramePr>
              <a:graphicFrameLocks noChangeAspect="1"/>
            </p:cNvGraphicFramePr>
            <p:nvPr>
              <p:extLst>
                <p:ext uri="{D42A27DB-BD31-4B8C-83A1-F6EECF244321}">
                  <p14:modId xmlns:p14="http://schemas.microsoft.com/office/powerpoint/2010/main" val="1862065226"/>
                </p:ext>
              </p:extLst>
            </p:nvPr>
          </p:nvGraphicFramePr>
          <p:xfrm>
            <a:off x="6224671" y="2993951"/>
            <a:ext cx="182091" cy="182131"/>
          </p:xfrm>
          <a:graphic>
            <a:graphicData uri="http://schemas.openxmlformats.org/presentationml/2006/ole">
              <mc:AlternateContent xmlns:mc="http://schemas.openxmlformats.org/markup-compatibility/2006">
                <mc:Choice xmlns:v="urn:schemas-microsoft-com:vml" Requires="v">
                  <p:oleObj spid="_x0000_s113843" r:id="rId21" imgW="165489" imgH="165489" progId="">
                    <p:embed/>
                  </p:oleObj>
                </mc:Choice>
                <mc:Fallback>
                  <p:oleObj r:id="rId21" imgW="165489" imgH="165489" progId="">
                    <p:embed/>
                    <p:pic>
                      <p:nvPicPr>
                        <p:cNvPr id="60" name="Object 27">
                          <a:extLst>
                            <a:ext uri="{FF2B5EF4-FFF2-40B4-BE49-F238E27FC236}">
                              <a16:creationId xmlns:a16="http://schemas.microsoft.com/office/drawing/2014/main" id="{FE70153A-6D46-43B0-81B3-3EDA9949D755}"/>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224671" y="2993951"/>
                          <a:ext cx="182091" cy="1821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0" name="Object 28">
              <a:extLst>
                <a:ext uri="{FF2B5EF4-FFF2-40B4-BE49-F238E27FC236}">
                  <a16:creationId xmlns:a16="http://schemas.microsoft.com/office/drawing/2014/main" id="{E5BDC2F1-D84A-4AD0-A0FB-BC7650141105}"/>
                </a:ext>
              </a:extLst>
            </p:cNvPr>
            <p:cNvGraphicFramePr>
              <a:graphicFrameLocks noChangeAspect="1"/>
            </p:cNvGraphicFramePr>
            <p:nvPr>
              <p:extLst>
                <p:ext uri="{D42A27DB-BD31-4B8C-83A1-F6EECF244321}">
                  <p14:modId xmlns:p14="http://schemas.microsoft.com/office/powerpoint/2010/main" val="612358239"/>
                </p:ext>
              </p:extLst>
            </p:nvPr>
          </p:nvGraphicFramePr>
          <p:xfrm>
            <a:off x="7058766" y="3619306"/>
            <a:ext cx="168084" cy="182131"/>
          </p:xfrm>
          <a:graphic>
            <a:graphicData uri="http://schemas.openxmlformats.org/presentationml/2006/ole">
              <mc:AlternateContent xmlns:mc="http://schemas.openxmlformats.org/markup-compatibility/2006">
                <mc:Choice xmlns:v="urn:schemas-microsoft-com:vml" Requires="v">
                  <p:oleObj spid="_x0000_s113844" r:id="rId23" imgW="152783" imgH="165489" progId="">
                    <p:embed/>
                  </p:oleObj>
                </mc:Choice>
                <mc:Fallback>
                  <p:oleObj r:id="rId23" imgW="152783" imgH="165489" progId="">
                    <p:embed/>
                    <p:pic>
                      <p:nvPicPr>
                        <p:cNvPr id="61" name="Object 28">
                          <a:extLst>
                            <a:ext uri="{FF2B5EF4-FFF2-40B4-BE49-F238E27FC236}">
                              <a16:creationId xmlns:a16="http://schemas.microsoft.com/office/drawing/2014/main" id="{E92D1229-DFA7-4DF0-9996-F990807E30F3}"/>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7058766" y="3619306"/>
                          <a:ext cx="168084" cy="1821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1" name="Object 29">
              <a:extLst>
                <a:ext uri="{FF2B5EF4-FFF2-40B4-BE49-F238E27FC236}">
                  <a16:creationId xmlns:a16="http://schemas.microsoft.com/office/drawing/2014/main" id="{09F1D4BB-DD75-4BB6-B959-9F79EA0DBF53}"/>
                </a:ext>
              </a:extLst>
            </p:cNvPr>
            <p:cNvGraphicFramePr>
              <a:graphicFrameLocks noChangeAspect="1"/>
            </p:cNvGraphicFramePr>
            <p:nvPr>
              <p:extLst>
                <p:ext uri="{D42A27DB-BD31-4B8C-83A1-F6EECF244321}">
                  <p14:modId xmlns:p14="http://schemas.microsoft.com/office/powerpoint/2010/main" val="4267468291"/>
                </p:ext>
              </p:extLst>
            </p:nvPr>
          </p:nvGraphicFramePr>
          <p:xfrm>
            <a:off x="6020795" y="3809631"/>
            <a:ext cx="182091" cy="182131"/>
          </p:xfrm>
          <a:graphic>
            <a:graphicData uri="http://schemas.openxmlformats.org/presentationml/2006/ole">
              <mc:AlternateContent xmlns:mc="http://schemas.openxmlformats.org/markup-compatibility/2006">
                <mc:Choice xmlns:v="urn:schemas-microsoft-com:vml" Requires="v">
                  <p:oleObj spid="_x0000_s113845" r:id="rId25" imgW="165489" imgH="165489" progId="">
                    <p:embed/>
                  </p:oleObj>
                </mc:Choice>
                <mc:Fallback>
                  <p:oleObj r:id="rId25" imgW="165489" imgH="165489" progId="">
                    <p:embed/>
                    <p:pic>
                      <p:nvPicPr>
                        <p:cNvPr id="62" name="Object 29">
                          <a:extLst>
                            <a:ext uri="{FF2B5EF4-FFF2-40B4-BE49-F238E27FC236}">
                              <a16:creationId xmlns:a16="http://schemas.microsoft.com/office/drawing/2014/main" id="{E7AE7FDF-1B9F-451E-ACFF-D662EB904C1F}"/>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6020795" y="3809631"/>
                          <a:ext cx="182091" cy="1821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2" name="Object 30">
              <a:extLst>
                <a:ext uri="{FF2B5EF4-FFF2-40B4-BE49-F238E27FC236}">
                  <a16:creationId xmlns:a16="http://schemas.microsoft.com/office/drawing/2014/main" id="{18DF7D27-3CB2-47AF-88C3-6F9962F1D590}"/>
                </a:ext>
              </a:extLst>
            </p:cNvPr>
            <p:cNvGraphicFramePr>
              <a:graphicFrameLocks noChangeAspect="1"/>
            </p:cNvGraphicFramePr>
            <p:nvPr>
              <p:extLst>
                <p:ext uri="{D42A27DB-BD31-4B8C-83A1-F6EECF244321}">
                  <p14:modId xmlns:p14="http://schemas.microsoft.com/office/powerpoint/2010/main" val="3763531182"/>
                </p:ext>
              </p:extLst>
            </p:nvPr>
          </p:nvGraphicFramePr>
          <p:xfrm>
            <a:off x="7465102" y="4369183"/>
            <a:ext cx="210105" cy="252181"/>
          </p:xfrm>
          <a:graphic>
            <a:graphicData uri="http://schemas.openxmlformats.org/presentationml/2006/ole">
              <mc:AlternateContent xmlns:mc="http://schemas.openxmlformats.org/markup-compatibility/2006">
                <mc:Choice xmlns:v="urn:schemas-microsoft-com:vml" Requires="v">
                  <p:oleObj spid="_x0000_s113846" r:id="rId27" imgW="190983" imgH="229116" progId="">
                    <p:embed/>
                  </p:oleObj>
                </mc:Choice>
                <mc:Fallback>
                  <p:oleObj r:id="rId27" imgW="190983" imgH="229116" progId="">
                    <p:embed/>
                    <p:pic>
                      <p:nvPicPr>
                        <p:cNvPr id="63" name="Object 30">
                          <a:extLst>
                            <a:ext uri="{FF2B5EF4-FFF2-40B4-BE49-F238E27FC236}">
                              <a16:creationId xmlns:a16="http://schemas.microsoft.com/office/drawing/2014/main" id="{D74A8403-1028-400A-A6E3-48EA86E1D5EE}"/>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7465102" y="4369183"/>
                          <a:ext cx="210105" cy="252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3" name="Object 31">
              <a:extLst>
                <a:ext uri="{FF2B5EF4-FFF2-40B4-BE49-F238E27FC236}">
                  <a16:creationId xmlns:a16="http://schemas.microsoft.com/office/drawing/2014/main" id="{2BFB1FE7-0A59-463B-9438-0071D02CEB3F}"/>
                </a:ext>
              </a:extLst>
            </p:cNvPr>
            <p:cNvGraphicFramePr>
              <a:graphicFrameLocks noChangeAspect="1"/>
            </p:cNvGraphicFramePr>
            <p:nvPr>
              <p:extLst>
                <p:ext uri="{D42A27DB-BD31-4B8C-83A1-F6EECF244321}">
                  <p14:modId xmlns:p14="http://schemas.microsoft.com/office/powerpoint/2010/main" val="772015936"/>
                </p:ext>
              </p:extLst>
            </p:nvPr>
          </p:nvGraphicFramePr>
          <p:xfrm>
            <a:off x="7663974" y="4070101"/>
            <a:ext cx="224112" cy="252181"/>
          </p:xfrm>
          <a:graphic>
            <a:graphicData uri="http://schemas.openxmlformats.org/presentationml/2006/ole">
              <mc:AlternateContent xmlns:mc="http://schemas.openxmlformats.org/markup-compatibility/2006">
                <mc:Choice xmlns:v="urn:schemas-microsoft-com:vml" Requires="v">
                  <p:oleObj spid="_x0000_s113847" r:id="rId29" imgW="203605" imgH="229016" progId="">
                    <p:embed/>
                  </p:oleObj>
                </mc:Choice>
                <mc:Fallback>
                  <p:oleObj r:id="rId29" imgW="203605" imgH="229016" progId="">
                    <p:embed/>
                    <p:pic>
                      <p:nvPicPr>
                        <p:cNvPr id="64" name="Object 31">
                          <a:extLst>
                            <a:ext uri="{FF2B5EF4-FFF2-40B4-BE49-F238E27FC236}">
                              <a16:creationId xmlns:a16="http://schemas.microsoft.com/office/drawing/2014/main" id="{B4B4946E-7ADE-44C9-BB40-CABA8A7F3A6E}"/>
                            </a:ext>
                          </a:extLst>
                        </p:cNvPr>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7663974" y="4070101"/>
                          <a:ext cx="224112" cy="252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4" name="Object 32">
              <a:extLst>
                <a:ext uri="{FF2B5EF4-FFF2-40B4-BE49-F238E27FC236}">
                  <a16:creationId xmlns:a16="http://schemas.microsoft.com/office/drawing/2014/main" id="{55EBA814-14C4-49C7-BE26-983C392383BD}"/>
                </a:ext>
              </a:extLst>
            </p:cNvPr>
            <p:cNvGraphicFramePr>
              <a:graphicFrameLocks noChangeAspect="1"/>
            </p:cNvGraphicFramePr>
            <p:nvPr>
              <p:extLst>
                <p:ext uri="{D42A27DB-BD31-4B8C-83A1-F6EECF244321}">
                  <p14:modId xmlns:p14="http://schemas.microsoft.com/office/powerpoint/2010/main" val="690339315"/>
                </p:ext>
              </p:extLst>
            </p:nvPr>
          </p:nvGraphicFramePr>
          <p:xfrm>
            <a:off x="7886445" y="3852586"/>
            <a:ext cx="210105" cy="252181"/>
          </p:xfrm>
          <a:graphic>
            <a:graphicData uri="http://schemas.openxmlformats.org/presentationml/2006/ole">
              <mc:AlternateContent xmlns:mc="http://schemas.openxmlformats.org/markup-compatibility/2006">
                <mc:Choice xmlns:v="urn:schemas-microsoft-com:vml" Requires="v">
                  <p:oleObj spid="_x0000_s113848" r:id="rId31" imgW="190983" imgH="229116" progId="">
                    <p:embed/>
                  </p:oleObj>
                </mc:Choice>
                <mc:Fallback>
                  <p:oleObj r:id="rId31" imgW="190983" imgH="229116" progId="">
                    <p:embed/>
                    <p:pic>
                      <p:nvPicPr>
                        <p:cNvPr id="65" name="Object 32">
                          <a:extLst>
                            <a:ext uri="{FF2B5EF4-FFF2-40B4-BE49-F238E27FC236}">
                              <a16:creationId xmlns:a16="http://schemas.microsoft.com/office/drawing/2014/main" id="{C887A7F9-6609-46FD-A27E-94EDB261AF43}"/>
                            </a:ext>
                          </a:extLst>
                        </p:cNvPr>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7886445" y="3852586"/>
                          <a:ext cx="210105" cy="252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5" name="Object 33">
              <a:extLst>
                <a:ext uri="{FF2B5EF4-FFF2-40B4-BE49-F238E27FC236}">
                  <a16:creationId xmlns:a16="http://schemas.microsoft.com/office/drawing/2014/main" id="{BB278642-FF1C-42B1-995C-30C8EF47B56B}"/>
                </a:ext>
              </a:extLst>
            </p:cNvPr>
            <p:cNvGraphicFramePr>
              <a:graphicFrameLocks noChangeAspect="1"/>
            </p:cNvGraphicFramePr>
            <p:nvPr>
              <p:extLst>
                <p:ext uri="{D42A27DB-BD31-4B8C-83A1-F6EECF244321}">
                  <p14:modId xmlns:p14="http://schemas.microsoft.com/office/powerpoint/2010/main" val="1938097606"/>
                </p:ext>
              </p:extLst>
            </p:nvPr>
          </p:nvGraphicFramePr>
          <p:xfrm>
            <a:off x="5312541" y="4244991"/>
            <a:ext cx="126313" cy="196391"/>
          </p:xfrm>
          <a:graphic>
            <a:graphicData uri="http://schemas.openxmlformats.org/presentationml/2006/ole">
              <mc:AlternateContent xmlns:mc="http://schemas.openxmlformats.org/markup-compatibility/2006">
                <mc:Choice xmlns:v="urn:schemas-microsoft-com:vml" Requires="v">
                  <p:oleObj spid="_x0000_s113849" r:id="rId33" imgW="114617" imgH="178117" progId="">
                    <p:embed/>
                  </p:oleObj>
                </mc:Choice>
                <mc:Fallback>
                  <p:oleObj r:id="rId33" imgW="114617" imgH="178117" progId="">
                    <p:embed/>
                    <p:pic>
                      <p:nvPicPr>
                        <p:cNvPr id="66" name="Object 33">
                          <a:extLst>
                            <a:ext uri="{FF2B5EF4-FFF2-40B4-BE49-F238E27FC236}">
                              <a16:creationId xmlns:a16="http://schemas.microsoft.com/office/drawing/2014/main" id="{E576CD29-B2FA-44CB-A7D2-B843C97B71C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12541" y="4244991"/>
                          <a:ext cx="126313" cy="196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6" name="Object 34">
              <a:extLst>
                <a:ext uri="{FF2B5EF4-FFF2-40B4-BE49-F238E27FC236}">
                  <a16:creationId xmlns:a16="http://schemas.microsoft.com/office/drawing/2014/main" id="{0139899F-8A78-4570-A6E8-AA437230657E}"/>
                </a:ext>
              </a:extLst>
            </p:cNvPr>
            <p:cNvGraphicFramePr>
              <a:graphicFrameLocks noChangeAspect="1"/>
            </p:cNvGraphicFramePr>
            <p:nvPr>
              <p:extLst>
                <p:ext uri="{D42A27DB-BD31-4B8C-83A1-F6EECF244321}">
                  <p14:modId xmlns:p14="http://schemas.microsoft.com/office/powerpoint/2010/main" val="1516484423"/>
                </p:ext>
              </p:extLst>
            </p:nvPr>
          </p:nvGraphicFramePr>
          <p:xfrm>
            <a:off x="5232336" y="3715011"/>
            <a:ext cx="196348" cy="196391"/>
          </p:xfrm>
          <a:graphic>
            <a:graphicData uri="http://schemas.openxmlformats.org/presentationml/2006/ole">
              <mc:AlternateContent xmlns:mc="http://schemas.openxmlformats.org/markup-compatibility/2006">
                <mc:Choice xmlns:v="urn:schemas-microsoft-com:vml" Requires="v">
                  <p:oleObj spid="_x0000_s113850" r:id="rId34" imgW="178117" imgH="178117" progId="">
                    <p:embed/>
                  </p:oleObj>
                </mc:Choice>
                <mc:Fallback>
                  <p:oleObj r:id="rId34" imgW="178117" imgH="178117" progId="">
                    <p:embed/>
                    <p:pic>
                      <p:nvPicPr>
                        <p:cNvPr id="67" name="Object 34">
                          <a:extLst>
                            <a:ext uri="{FF2B5EF4-FFF2-40B4-BE49-F238E27FC236}">
                              <a16:creationId xmlns:a16="http://schemas.microsoft.com/office/drawing/2014/main" id="{959921A3-27EC-410D-95DC-D2335DA2F90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232336" y="3715011"/>
                          <a:ext cx="196348" cy="196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7" name="Object 35">
              <a:extLst>
                <a:ext uri="{FF2B5EF4-FFF2-40B4-BE49-F238E27FC236}">
                  <a16:creationId xmlns:a16="http://schemas.microsoft.com/office/drawing/2014/main" id="{4279ABD8-AA58-46F7-8C91-7950D51726D4}"/>
                </a:ext>
              </a:extLst>
            </p:cNvPr>
            <p:cNvGraphicFramePr>
              <a:graphicFrameLocks noChangeAspect="1"/>
            </p:cNvGraphicFramePr>
            <p:nvPr>
              <p:extLst>
                <p:ext uri="{D42A27DB-BD31-4B8C-83A1-F6EECF244321}">
                  <p14:modId xmlns:p14="http://schemas.microsoft.com/office/powerpoint/2010/main" val="127607106"/>
                </p:ext>
              </p:extLst>
            </p:nvPr>
          </p:nvGraphicFramePr>
          <p:xfrm>
            <a:off x="5218862" y="3212175"/>
            <a:ext cx="196348" cy="196391"/>
          </p:xfrm>
          <a:graphic>
            <a:graphicData uri="http://schemas.openxmlformats.org/presentationml/2006/ole">
              <mc:AlternateContent xmlns:mc="http://schemas.openxmlformats.org/markup-compatibility/2006">
                <mc:Choice xmlns:v="urn:schemas-microsoft-com:vml" Requires="v">
                  <p:oleObj spid="_x0000_s113851" r:id="rId35" imgW="178117" imgH="178117" progId="">
                    <p:embed/>
                  </p:oleObj>
                </mc:Choice>
                <mc:Fallback>
                  <p:oleObj r:id="rId35" imgW="178117" imgH="178117" progId="">
                    <p:embed/>
                    <p:pic>
                      <p:nvPicPr>
                        <p:cNvPr id="68" name="Object 35">
                          <a:extLst>
                            <a:ext uri="{FF2B5EF4-FFF2-40B4-BE49-F238E27FC236}">
                              <a16:creationId xmlns:a16="http://schemas.microsoft.com/office/drawing/2014/main" id="{357C3E61-3DE1-4B96-958A-63F777AAE57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218862" y="3212175"/>
                          <a:ext cx="196348" cy="196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8" name="椭圆 27">
              <a:extLst>
                <a:ext uri="{FF2B5EF4-FFF2-40B4-BE49-F238E27FC236}">
                  <a16:creationId xmlns:a16="http://schemas.microsoft.com/office/drawing/2014/main" id="{84EFA8C9-3CA7-425E-A78D-F30FC30CF5D7}"/>
                </a:ext>
              </a:extLst>
            </p:cNvPr>
            <p:cNvSpPr>
              <a:spLocks noChangeArrowheads="1"/>
            </p:cNvSpPr>
            <p:nvPr/>
          </p:nvSpPr>
          <p:spPr bwMode="auto">
            <a:xfrm>
              <a:off x="6385684" y="3551987"/>
              <a:ext cx="51274" cy="51275"/>
            </a:xfrm>
            <a:prstGeom prst="ellipse">
              <a:avLst/>
            </a:prstGeom>
            <a:solidFill>
              <a:srgbClr val="BB1528"/>
            </a:solidFill>
            <a:ln w="25400" cmpd="sng">
              <a:solidFill>
                <a:srgbClr val="BB1528"/>
              </a:solidFill>
              <a:round/>
              <a:headEnd/>
              <a:tailEnd/>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endParaRPr>
            </a:p>
          </p:txBody>
        </p:sp>
        <p:sp>
          <p:nvSpPr>
            <p:cNvPr id="79" name="椭圆 28">
              <a:extLst>
                <a:ext uri="{FF2B5EF4-FFF2-40B4-BE49-F238E27FC236}">
                  <a16:creationId xmlns:a16="http://schemas.microsoft.com/office/drawing/2014/main" id="{761EA083-0B6C-4D8C-9FDB-824C8BDEC7FE}"/>
                </a:ext>
              </a:extLst>
            </p:cNvPr>
            <p:cNvSpPr>
              <a:spLocks noChangeArrowheads="1"/>
            </p:cNvSpPr>
            <p:nvPr/>
          </p:nvSpPr>
          <p:spPr bwMode="auto">
            <a:xfrm flipH="1" flipV="1">
              <a:off x="6141814" y="3035485"/>
              <a:ext cx="51275" cy="51275"/>
            </a:xfrm>
            <a:prstGeom prst="ellipse">
              <a:avLst/>
            </a:prstGeom>
            <a:solidFill>
              <a:srgbClr val="BB1528"/>
            </a:solidFill>
            <a:ln w="25400" cmpd="sng">
              <a:solidFill>
                <a:srgbClr val="BB1528"/>
              </a:solidFill>
              <a:round/>
              <a:headEnd/>
              <a:tailEnd/>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endParaRPr>
            </a:p>
          </p:txBody>
        </p:sp>
        <p:sp>
          <p:nvSpPr>
            <p:cNvPr id="80" name="椭圆 29">
              <a:extLst>
                <a:ext uri="{FF2B5EF4-FFF2-40B4-BE49-F238E27FC236}">
                  <a16:creationId xmlns:a16="http://schemas.microsoft.com/office/drawing/2014/main" id="{C34ED3E1-759A-4EA4-BE06-F6130D666E0D}"/>
                </a:ext>
              </a:extLst>
            </p:cNvPr>
            <p:cNvSpPr>
              <a:spLocks noChangeArrowheads="1"/>
            </p:cNvSpPr>
            <p:nvPr/>
          </p:nvSpPr>
          <p:spPr bwMode="auto">
            <a:xfrm>
              <a:off x="6600789" y="3785852"/>
              <a:ext cx="51274" cy="51275"/>
            </a:xfrm>
            <a:prstGeom prst="ellipse">
              <a:avLst/>
            </a:prstGeom>
            <a:solidFill>
              <a:srgbClr val="BB1528"/>
            </a:solidFill>
            <a:ln w="25400" cmpd="sng">
              <a:solidFill>
                <a:srgbClr val="BB1528"/>
              </a:solidFill>
              <a:round/>
              <a:headEnd/>
              <a:tailEnd/>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endParaRPr>
            </a:p>
          </p:txBody>
        </p:sp>
        <p:sp>
          <p:nvSpPr>
            <p:cNvPr id="81" name="椭圆 30">
              <a:extLst>
                <a:ext uri="{FF2B5EF4-FFF2-40B4-BE49-F238E27FC236}">
                  <a16:creationId xmlns:a16="http://schemas.microsoft.com/office/drawing/2014/main" id="{B19DD07E-AF7A-44EF-B32A-7D537BDDD3A7}"/>
                </a:ext>
              </a:extLst>
            </p:cNvPr>
            <p:cNvSpPr>
              <a:spLocks noChangeArrowheads="1"/>
            </p:cNvSpPr>
            <p:nvPr/>
          </p:nvSpPr>
          <p:spPr bwMode="auto">
            <a:xfrm>
              <a:off x="6198092" y="3785852"/>
              <a:ext cx="51274" cy="51275"/>
            </a:xfrm>
            <a:prstGeom prst="ellipse">
              <a:avLst/>
            </a:prstGeom>
            <a:solidFill>
              <a:srgbClr val="BB1528"/>
            </a:solidFill>
            <a:ln w="25400" cmpd="sng">
              <a:solidFill>
                <a:srgbClr val="BB1528"/>
              </a:solidFill>
              <a:round/>
              <a:headEnd/>
              <a:tailEnd/>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endParaRPr>
            </a:p>
          </p:txBody>
        </p:sp>
        <p:sp>
          <p:nvSpPr>
            <p:cNvPr id="82" name="椭圆 31">
              <a:extLst>
                <a:ext uri="{FF2B5EF4-FFF2-40B4-BE49-F238E27FC236}">
                  <a16:creationId xmlns:a16="http://schemas.microsoft.com/office/drawing/2014/main" id="{3E828D23-AA2A-4AF1-81B9-2DA15D9E8ECE}"/>
                </a:ext>
              </a:extLst>
            </p:cNvPr>
            <p:cNvSpPr>
              <a:spLocks noChangeArrowheads="1"/>
            </p:cNvSpPr>
            <p:nvPr/>
          </p:nvSpPr>
          <p:spPr bwMode="auto">
            <a:xfrm>
              <a:off x="7018494" y="4034724"/>
              <a:ext cx="51274" cy="51275"/>
            </a:xfrm>
            <a:prstGeom prst="ellipse">
              <a:avLst/>
            </a:prstGeom>
            <a:solidFill>
              <a:srgbClr val="BB1528"/>
            </a:solidFill>
            <a:ln w="25400" cmpd="sng">
              <a:solidFill>
                <a:srgbClr val="BB1528"/>
              </a:solidFill>
              <a:round/>
              <a:headEnd/>
              <a:tailEnd/>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endParaRPr>
            </a:p>
          </p:txBody>
        </p:sp>
        <p:sp>
          <p:nvSpPr>
            <p:cNvPr id="83" name="椭圆 32">
              <a:extLst>
                <a:ext uri="{FF2B5EF4-FFF2-40B4-BE49-F238E27FC236}">
                  <a16:creationId xmlns:a16="http://schemas.microsoft.com/office/drawing/2014/main" id="{F1A21A0F-3D3F-4E49-98C5-3A8603D707A0}"/>
                </a:ext>
              </a:extLst>
            </p:cNvPr>
            <p:cNvSpPr>
              <a:spLocks noChangeArrowheads="1"/>
            </p:cNvSpPr>
            <p:nvPr/>
          </p:nvSpPr>
          <p:spPr bwMode="auto">
            <a:xfrm>
              <a:off x="7020995" y="3785852"/>
              <a:ext cx="51274" cy="51275"/>
            </a:xfrm>
            <a:prstGeom prst="ellipse">
              <a:avLst/>
            </a:prstGeom>
            <a:solidFill>
              <a:srgbClr val="BB1528"/>
            </a:solidFill>
            <a:ln w="25400" cmpd="sng">
              <a:solidFill>
                <a:srgbClr val="BB1528"/>
              </a:solidFill>
              <a:round/>
              <a:headEnd/>
              <a:tailEnd/>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endParaRPr>
            </a:p>
          </p:txBody>
        </p:sp>
        <p:grpSp>
          <p:nvGrpSpPr>
            <p:cNvPr id="84" name="组合 83">
              <a:extLst>
                <a:ext uri="{FF2B5EF4-FFF2-40B4-BE49-F238E27FC236}">
                  <a16:creationId xmlns:a16="http://schemas.microsoft.com/office/drawing/2014/main" id="{46546E4A-8E04-449F-9B5B-48BFE9A862F3}"/>
                </a:ext>
              </a:extLst>
            </p:cNvPr>
            <p:cNvGrpSpPr/>
            <p:nvPr/>
          </p:nvGrpSpPr>
          <p:grpSpPr>
            <a:xfrm>
              <a:off x="6362693" y="3568506"/>
              <a:ext cx="641721" cy="497108"/>
              <a:chOff x="6766541" y="4021400"/>
              <a:chExt cx="641721" cy="497108"/>
            </a:xfrm>
            <a:solidFill>
              <a:srgbClr val="C3C9D7"/>
            </a:solidFill>
          </p:grpSpPr>
          <p:sp>
            <p:nvSpPr>
              <p:cNvPr id="85" name="右箭头 4">
                <a:extLst>
                  <a:ext uri="{FF2B5EF4-FFF2-40B4-BE49-F238E27FC236}">
                    <a16:creationId xmlns:a16="http://schemas.microsoft.com/office/drawing/2014/main" id="{0C17748E-92CD-4FD0-8E6C-833A900D4EF7}"/>
                  </a:ext>
                </a:extLst>
              </p:cNvPr>
              <p:cNvSpPr/>
              <p:nvPr/>
            </p:nvSpPr>
            <p:spPr bwMode="auto">
              <a:xfrm rot="2531176">
                <a:off x="7063920" y="4311163"/>
                <a:ext cx="344342" cy="207345"/>
              </a:xfrm>
              <a:prstGeom prst="rightArrow">
                <a:avLst/>
              </a:prstGeom>
              <a:grp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86" name="右箭头 108">
                <a:extLst>
                  <a:ext uri="{FF2B5EF4-FFF2-40B4-BE49-F238E27FC236}">
                    <a16:creationId xmlns:a16="http://schemas.microsoft.com/office/drawing/2014/main" id="{55B7EEF2-BFB6-4B89-AD1A-72671CE58AD9}"/>
                  </a:ext>
                </a:extLst>
              </p:cNvPr>
              <p:cNvSpPr/>
              <p:nvPr/>
            </p:nvSpPr>
            <p:spPr bwMode="auto">
              <a:xfrm rot="13039936">
                <a:off x="6766541" y="4021400"/>
                <a:ext cx="245382" cy="263402"/>
              </a:xfrm>
              <a:prstGeom prst="rightArrow">
                <a:avLst/>
              </a:prstGeom>
              <a:grp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grpSp>
      </p:grpSp>
      <p:sp>
        <p:nvSpPr>
          <p:cNvPr id="87" name="矩形 86">
            <a:extLst>
              <a:ext uri="{FF2B5EF4-FFF2-40B4-BE49-F238E27FC236}">
                <a16:creationId xmlns:a16="http://schemas.microsoft.com/office/drawing/2014/main" id="{06EBD1AA-9F2E-4311-A676-F379D364C2B8}"/>
              </a:ext>
            </a:extLst>
          </p:cNvPr>
          <p:cNvSpPr/>
          <p:nvPr/>
        </p:nvSpPr>
        <p:spPr>
          <a:xfrm>
            <a:off x="1683883" y="2850026"/>
            <a:ext cx="6726707" cy="724686"/>
          </a:xfrm>
          <a:prstGeom prst="rect">
            <a:avLst/>
          </a:prstGeom>
        </p:spPr>
        <p:txBody>
          <a:bodyPr wrap="square">
            <a:spAutoFit/>
          </a:bodyPr>
          <a:lstStyle/>
          <a:p>
            <a:pPr marL="285750" lvl="3" indent="-285750" defTabSz="457200">
              <a:lnSpc>
                <a:spcPts val="2600"/>
              </a:lnSpc>
              <a:spcAft>
                <a:spcPts val="1800"/>
              </a:spcAft>
              <a:buFont typeface="Arial" panose="020B0604020202020204" pitchFamily="34" charset="0"/>
              <a:buChar char="•"/>
              <a:defRPr/>
            </a:pPr>
            <a:r>
              <a:rPr lang="zh-CN" altLang="en-US" sz="1600" spc="150" dirty="0">
                <a:solidFill>
                  <a:srgbClr val="000000"/>
                </a:solidFill>
                <a:latin typeface="微软雅黑" panose="020B0503020204020204" pitchFamily="34" charset="-122"/>
                <a:ea typeface="微软雅黑" panose="020B0503020204020204" pitchFamily="34" charset="-122"/>
              </a:rPr>
              <a:t>要处于同一个偏好水平上，</a:t>
            </a:r>
            <a:r>
              <a:rPr lang="en-US" altLang="zh-CN" sz="1600" spc="150" dirty="0">
                <a:solidFill>
                  <a:srgbClr val="000000"/>
                </a:solidFill>
                <a:latin typeface="微软雅黑" panose="020B0503020204020204" pitchFamily="34" charset="-122"/>
                <a:ea typeface="微软雅黑" panose="020B0503020204020204" pitchFamily="34" charset="-122"/>
              </a:rPr>
              <a:t>X</a:t>
            </a:r>
            <a:r>
              <a:rPr lang="zh-CN" altLang="en-US" sz="1600" spc="150" dirty="0">
                <a:solidFill>
                  <a:srgbClr val="000000"/>
                </a:solidFill>
                <a:latin typeface="微软雅黑" panose="020B0503020204020204" pitchFamily="34" charset="-122"/>
                <a:ea typeface="微软雅黑" panose="020B0503020204020204" pitchFamily="34" charset="-122"/>
              </a:rPr>
              <a:t>增加时</a:t>
            </a:r>
            <a:r>
              <a:rPr lang="en-US" altLang="zh-CN" sz="1600" spc="150" dirty="0">
                <a:solidFill>
                  <a:srgbClr val="000000"/>
                </a:solidFill>
                <a:latin typeface="微软雅黑" panose="020B0503020204020204" pitchFamily="34" charset="-122"/>
                <a:ea typeface="微软雅黑" panose="020B0503020204020204" pitchFamily="34" charset="-122"/>
              </a:rPr>
              <a:t>Y</a:t>
            </a:r>
            <a:r>
              <a:rPr lang="zh-CN" altLang="en-US" sz="1600" spc="150" dirty="0">
                <a:solidFill>
                  <a:srgbClr val="000000"/>
                </a:solidFill>
                <a:latin typeface="微软雅黑" panose="020B0503020204020204" pitchFamily="34" charset="-122"/>
                <a:ea typeface="微软雅黑" panose="020B0503020204020204" pitchFamily="34" charset="-122"/>
              </a:rPr>
              <a:t>必须减少（</a:t>
            </a:r>
            <a:r>
              <a:rPr lang="en-US" altLang="zh-CN" sz="1600" spc="150" dirty="0">
                <a:solidFill>
                  <a:srgbClr val="000000"/>
                </a:solidFill>
                <a:latin typeface="微软雅黑" panose="020B0503020204020204" pitchFamily="34" charset="-122"/>
                <a:ea typeface="微软雅黑" panose="020B0503020204020204" pitchFamily="34" charset="-122"/>
              </a:rPr>
              <a:t>A→B</a:t>
            </a:r>
            <a:r>
              <a:rPr lang="zh-CN" altLang="en-US" sz="1600" spc="150" dirty="0">
                <a:solidFill>
                  <a:srgbClr val="000000"/>
                </a:solidFill>
                <a:latin typeface="微软雅黑" panose="020B0503020204020204" pitchFamily="34" charset="-122"/>
                <a:ea typeface="微软雅黑" panose="020B0503020204020204" pitchFamily="34" charset="-122"/>
              </a:rPr>
              <a:t>）；或者相反（</a:t>
            </a:r>
            <a:r>
              <a:rPr lang="en-US" altLang="zh-CN" sz="1600" spc="150" dirty="0">
                <a:solidFill>
                  <a:srgbClr val="000000"/>
                </a:solidFill>
                <a:latin typeface="微软雅黑" panose="020B0503020204020204" pitchFamily="34" charset="-122"/>
                <a:ea typeface="微软雅黑" panose="020B0503020204020204" pitchFamily="34" charset="-122"/>
              </a:rPr>
              <a:t>B→A</a:t>
            </a:r>
            <a:r>
              <a:rPr lang="zh-CN" altLang="en-US" sz="1600" spc="150" dirty="0">
                <a:solidFill>
                  <a:srgbClr val="000000"/>
                </a:solidFill>
                <a:latin typeface="微软雅黑" panose="020B0503020204020204" pitchFamily="34" charset="-122"/>
                <a:ea typeface="微软雅黑" panose="020B0503020204020204" pitchFamily="34" charset="-122"/>
              </a:rPr>
              <a:t>）</a:t>
            </a:r>
          </a:p>
        </p:txBody>
      </p:sp>
      <p:grpSp>
        <p:nvGrpSpPr>
          <p:cNvPr id="47" name="组合 46">
            <a:extLst>
              <a:ext uri="{FF2B5EF4-FFF2-40B4-BE49-F238E27FC236}">
                <a16:creationId xmlns:a16="http://schemas.microsoft.com/office/drawing/2014/main" id="{11EB228C-9FD2-4CCF-8454-496BE9148785}"/>
              </a:ext>
            </a:extLst>
          </p:cNvPr>
          <p:cNvGrpSpPr/>
          <p:nvPr/>
        </p:nvGrpSpPr>
        <p:grpSpPr>
          <a:xfrm>
            <a:off x="467544" y="1213829"/>
            <a:ext cx="2348227" cy="461665"/>
            <a:chOff x="467544" y="1161144"/>
            <a:chExt cx="3806023" cy="659493"/>
          </a:xfrm>
        </p:grpSpPr>
        <p:sp>
          <p:nvSpPr>
            <p:cNvPr id="88" name="MH_Text_1">
              <a:extLst>
                <a:ext uri="{FF2B5EF4-FFF2-40B4-BE49-F238E27FC236}">
                  <a16:creationId xmlns:a16="http://schemas.microsoft.com/office/drawing/2014/main" id="{8B12E788-8565-4DCF-968A-E1B03515E039}"/>
                </a:ext>
              </a:extLst>
            </p:cNvPr>
            <p:cNvSpPr/>
            <p:nvPr>
              <p:custDataLst>
                <p:tags r:id="rId2"/>
              </p:custDataLst>
            </p:nvPr>
          </p:nvSpPr>
          <p:spPr bwMode="auto">
            <a:xfrm>
              <a:off x="467544" y="1161144"/>
              <a:ext cx="3806023" cy="659493"/>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algn="ctr">
                <a:defRPr/>
              </a:pPr>
              <a:r>
                <a:rPr lang="zh-CN" altLang="en-US" sz="2000" spc="150" dirty="0">
                  <a:solidFill>
                    <a:srgbClr val="000000"/>
                  </a:solidFill>
                  <a:latin typeface="微软雅黑" panose="020B0503020204020204" pitchFamily="34" charset="-122"/>
                  <a:ea typeface="微软雅黑" panose="020B0503020204020204" pitchFamily="34" charset="-122"/>
                </a:rPr>
                <a:t>无差异曲线的特点</a:t>
              </a:r>
            </a:p>
          </p:txBody>
        </p:sp>
        <p:sp>
          <p:nvSpPr>
            <p:cNvPr id="89" name="MH_Other_2">
              <a:extLst>
                <a:ext uri="{FF2B5EF4-FFF2-40B4-BE49-F238E27FC236}">
                  <a16:creationId xmlns:a16="http://schemas.microsoft.com/office/drawing/2014/main" id="{0D8B6B2D-7AAC-47D3-827F-86EEB895DF60}"/>
                </a:ext>
              </a:extLst>
            </p:cNvPr>
            <p:cNvSpPr/>
            <p:nvPr>
              <p:custDataLst>
                <p:tags r:id="rId3"/>
              </p:custDataLst>
            </p:nvPr>
          </p:nvSpPr>
          <p:spPr bwMode="auto">
            <a:xfrm rot="10800000">
              <a:off x="4004344" y="1240922"/>
              <a:ext cx="189743" cy="162838"/>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
        <p:nvSpPr>
          <p:cNvPr id="3" name="标注: 线形 2">
            <a:extLst>
              <a:ext uri="{FF2B5EF4-FFF2-40B4-BE49-F238E27FC236}">
                <a16:creationId xmlns:a16="http://schemas.microsoft.com/office/drawing/2014/main" id="{5D867778-A74B-4D7A-A9F1-E6BD3BD40F3D}"/>
              </a:ext>
            </a:extLst>
          </p:cNvPr>
          <p:cNvSpPr/>
          <p:nvPr/>
        </p:nvSpPr>
        <p:spPr bwMode="auto">
          <a:xfrm>
            <a:off x="6517177" y="4088234"/>
            <a:ext cx="2277687" cy="1067620"/>
          </a:xfrm>
          <a:prstGeom prst="borderCallout1">
            <a:avLst>
              <a:gd name="adj1" fmla="val 18750"/>
              <a:gd name="adj2" fmla="val -8333"/>
              <a:gd name="adj3" fmla="val 54882"/>
              <a:gd name="adj4" fmla="val -13515"/>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如果形状是从左下到右上，则与偏好假设</a:t>
            </a: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3</a:t>
            </a: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矛盾。</a:t>
            </a:r>
          </a:p>
        </p:txBody>
      </p:sp>
    </p:spTree>
    <p:extLst>
      <p:ext uri="{BB962C8B-B14F-4D97-AF65-F5344CB8AC3E}">
        <p14:creationId xmlns:p14="http://schemas.microsoft.com/office/powerpoint/2010/main" val="2462581968"/>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barn(inVertical)">
                                      <p:cBhvr>
                                        <p:cTn id="7" dur="500"/>
                                        <p:tgtEl>
                                          <p:spTgt spid="47"/>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trips(down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7"/>
                                        </p:tgtEl>
                                        <p:attrNameLst>
                                          <p:attrName>style.visibility</p:attrName>
                                        </p:attrNameLst>
                                      </p:cBhvr>
                                      <p:to>
                                        <p:strVal val="visible"/>
                                      </p:to>
                                    </p:set>
                                    <p:animEffect transition="in" filter="fade">
                                      <p:cBhvr>
                                        <p:cTn id="22" dur="500"/>
                                        <p:tgtEl>
                                          <p:spTgt spid="8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1"/>
                                        </p:tgtEl>
                                        <p:attrNameLst>
                                          <p:attrName>style.visibility</p:attrName>
                                        </p:attrNameLst>
                                      </p:cBhvr>
                                      <p:to>
                                        <p:strVal val="visible"/>
                                      </p:to>
                                    </p:set>
                                    <p:animEffect transition="in" filter="fade">
                                      <p:cBhvr>
                                        <p:cTn id="27" dur="500"/>
                                        <p:tgtEl>
                                          <p:spTgt spid="5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8"/>
                                        </p:tgtEl>
                                        <p:attrNameLst>
                                          <p:attrName>style.visibility</p:attrName>
                                        </p:attrNameLst>
                                      </p:cBhvr>
                                      <p:to>
                                        <p:strVal val="visible"/>
                                      </p:to>
                                    </p:set>
                                    <p:animEffect transition="in" filter="fade">
                                      <p:cBhvr>
                                        <p:cTn id="32" dur="500"/>
                                        <p:tgtEl>
                                          <p:spTgt spid="4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9"/>
                                        </p:tgtEl>
                                        <p:attrNameLst>
                                          <p:attrName>style.visibility</p:attrName>
                                        </p:attrNameLst>
                                      </p:cBhvr>
                                      <p:to>
                                        <p:strVal val="visible"/>
                                      </p:to>
                                    </p:set>
                                    <p:animEffect transition="in" filter="fade">
                                      <p:cBhvr>
                                        <p:cTn id="37" dur="500"/>
                                        <p:tgtEl>
                                          <p:spTgt spid="4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50"/>
                                        </p:tgtEl>
                                        <p:attrNameLst>
                                          <p:attrName>style.visibility</p:attrName>
                                        </p:attrNameLst>
                                      </p:cBhvr>
                                      <p:to>
                                        <p:strVal val="visible"/>
                                      </p:to>
                                    </p:set>
                                    <p:animEffect transition="in" filter="fade">
                                      <p:cBhvr>
                                        <p:cTn id="42"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48" grpId="0" animBg="1"/>
      <p:bldP spid="49" grpId="0" animBg="1"/>
      <p:bldP spid="50" grpId="0" animBg="1"/>
      <p:bldP spid="87"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A579C4F7-1A2A-4813-8FDE-AB88E4E7D275}"/>
              </a:ext>
            </a:extLst>
          </p:cNvPr>
          <p:cNvSpPr/>
          <p:nvPr/>
        </p:nvSpPr>
        <p:spPr>
          <a:xfrm>
            <a:off x="1147326" y="1789473"/>
            <a:ext cx="4843279" cy="397353"/>
          </a:xfrm>
          <a:prstGeom prst="rect">
            <a:avLst/>
          </a:prstGeom>
        </p:spPr>
        <p:txBody>
          <a:bodyPr wrap="square">
            <a:spAutoFit/>
          </a:bodyPr>
          <a:lstStyle/>
          <a:p>
            <a:pPr marL="0" lvl="3" defTabSz="457200" eaLnBrk="1" hangingPunct="1">
              <a:lnSpc>
                <a:spcPts val="2600"/>
              </a:lnSpc>
              <a:spcAft>
                <a:spcPts val="1800"/>
              </a:spcAft>
              <a:buFont typeface="Wingdings" panose="05000000000000000000" pitchFamily="2" charset="2"/>
              <a:buChar char="Ø"/>
              <a:defRPr/>
            </a:pPr>
            <a:r>
              <a:rPr lang="zh-CN" altLang="en-US" spc="150" dirty="0">
                <a:solidFill>
                  <a:srgbClr val="000000"/>
                </a:solidFill>
                <a:latin typeface="微软雅黑" panose="020B0503020204020204" pitchFamily="34" charset="-122"/>
                <a:ea typeface="微软雅黑" panose="020B0503020204020204" pitchFamily="34" charset="-122"/>
              </a:rPr>
              <a:t>无差异曲线凸向原点</a:t>
            </a:r>
          </a:p>
        </p:txBody>
      </p:sp>
      <p:sp>
        <p:nvSpPr>
          <p:cNvPr id="6" name="矩形 5">
            <a:extLst>
              <a:ext uri="{FF2B5EF4-FFF2-40B4-BE49-F238E27FC236}">
                <a16:creationId xmlns:a16="http://schemas.microsoft.com/office/drawing/2014/main" id="{BBD7E2E9-DA23-40FB-98DF-937E2CF6777C}"/>
              </a:ext>
            </a:extLst>
          </p:cNvPr>
          <p:cNvSpPr/>
          <p:nvPr/>
        </p:nvSpPr>
        <p:spPr>
          <a:xfrm>
            <a:off x="1683884" y="2503870"/>
            <a:ext cx="3532674" cy="1391535"/>
          </a:xfrm>
          <a:prstGeom prst="rect">
            <a:avLst/>
          </a:prstGeom>
        </p:spPr>
        <p:txBody>
          <a:bodyPr wrap="square">
            <a:spAutoFit/>
          </a:bodyPr>
          <a:lstStyle/>
          <a:p>
            <a:pPr marL="285750" lvl="3" indent="-285750" defTabSz="457200">
              <a:lnSpc>
                <a:spcPts val="2600"/>
              </a:lnSpc>
              <a:spcAft>
                <a:spcPts val="1800"/>
              </a:spcAft>
              <a:buFont typeface="Arial" panose="020B0604020202020204" pitchFamily="34" charset="0"/>
              <a:buChar char="•"/>
              <a:defRPr/>
            </a:pPr>
            <a:r>
              <a:rPr lang="zh-CN" altLang="en-US" sz="1600" spc="150" dirty="0">
                <a:solidFill>
                  <a:srgbClr val="000000"/>
                </a:solidFill>
                <a:latin typeface="微软雅黑" panose="020B0503020204020204" pitchFamily="34" charset="-122"/>
                <a:ea typeface="微软雅黑" panose="020B0503020204020204" pitchFamily="34" charset="-122"/>
              </a:rPr>
              <a:t>在一条无差异曲线任意两点的连线上，商品组合都更加丰富，消费者的效用程度更高，呼应偏好假设</a:t>
            </a:r>
            <a:r>
              <a:rPr lang="en-US" altLang="zh-CN" sz="1600" spc="150" dirty="0">
                <a:solidFill>
                  <a:srgbClr val="000000"/>
                </a:solidFill>
                <a:latin typeface="微软雅黑" panose="020B0503020204020204" pitchFamily="34" charset="-122"/>
                <a:ea typeface="微软雅黑" panose="020B0503020204020204" pitchFamily="34" charset="-122"/>
              </a:rPr>
              <a:t>4</a:t>
            </a:r>
            <a:r>
              <a:rPr lang="zh-CN" altLang="en-US" sz="1600" spc="150" dirty="0">
                <a:solidFill>
                  <a:srgbClr val="000000"/>
                </a:solidFill>
                <a:latin typeface="微软雅黑" panose="020B0503020204020204" pitchFamily="34" charset="-122"/>
                <a:ea typeface="微软雅黑" panose="020B0503020204020204" pitchFamily="34" charset="-122"/>
              </a:rPr>
              <a:t>。</a:t>
            </a:r>
            <a:endParaRPr lang="en-US" altLang="zh-CN" sz="1600" spc="150" dirty="0">
              <a:solidFill>
                <a:srgbClr val="000000"/>
              </a:solidFill>
              <a:latin typeface="微软雅黑" panose="020B0503020204020204" pitchFamily="34" charset="-122"/>
              <a:ea typeface="微软雅黑" panose="020B0503020204020204" pitchFamily="34" charset="-122"/>
            </a:endParaRPr>
          </a:p>
        </p:txBody>
      </p:sp>
      <p:sp>
        <p:nvSpPr>
          <p:cNvPr id="14" name="矩形 13">
            <a:extLst>
              <a:ext uri="{FF2B5EF4-FFF2-40B4-BE49-F238E27FC236}">
                <a16:creationId xmlns:a16="http://schemas.microsoft.com/office/drawing/2014/main" id="{43D5C20A-7445-401D-92EF-85DC1EB20392}"/>
              </a:ext>
            </a:extLst>
          </p:cNvPr>
          <p:cNvSpPr/>
          <p:nvPr/>
        </p:nvSpPr>
        <p:spPr>
          <a:xfrm>
            <a:off x="6593747" y="0"/>
            <a:ext cx="2550253" cy="369332"/>
          </a:xfrm>
          <a:prstGeom prst="rect">
            <a:avLst/>
          </a:prstGeom>
        </p:spPr>
        <p:txBody>
          <a:bodyPr wrap="squar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 第二节  </a:t>
            </a:r>
            <a:r>
              <a:rPr lang="zh-CN" altLang="en-US" spc="150" dirty="0">
                <a:latin typeface="微软雅黑" panose="020B0503020204020204" pitchFamily="34" charset="-122"/>
                <a:ea typeface="微软雅黑" panose="020B0503020204020204" pitchFamily="34" charset="-122"/>
              </a:rPr>
              <a:t>无差异曲线</a:t>
            </a:r>
            <a:endParaRPr lang="zh-CN" altLang="en-US" spc="150" dirty="0">
              <a:solidFill>
                <a:srgbClr val="000000"/>
              </a:solidFill>
              <a:latin typeface="微软雅黑" panose="020B0503020204020204" pitchFamily="34" charset="-122"/>
              <a:ea typeface="微软雅黑" panose="020B0503020204020204" pitchFamily="34" charset="-122"/>
            </a:endParaRPr>
          </a:p>
        </p:txBody>
      </p:sp>
      <p:sp>
        <p:nvSpPr>
          <p:cNvPr id="15" name="矩形 14">
            <a:extLst>
              <a:ext uri="{FF2B5EF4-FFF2-40B4-BE49-F238E27FC236}">
                <a16:creationId xmlns:a16="http://schemas.microsoft.com/office/drawing/2014/main" id="{6B631EEA-93AE-4D0C-A424-1D345CD9B9E2}"/>
              </a:ext>
            </a:extLst>
          </p:cNvPr>
          <p:cNvSpPr/>
          <p:nvPr/>
        </p:nvSpPr>
        <p:spPr>
          <a:xfrm>
            <a:off x="467544" y="548680"/>
            <a:ext cx="3781805"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二、无差异曲线及其特点</a:t>
            </a:r>
          </a:p>
        </p:txBody>
      </p:sp>
      <p:grpSp>
        <p:nvGrpSpPr>
          <p:cNvPr id="47" name="组合 46">
            <a:extLst>
              <a:ext uri="{FF2B5EF4-FFF2-40B4-BE49-F238E27FC236}">
                <a16:creationId xmlns:a16="http://schemas.microsoft.com/office/drawing/2014/main" id="{2D837463-AE24-47CC-8568-829B0CE40A12}"/>
              </a:ext>
            </a:extLst>
          </p:cNvPr>
          <p:cNvGrpSpPr/>
          <p:nvPr/>
        </p:nvGrpSpPr>
        <p:grpSpPr>
          <a:xfrm>
            <a:off x="5425791" y="1402877"/>
            <a:ext cx="4068652" cy="3815052"/>
            <a:chOff x="5349177" y="1386963"/>
            <a:chExt cx="4068652" cy="3815052"/>
          </a:xfrm>
        </p:grpSpPr>
        <p:cxnSp>
          <p:nvCxnSpPr>
            <p:cNvPr id="87" name="直接连接符 86">
              <a:extLst>
                <a:ext uri="{FF2B5EF4-FFF2-40B4-BE49-F238E27FC236}">
                  <a16:creationId xmlns:a16="http://schemas.microsoft.com/office/drawing/2014/main" id="{060B04F0-7BD6-48C7-9A35-84FBA610E450}"/>
                </a:ext>
              </a:extLst>
            </p:cNvPr>
            <p:cNvCxnSpPr>
              <a:stCxn id="98" idx="3"/>
              <a:endCxn id="100" idx="0"/>
            </p:cNvCxnSpPr>
            <p:nvPr/>
          </p:nvCxnSpPr>
          <p:spPr bwMode="auto">
            <a:xfrm>
              <a:off x="6211818" y="3497571"/>
              <a:ext cx="892450" cy="881291"/>
            </a:xfrm>
            <a:prstGeom prst="line">
              <a:avLst/>
            </a:prstGeom>
            <a:solidFill>
              <a:schemeClr val="accent1"/>
            </a:solidFill>
            <a:ln w="38100" cap="flat" cmpd="sng" algn="ctr">
              <a:solidFill>
                <a:srgbClr val="F3C97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8" name="直接箭头连接符 56">
              <a:extLst>
                <a:ext uri="{FF2B5EF4-FFF2-40B4-BE49-F238E27FC236}">
                  <a16:creationId xmlns:a16="http://schemas.microsoft.com/office/drawing/2014/main" id="{8599F117-D253-4809-A724-C8C1B270DC57}"/>
                </a:ext>
              </a:extLst>
            </p:cNvPr>
            <p:cNvCxnSpPr>
              <a:cxnSpLocks noChangeShapeType="1"/>
            </p:cNvCxnSpPr>
            <p:nvPr/>
          </p:nvCxnSpPr>
          <p:spPr bwMode="auto">
            <a:xfrm>
              <a:off x="5379664" y="5200629"/>
              <a:ext cx="2815907" cy="1386"/>
            </a:xfrm>
            <a:prstGeom prst="straightConnector1">
              <a:avLst/>
            </a:prstGeom>
            <a:noFill/>
            <a:ln w="19050" cmpd="sng">
              <a:solidFill>
                <a:srgbClr val="C3C9D7"/>
              </a:solidFill>
              <a:round/>
              <a:headEnd/>
              <a:tailEnd type="stealth" w="med" len="lg"/>
            </a:ln>
            <a:extLst>
              <a:ext uri="{909E8E84-426E-40DD-AFC4-6F175D3DCCD1}">
                <a14:hiddenFill xmlns:a14="http://schemas.microsoft.com/office/drawing/2010/main">
                  <a:noFill/>
                </a14:hiddenFill>
              </a:ext>
            </a:extLst>
          </p:spPr>
        </p:cxnSp>
        <p:cxnSp>
          <p:nvCxnSpPr>
            <p:cNvPr id="89" name="直接箭头连接符 57">
              <a:extLst>
                <a:ext uri="{FF2B5EF4-FFF2-40B4-BE49-F238E27FC236}">
                  <a16:creationId xmlns:a16="http://schemas.microsoft.com/office/drawing/2014/main" id="{B91DA841-996F-4B0F-939E-B741C5C447AF}"/>
                </a:ext>
              </a:extLst>
            </p:cNvPr>
            <p:cNvCxnSpPr>
              <a:cxnSpLocks noChangeShapeType="1"/>
            </p:cNvCxnSpPr>
            <p:nvPr/>
          </p:nvCxnSpPr>
          <p:spPr bwMode="auto">
            <a:xfrm rot="16200000" flipV="1">
              <a:off x="4106132" y="3911854"/>
              <a:ext cx="2531820" cy="45730"/>
            </a:xfrm>
            <a:prstGeom prst="straightConnector1">
              <a:avLst/>
            </a:prstGeom>
            <a:noFill/>
            <a:ln w="19050" cmpd="sng">
              <a:solidFill>
                <a:srgbClr val="C3C9D7"/>
              </a:solidFill>
              <a:round/>
              <a:headEnd/>
              <a:tailEnd type="stealth" w="med" len="lg"/>
            </a:ln>
            <a:extLst>
              <a:ext uri="{909E8E84-426E-40DD-AFC4-6F175D3DCCD1}">
                <a14:hiddenFill xmlns:a14="http://schemas.microsoft.com/office/drawing/2010/main">
                  <a:noFill/>
                </a14:hiddenFill>
              </a:ext>
            </a:extLst>
          </p:spPr>
        </p:cxnSp>
        <p:sp>
          <p:nvSpPr>
            <p:cNvPr id="90" name="弧形 59">
              <a:extLst>
                <a:ext uri="{FF2B5EF4-FFF2-40B4-BE49-F238E27FC236}">
                  <a16:creationId xmlns:a16="http://schemas.microsoft.com/office/drawing/2014/main" id="{CF29FA28-79E1-4173-AE18-FC2B7E54EB46}"/>
                </a:ext>
              </a:extLst>
            </p:cNvPr>
            <p:cNvSpPr>
              <a:spLocks noChangeArrowheads="1"/>
            </p:cNvSpPr>
            <p:nvPr/>
          </p:nvSpPr>
          <p:spPr bwMode="auto">
            <a:xfrm rot="10800000">
              <a:off x="6100270" y="1386963"/>
              <a:ext cx="3317559" cy="3162350"/>
            </a:xfrm>
            <a:custGeom>
              <a:avLst/>
              <a:gdLst>
                <a:gd name="T0" fmla="*/ 1900221 w 3800438"/>
                <a:gd name="T1" fmla="*/ 0 h 3621847"/>
                <a:gd name="T2" fmla="*/ 1900219 w 3800438"/>
                <a:gd name="T3" fmla="*/ 1810924 h 3621847"/>
                <a:gd name="T4" fmla="*/ 3800438 w 3800438"/>
                <a:gd name="T5" fmla="*/ 1810924 h 3621847"/>
                <a:gd name="T6" fmla="*/ 11796480 60000 65536"/>
                <a:gd name="T7" fmla="*/ 11796480 60000 65536"/>
                <a:gd name="T8" fmla="*/ 5898240 60000 65536"/>
                <a:gd name="T9" fmla="*/ 1900221 w 3800438"/>
                <a:gd name="T10" fmla="*/ 0 h 3621847"/>
                <a:gd name="T11" fmla="*/ 3800438 w 3800438"/>
                <a:gd name="T12" fmla="*/ 1810924 h 3621847"/>
              </a:gdLst>
              <a:ahLst/>
              <a:cxnLst>
                <a:cxn ang="T6">
                  <a:pos x="T0" y="T1"/>
                </a:cxn>
                <a:cxn ang="T7">
                  <a:pos x="T2" y="T3"/>
                </a:cxn>
                <a:cxn ang="T8">
                  <a:pos x="T4" y="T5"/>
                </a:cxn>
              </a:cxnLst>
              <a:rect l="T9" t="T10" r="T11" b="T12"/>
              <a:pathLst>
                <a:path w="3800438" h="3621847" stroke="0">
                  <a:moveTo>
                    <a:pt x="1900221" y="0"/>
                  </a:moveTo>
                  <a:lnTo>
                    <a:pt x="1900221" y="0"/>
                  </a:lnTo>
                  <a:cubicBezTo>
                    <a:pt x="2949682" y="1"/>
                    <a:pt x="3800438" y="810779"/>
                    <a:pt x="3800438" y="1810924"/>
                  </a:cubicBezTo>
                  <a:cubicBezTo>
                    <a:pt x="3800438" y="1810925"/>
                    <a:pt x="3800437" y="1810926"/>
                    <a:pt x="3800437" y="1810927"/>
                  </a:cubicBezTo>
                  <a:lnTo>
                    <a:pt x="1900219" y="1810924"/>
                  </a:lnTo>
                  <a:close/>
                </a:path>
                <a:path w="3800438" h="3621847" fill="none">
                  <a:moveTo>
                    <a:pt x="1900221" y="0"/>
                  </a:moveTo>
                  <a:lnTo>
                    <a:pt x="1900221" y="0"/>
                  </a:lnTo>
                  <a:cubicBezTo>
                    <a:pt x="2949682" y="1"/>
                    <a:pt x="3800438" y="810779"/>
                    <a:pt x="3800438" y="1810924"/>
                  </a:cubicBezTo>
                  <a:cubicBezTo>
                    <a:pt x="3800438" y="1810925"/>
                    <a:pt x="3800437" y="1810926"/>
                    <a:pt x="3800437" y="1810927"/>
                  </a:cubicBezTo>
                </a:path>
              </a:pathLst>
            </a:custGeom>
            <a:noFill/>
            <a:ln w="38100" cmpd="sng">
              <a:solidFill>
                <a:srgbClr val="F3C97F"/>
              </a:solidFill>
              <a:miter lim="800000"/>
              <a:headEnd/>
              <a:tailEnd/>
            </a:ln>
            <a:effectLst>
              <a:outerShdw dist="23000" dir="5400000" algn="ctr" rotWithShape="0">
                <a:srgbClr val="000000">
                  <a:alpha val="32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dirty="0"/>
            </a:p>
          </p:txBody>
        </p:sp>
      </p:grpSp>
      <p:grpSp>
        <p:nvGrpSpPr>
          <p:cNvPr id="91" name="组合 90">
            <a:extLst>
              <a:ext uri="{FF2B5EF4-FFF2-40B4-BE49-F238E27FC236}">
                <a16:creationId xmlns:a16="http://schemas.microsoft.com/office/drawing/2014/main" id="{90C719B9-89AC-451B-9AB8-6891438E72E4}"/>
              </a:ext>
            </a:extLst>
          </p:cNvPr>
          <p:cNvGrpSpPr/>
          <p:nvPr/>
        </p:nvGrpSpPr>
        <p:grpSpPr>
          <a:xfrm>
            <a:off x="5295476" y="2613712"/>
            <a:ext cx="3238640" cy="2873238"/>
            <a:chOff x="5218862" y="2597798"/>
            <a:chExt cx="3238640" cy="2873238"/>
          </a:xfrm>
        </p:grpSpPr>
        <p:graphicFrame>
          <p:nvGraphicFramePr>
            <p:cNvPr id="92" name="Object 19">
              <a:extLst>
                <a:ext uri="{FF2B5EF4-FFF2-40B4-BE49-F238E27FC236}">
                  <a16:creationId xmlns:a16="http://schemas.microsoft.com/office/drawing/2014/main" id="{2D2D289B-25BA-440B-AD64-A0621910DA32}"/>
                </a:ext>
              </a:extLst>
            </p:cNvPr>
            <p:cNvGraphicFramePr>
              <a:graphicFrameLocks noChangeAspect="1"/>
            </p:cNvGraphicFramePr>
            <p:nvPr>
              <p:extLst>
                <p:ext uri="{D42A27DB-BD31-4B8C-83A1-F6EECF244321}">
                  <p14:modId xmlns:p14="http://schemas.microsoft.com/office/powerpoint/2010/main" val="2015287690"/>
                </p:ext>
              </p:extLst>
            </p:nvPr>
          </p:nvGraphicFramePr>
          <p:xfrm>
            <a:off x="5218862" y="5253696"/>
            <a:ext cx="155209" cy="217340"/>
          </p:xfrm>
          <a:graphic>
            <a:graphicData uri="http://schemas.openxmlformats.org/presentationml/2006/ole">
              <mc:AlternateContent xmlns:mc="http://schemas.openxmlformats.org/markup-compatibility/2006">
                <mc:Choice xmlns:v="urn:schemas-microsoft-com:vml" Requires="v">
                  <p:oleObj spid="_x0000_s118427" r:id="rId5" imgW="127262" imgH="178040" progId="">
                    <p:embed/>
                  </p:oleObj>
                </mc:Choice>
                <mc:Fallback>
                  <p:oleObj r:id="rId5" imgW="127262" imgH="178040" progId="">
                    <p:embed/>
                    <p:pic>
                      <p:nvPicPr>
                        <p:cNvPr id="89" name="Object 19">
                          <a:extLst>
                            <a:ext uri="{FF2B5EF4-FFF2-40B4-BE49-F238E27FC236}">
                              <a16:creationId xmlns:a16="http://schemas.microsoft.com/office/drawing/2014/main" id="{011BE7BD-357C-48DE-AA75-9706BC92862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18862" y="5253696"/>
                          <a:ext cx="155209" cy="217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3" name="Object 24">
              <a:extLst>
                <a:ext uri="{FF2B5EF4-FFF2-40B4-BE49-F238E27FC236}">
                  <a16:creationId xmlns:a16="http://schemas.microsoft.com/office/drawing/2014/main" id="{6502A0A9-D901-4B8E-97C2-D6F3D98BD9FB}"/>
                </a:ext>
              </a:extLst>
            </p:cNvPr>
            <p:cNvGraphicFramePr>
              <a:graphicFrameLocks noChangeAspect="1"/>
            </p:cNvGraphicFramePr>
            <p:nvPr>
              <p:extLst>
                <p:ext uri="{D42A27DB-BD31-4B8C-83A1-F6EECF244321}">
                  <p14:modId xmlns:p14="http://schemas.microsoft.com/office/powerpoint/2010/main" val="1884446460"/>
                </p:ext>
              </p:extLst>
            </p:nvPr>
          </p:nvGraphicFramePr>
          <p:xfrm>
            <a:off x="5884963" y="3340362"/>
            <a:ext cx="186251" cy="199321"/>
          </p:xfrm>
          <a:graphic>
            <a:graphicData uri="http://schemas.openxmlformats.org/presentationml/2006/ole">
              <mc:AlternateContent xmlns:mc="http://schemas.openxmlformats.org/markup-compatibility/2006">
                <mc:Choice xmlns:v="urn:schemas-microsoft-com:vml" Requires="v">
                  <p:oleObj spid="_x0000_s118428" r:id="rId7" imgW="152783" imgH="165489" progId="">
                    <p:embed/>
                  </p:oleObj>
                </mc:Choice>
                <mc:Fallback>
                  <p:oleObj r:id="rId7" imgW="152783" imgH="165489" progId="">
                    <p:embed/>
                    <p:pic>
                      <p:nvPicPr>
                        <p:cNvPr id="90" name="Object 24">
                          <a:extLst>
                            <a:ext uri="{FF2B5EF4-FFF2-40B4-BE49-F238E27FC236}">
                              <a16:creationId xmlns:a16="http://schemas.microsoft.com/office/drawing/2014/main" id="{406D918B-78AE-41EA-8C41-3AB9586CAC0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84963" y="3340362"/>
                          <a:ext cx="186251" cy="199321"/>
                        </a:xfrm>
                        <a:prstGeom prst="rect">
                          <a:avLst/>
                        </a:prstGeom>
                        <a:noFill/>
                        <a:ln>
                          <a:noFill/>
                        </a:ln>
                        <a:effectLst/>
                      </p:spPr>
                    </p:pic>
                  </p:oleObj>
                </mc:Fallback>
              </mc:AlternateContent>
            </a:graphicData>
          </a:graphic>
        </p:graphicFrame>
        <p:graphicFrame>
          <p:nvGraphicFramePr>
            <p:cNvPr id="94" name="Object 25">
              <a:extLst>
                <a:ext uri="{FF2B5EF4-FFF2-40B4-BE49-F238E27FC236}">
                  <a16:creationId xmlns:a16="http://schemas.microsoft.com/office/drawing/2014/main" id="{2C54A287-CD32-419E-9023-13C6EBC0571E}"/>
                </a:ext>
              </a:extLst>
            </p:cNvPr>
            <p:cNvGraphicFramePr>
              <a:graphicFrameLocks noChangeAspect="1"/>
            </p:cNvGraphicFramePr>
            <p:nvPr>
              <p:extLst>
                <p:ext uri="{D42A27DB-BD31-4B8C-83A1-F6EECF244321}">
                  <p14:modId xmlns:p14="http://schemas.microsoft.com/office/powerpoint/2010/main" val="763518515"/>
                </p:ext>
              </p:extLst>
            </p:nvPr>
          </p:nvGraphicFramePr>
          <p:xfrm>
            <a:off x="7150607" y="4234889"/>
            <a:ext cx="186251" cy="201816"/>
          </p:xfrm>
          <a:graphic>
            <a:graphicData uri="http://schemas.openxmlformats.org/presentationml/2006/ole">
              <mc:AlternateContent xmlns:mc="http://schemas.openxmlformats.org/markup-compatibility/2006">
                <mc:Choice xmlns:v="urn:schemas-microsoft-com:vml" Requires="v">
                  <p:oleObj spid="_x0000_s118429" r:id="rId9" imgW="152783" imgH="165489" progId="">
                    <p:embed/>
                  </p:oleObj>
                </mc:Choice>
                <mc:Fallback>
                  <p:oleObj r:id="rId9" imgW="152783" imgH="165489" progId="">
                    <p:embed/>
                    <p:pic>
                      <p:nvPicPr>
                        <p:cNvPr id="91" name="Object 25">
                          <a:extLst>
                            <a:ext uri="{FF2B5EF4-FFF2-40B4-BE49-F238E27FC236}">
                              <a16:creationId xmlns:a16="http://schemas.microsoft.com/office/drawing/2014/main" id="{B2AAB85E-EED5-4D1B-99DD-5780D7668D8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150607" y="4234889"/>
                          <a:ext cx="186251" cy="2018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5" name="Object 26">
              <a:extLst>
                <a:ext uri="{FF2B5EF4-FFF2-40B4-BE49-F238E27FC236}">
                  <a16:creationId xmlns:a16="http://schemas.microsoft.com/office/drawing/2014/main" id="{A4B666F3-8EF8-4DB9-9B67-A13516169217}"/>
                </a:ext>
              </a:extLst>
            </p:cNvPr>
            <p:cNvGraphicFramePr>
              <a:graphicFrameLocks noChangeAspect="1"/>
            </p:cNvGraphicFramePr>
            <p:nvPr>
              <p:extLst>
                <p:ext uri="{D42A27DB-BD31-4B8C-83A1-F6EECF244321}">
                  <p14:modId xmlns:p14="http://schemas.microsoft.com/office/powerpoint/2010/main" val="3793921215"/>
                </p:ext>
              </p:extLst>
            </p:nvPr>
          </p:nvGraphicFramePr>
          <p:xfrm>
            <a:off x="6787618" y="3659737"/>
            <a:ext cx="186251" cy="217340"/>
          </p:xfrm>
          <a:graphic>
            <a:graphicData uri="http://schemas.openxmlformats.org/presentationml/2006/ole">
              <mc:AlternateContent xmlns:mc="http://schemas.openxmlformats.org/markup-compatibility/2006">
                <mc:Choice xmlns:v="urn:schemas-microsoft-com:vml" Requires="v">
                  <p:oleObj spid="_x0000_s118430" r:id="rId11" imgW="152717" imgH="178117" progId="">
                    <p:embed/>
                  </p:oleObj>
                </mc:Choice>
                <mc:Fallback>
                  <p:oleObj r:id="rId11" imgW="152717" imgH="178117" progId="">
                    <p:embed/>
                    <p:pic>
                      <p:nvPicPr>
                        <p:cNvPr id="92" name="Object 26">
                          <a:extLst>
                            <a:ext uri="{FF2B5EF4-FFF2-40B4-BE49-F238E27FC236}">
                              <a16:creationId xmlns:a16="http://schemas.microsoft.com/office/drawing/2014/main" id="{EFCC1E15-FB96-42B0-A173-6FD285C3B2E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787618" y="3659737"/>
                          <a:ext cx="186251" cy="217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6" name="Object 29">
              <a:extLst>
                <a:ext uri="{FF2B5EF4-FFF2-40B4-BE49-F238E27FC236}">
                  <a16:creationId xmlns:a16="http://schemas.microsoft.com/office/drawing/2014/main" id="{9D6EA1C3-98F2-4F2F-998D-8A791B399660}"/>
                </a:ext>
              </a:extLst>
            </p:cNvPr>
            <p:cNvGraphicFramePr>
              <a:graphicFrameLocks noChangeAspect="1"/>
            </p:cNvGraphicFramePr>
            <p:nvPr>
              <p:extLst>
                <p:ext uri="{D42A27DB-BD31-4B8C-83A1-F6EECF244321}">
                  <p14:modId xmlns:p14="http://schemas.microsoft.com/office/powerpoint/2010/main" val="1875517720"/>
                </p:ext>
              </p:extLst>
            </p:nvPr>
          </p:nvGraphicFramePr>
          <p:xfrm>
            <a:off x="6451955" y="4137919"/>
            <a:ext cx="201772" cy="201816"/>
          </p:xfrm>
          <a:graphic>
            <a:graphicData uri="http://schemas.openxmlformats.org/presentationml/2006/ole">
              <mc:AlternateContent xmlns:mc="http://schemas.openxmlformats.org/markup-compatibility/2006">
                <mc:Choice xmlns:v="urn:schemas-microsoft-com:vml" Requires="v">
                  <p:oleObj spid="_x0000_s118431" r:id="rId13" imgW="165489" imgH="165489" progId="">
                    <p:embed/>
                  </p:oleObj>
                </mc:Choice>
                <mc:Fallback>
                  <p:oleObj r:id="rId13" imgW="165489" imgH="165489" progId="">
                    <p:embed/>
                    <p:pic>
                      <p:nvPicPr>
                        <p:cNvPr id="93" name="Object 29">
                          <a:extLst>
                            <a:ext uri="{FF2B5EF4-FFF2-40B4-BE49-F238E27FC236}">
                              <a16:creationId xmlns:a16="http://schemas.microsoft.com/office/drawing/2014/main" id="{2E6DC2D5-F292-4B59-8B05-F142BC76EAF9}"/>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451955" y="4137919"/>
                          <a:ext cx="201772" cy="2018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7" name="椭圆 27">
              <a:extLst>
                <a:ext uri="{FF2B5EF4-FFF2-40B4-BE49-F238E27FC236}">
                  <a16:creationId xmlns:a16="http://schemas.microsoft.com/office/drawing/2014/main" id="{6A1B2911-7995-4FB0-9B56-7F78B4B81E90}"/>
                </a:ext>
              </a:extLst>
            </p:cNvPr>
            <p:cNvSpPr>
              <a:spLocks noChangeArrowheads="1"/>
            </p:cNvSpPr>
            <p:nvPr/>
          </p:nvSpPr>
          <p:spPr bwMode="auto">
            <a:xfrm>
              <a:off x="6651747" y="3919851"/>
              <a:ext cx="56816" cy="56817"/>
            </a:xfrm>
            <a:prstGeom prst="ellipse">
              <a:avLst/>
            </a:prstGeom>
            <a:solidFill>
              <a:srgbClr val="BB1528"/>
            </a:solidFill>
            <a:ln w="25400" cmpd="sng">
              <a:solidFill>
                <a:srgbClr val="BB1528"/>
              </a:solidFill>
              <a:round/>
              <a:headEnd/>
              <a:tailEnd/>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endParaRPr>
            </a:p>
          </p:txBody>
        </p:sp>
        <p:sp>
          <p:nvSpPr>
            <p:cNvPr id="98" name="椭圆 28">
              <a:extLst>
                <a:ext uri="{FF2B5EF4-FFF2-40B4-BE49-F238E27FC236}">
                  <a16:creationId xmlns:a16="http://schemas.microsoft.com/office/drawing/2014/main" id="{844E11D7-21CE-44B1-AD9A-83BEECDA12A1}"/>
                </a:ext>
              </a:extLst>
            </p:cNvPr>
            <p:cNvSpPr>
              <a:spLocks noChangeArrowheads="1"/>
            </p:cNvSpPr>
            <p:nvPr/>
          </p:nvSpPr>
          <p:spPr bwMode="auto">
            <a:xfrm flipH="1" flipV="1">
              <a:off x="6163322" y="3489250"/>
              <a:ext cx="56817" cy="56816"/>
            </a:xfrm>
            <a:prstGeom prst="ellipse">
              <a:avLst/>
            </a:prstGeom>
            <a:solidFill>
              <a:srgbClr val="BB1528"/>
            </a:solidFill>
            <a:ln w="25400" cmpd="sng">
              <a:solidFill>
                <a:srgbClr val="BB1528"/>
              </a:solidFill>
              <a:round/>
              <a:headEnd/>
              <a:tailEnd/>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endParaRPr>
            </a:p>
          </p:txBody>
        </p:sp>
        <p:sp>
          <p:nvSpPr>
            <p:cNvPr id="99" name="椭圆 29">
              <a:extLst>
                <a:ext uri="{FF2B5EF4-FFF2-40B4-BE49-F238E27FC236}">
                  <a16:creationId xmlns:a16="http://schemas.microsoft.com/office/drawing/2014/main" id="{7467D7F1-CD81-4E64-9FC1-BEE11BD1B368}"/>
                </a:ext>
              </a:extLst>
            </p:cNvPr>
            <p:cNvSpPr>
              <a:spLocks noChangeArrowheads="1"/>
            </p:cNvSpPr>
            <p:nvPr/>
          </p:nvSpPr>
          <p:spPr bwMode="auto">
            <a:xfrm>
              <a:off x="6613009" y="4103092"/>
              <a:ext cx="56816" cy="56816"/>
            </a:xfrm>
            <a:prstGeom prst="ellipse">
              <a:avLst/>
            </a:prstGeom>
            <a:solidFill>
              <a:srgbClr val="BB1528"/>
            </a:solidFill>
            <a:ln w="25400" cmpd="sng">
              <a:solidFill>
                <a:srgbClr val="BB1528"/>
              </a:solidFill>
              <a:round/>
              <a:headEnd/>
              <a:tailEnd/>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endParaRPr>
            </a:p>
          </p:txBody>
        </p:sp>
        <p:sp>
          <p:nvSpPr>
            <p:cNvPr id="100" name="椭圆 31">
              <a:extLst>
                <a:ext uri="{FF2B5EF4-FFF2-40B4-BE49-F238E27FC236}">
                  <a16:creationId xmlns:a16="http://schemas.microsoft.com/office/drawing/2014/main" id="{43E6B861-B878-4EB8-9088-C69554D66C6A}"/>
                </a:ext>
              </a:extLst>
            </p:cNvPr>
            <p:cNvSpPr>
              <a:spLocks noChangeArrowheads="1"/>
            </p:cNvSpPr>
            <p:nvPr/>
          </p:nvSpPr>
          <p:spPr bwMode="auto">
            <a:xfrm>
              <a:off x="7075860" y="4378862"/>
              <a:ext cx="56816" cy="56817"/>
            </a:xfrm>
            <a:prstGeom prst="ellipse">
              <a:avLst/>
            </a:prstGeom>
            <a:solidFill>
              <a:srgbClr val="BB1528"/>
            </a:solidFill>
            <a:ln w="25400" cmpd="sng">
              <a:solidFill>
                <a:srgbClr val="BB1528"/>
              </a:solidFill>
              <a:round/>
              <a:headEnd/>
              <a:tailEnd/>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endParaRPr>
            </a:p>
          </p:txBody>
        </p:sp>
        <p:sp>
          <p:nvSpPr>
            <p:cNvPr id="101" name="矩形 100">
              <a:extLst>
                <a:ext uri="{FF2B5EF4-FFF2-40B4-BE49-F238E27FC236}">
                  <a16:creationId xmlns:a16="http://schemas.microsoft.com/office/drawing/2014/main" id="{10A9508C-5621-4784-B48C-A3FCB8D3D86F}"/>
                </a:ext>
              </a:extLst>
            </p:cNvPr>
            <p:cNvSpPr/>
            <p:nvPr/>
          </p:nvSpPr>
          <p:spPr>
            <a:xfrm>
              <a:off x="6340148" y="2597798"/>
              <a:ext cx="2117354" cy="714939"/>
            </a:xfrm>
            <a:prstGeom prst="rect">
              <a:avLst/>
            </a:prstGeom>
          </p:spPr>
          <p:txBody>
            <a:bodyPr wrap="square">
              <a:spAutoFit/>
            </a:bodyPr>
            <a:lstStyle/>
            <a:p>
              <a:pPr marL="0" lvl="3" defTabSz="457200">
                <a:lnSpc>
                  <a:spcPts val="2200"/>
                </a:lnSpc>
                <a:spcBef>
                  <a:spcPct val="40000"/>
                </a:spcBef>
                <a:spcAft>
                  <a:spcPts val="0"/>
                </a:spcAft>
                <a:defRPr/>
              </a:pPr>
              <a:r>
                <a:rPr lang="en-US" altLang="zh-CN" sz="1400" spc="150" dirty="0">
                  <a:solidFill>
                    <a:srgbClr val="000000"/>
                  </a:solidFill>
                  <a:latin typeface="微软雅黑" panose="020B0503020204020204" pitchFamily="34" charset="-122"/>
                  <a:ea typeface="微软雅黑" panose="020B0503020204020204" pitchFamily="34" charset="-122"/>
                </a:rPr>
                <a:t>A</a:t>
              </a:r>
              <a:r>
                <a:rPr lang="zh-CN" altLang="en-US" sz="1400" spc="150" dirty="0">
                  <a:solidFill>
                    <a:srgbClr val="000000"/>
                  </a:solidFill>
                  <a:latin typeface="微软雅黑" panose="020B0503020204020204" pitchFamily="34" charset="-122"/>
                  <a:ea typeface="微软雅黑" panose="020B0503020204020204" pitchFamily="34" charset="-122"/>
                </a:rPr>
                <a:t>、</a:t>
              </a:r>
              <a:r>
                <a:rPr lang="en-US" altLang="zh-CN" sz="1400" spc="150" dirty="0">
                  <a:solidFill>
                    <a:srgbClr val="000000"/>
                  </a:solidFill>
                  <a:latin typeface="微软雅黑" panose="020B0503020204020204" pitchFamily="34" charset="-122"/>
                  <a:ea typeface="微软雅黑" panose="020B0503020204020204" pitchFamily="34" charset="-122"/>
                </a:rPr>
                <a:t>F</a:t>
              </a:r>
              <a:r>
                <a:rPr lang="zh-CN" altLang="en-US" sz="1400" spc="150" dirty="0">
                  <a:solidFill>
                    <a:srgbClr val="000000"/>
                  </a:solidFill>
                  <a:latin typeface="微软雅黑" panose="020B0503020204020204" pitchFamily="34" charset="-122"/>
                  <a:ea typeface="微软雅黑" panose="020B0503020204020204" pitchFamily="34" charset="-122"/>
                </a:rPr>
                <a:t>、</a:t>
              </a:r>
              <a:r>
                <a:rPr lang="en-US" altLang="zh-CN" sz="1400" spc="150" dirty="0">
                  <a:solidFill>
                    <a:srgbClr val="000000"/>
                  </a:solidFill>
                  <a:latin typeface="微软雅黑" panose="020B0503020204020204" pitchFamily="34" charset="-122"/>
                  <a:ea typeface="微软雅黑" panose="020B0503020204020204" pitchFamily="34" charset="-122"/>
                </a:rPr>
                <a:t>B</a:t>
              </a:r>
              <a:r>
                <a:rPr lang="zh-CN" altLang="en-US" sz="1400" spc="150" dirty="0">
                  <a:solidFill>
                    <a:srgbClr val="000000"/>
                  </a:solidFill>
                  <a:latin typeface="微软雅黑" panose="020B0503020204020204" pitchFamily="34" charset="-122"/>
                  <a:ea typeface="微软雅黑" panose="020B0503020204020204" pitchFamily="34" charset="-122"/>
                </a:rPr>
                <a:t>偏好相同</a:t>
              </a:r>
              <a:endParaRPr lang="en-US" altLang="zh-CN" sz="1400" spc="150" dirty="0">
                <a:solidFill>
                  <a:srgbClr val="000000"/>
                </a:solidFill>
                <a:latin typeface="微软雅黑" panose="020B0503020204020204" pitchFamily="34" charset="-122"/>
                <a:ea typeface="微软雅黑" panose="020B0503020204020204" pitchFamily="34" charset="-122"/>
              </a:endParaRPr>
            </a:p>
            <a:p>
              <a:pPr marL="0" lvl="3" defTabSz="457200">
                <a:lnSpc>
                  <a:spcPts val="2200"/>
                </a:lnSpc>
                <a:spcBef>
                  <a:spcPct val="40000"/>
                </a:spcBef>
                <a:spcAft>
                  <a:spcPts val="0"/>
                </a:spcAft>
                <a:defRPr/>
              </a:pPr>
              <a:r>
                <a:rPr lang="en-US" altLang="zh-CN" sz="1400" spc="150" dirty="0">
                  <a:solidFill>
                    <a:srgbClr val="000000"/>
                  </a:solidFill>
                  <a:latin typeface="微软雅黑" panose="020B0503020204020204" pitchFamily="34" charset="-122"/>
                  <a:ea typeface="微软雅黑" panose="020B0503020204020204" pitchFamily="34" charset="-122"/>
                </a:rPr>
                <a:t>C</a:t>
              </a:r>
              <a:r>
                <a:rPr lang="zh-CN" altLang="en-US" sz="1400" spc="150" dirty="0">
                  <a:solidFill>
                    <a:srgbClr val="000000"/>
                  </a:solidFill>
                  <a:latin typeface="微软雅黑" panose="020B0503020204020204" pitchFamily="34" charset="-122"/>
                  <a:ea typeface="微软雅黑" panose="020B0503020204020204" pitchFamily="34" charset="-122"/>
                </a:rPr>
                <a:t>偏好更大</a:t>
              </a:r>
            </a:p>
          </p:txBody>
        </p:sp>
      </p:grpSp>
      <p:sp>
        <p:nvSpPr>
          <p:cNvPr id="102" name="矩形 101">
            <a:extLst>
              <a:ext uri="{FF2B5EF4-FFF2-40B4-BE49-F238E27FC236}">
                <a16:creationId xmlns:a16="http://schemas.microsoft.com/office/drawing/2014/main" id="{70EE30B3-BA02-4935-9B2B-AF5535CEFD92}"/>
              </a:ext>
            </a:extLst>
          </p:cNvPr>
          <p:cNvSpPr/>
          <p:nvPr/>
        </p:nvSpPr>
        <p:spPr>
          <a:xfrm>
            <a:off x="1683883" y="4023018"/>
            <a:ext cx="6726707" cy="391261"/>
          </a:xfrm>
          <a:prstGeom prst="rect">
            <a:avLst/>
          </a:prstGeom>
        </p:spPr>
        <p:txBody>
          <a:bodyPr wrap="square">
            <a:spAutoFit/>
          </a:bodyPr>
          <a:lstStyle/>
          <a:p>
            <a:pPr marL="285750" lvl="3" indent="-285750" defTabSz="457200">
              <a:lnSpc>
                <a:spcPts val="2600"/>
              </a:lnSpc>
              <a:spcAft>
                <a:spcPts val="1800"/>
              </a:spcAft>
              <a:buFont typeface="Arial" panose="020B0604020202020204" pitchFamily="34" charset="0"/>
              <a:buChar char="•"/>
              <a:defRPr/>
            </a:pPr>
            <a:r>
              <a:rPr lang="zh-CN" altLang="en-US" sz="1600" spc="150" dirty="0">
                <a:solidFill>
                  <a:srgbClr val="000000"/>
                </a:solidFill>
                <a:latin typeface="微软雅黑" panose="020B0503020204020204" pitchFamily="34" charset="-122"/>
                <a:ea typeface="微软雅黑" panose="020B0503020204020204" pitchFamily="34" charset="-122"/>
              </a:rPr>
              <a:t>因此无差异曲线凸向原点。</a:t>
            </a:r>
          </a:p>
        </p:txBody>
      </p:sp>
      <p:sp>
        <p:nvSpPr>
          <p:cNvPr id="103" name="矩形 102">
            <a:extLst>
              <a:ext uri="{FF2B5EF4-FFF2-40B4-BE49-F238E27FC236}">
                <a16:creationId xmlns:a16="http://schemas.microsoft.com/office/drawing/2014/main" id="{487B7CC4-E96B-4ABB-A12D-154DDA6B8658}"/>
              </a:ext>
            </a:extLst>
          </p:cNvPr>
          <p:cNvSpPr/>
          <p:nvPr/>
        </p:nvSpPr>
        <p:spPr>
          <a:xfrm>
            <a:off x="1683883" y="4682502"/>
            <a:ext cx="3565779" cy="1391535"/>
          </a:xfrm>
          <a:prstGeom prst="rect">
            <a:avLst/>
          </a:prstGeom>
        </p:spPr>
        <p:txBody>
          <a:bodyPr wrap="square">
            <a:spAutoFit/>
          </a:bodyPr>
          <a:lstStyle/>
          <a:p>
            <a:pPr marL="285750" lvl="3" indent="-285750" defTabSz="457200">
              <a:lnSpc>
                <a:spcPts val="2600"/>
              </a:lnSpc>
              <a:spcAft>
                <a:spcPts val="1800"/>
              </a:spcAft>
              <a:buFont typeface="Arial" panose="020B0604020202020204" pitchFamily="34" charset="0"/>
              <a:buChar char="•"/>
              <a:defRPr/>
            </a:pPr>
            <a:r>
              <a:rPr lang="zh-CN" altLang="en-US" sz="1600" spc="150" dirty="0">
                <a:solidFill>
                  <a:srgbClr val="000000"/>
                </a:solidFill>
                <a:latin typeface="微软雅黑" panose="020B0503020204020204" pitchFamily="34" charset="-122"/>
                <a:ea typeface="微软雅黑" panose="020B0503020204020204" pitchFamily="34" charset="-122"/>
              </a:rPr>
              <a:t>凸向原点而不是相反方向，也意味着随着一种商品数量的增加，其对另一种商品的替代能力在减弱。</a:t>
            </a:r>
          </a:p>
        </p:txBody>
      </p:sp>
      <p:grpSp>
        <p:nvGrpSpPr>
          <p:cNvPr id="25" name="组合 24">
            <a:extLst>
              <a:ext uri="{FF2B5EF4-FFF2-40B4-BE49-F238E27FC236}">
                <a16:creationId xmlns:a16="http://schemas.microsoft.com/office/drawing/2014/main" id="{85BC2C8C-50C1-4B0B-8383-49E6E5D5388B}"/>
              </a:ext>
            </a:extLst>
          </p:cNvPr>
          <p:cNvGrpSpPr/>
          <p:nvPr/>
        </p:nvGrpSpPr>
        <p:grpSpPr>
          <a:xfrm>
            <a:off x="467544" y="1213829"/>
            <a:ext cx="2348227" cy="461665"/>
            <a:chOff x="467544" y="1161144"/>
            <a:chExt cx="3806023" cy="659493"/>
          </a:xfrm>
        </p:grpSpPr>
        <p:sp>
          <p:nvSpPr>
            <p:cNvPr id="26" name="MH_Text_1">
              <a:extLst>
                <a:ext uri="{FF2B5EF4-FFF2-40B4-BE49-F238E27FC236}">
                  <a16:creationId xmlns:a16="http://schemas.microsoft.com/office/drawing/2014/main" id="{8BCA0028-5FB4-4238-858A-DD95196F2EE1}"/>
                </a:ext>
              </a:extLst>
            </p:cNvPr>
            <p:cNvSpPr/>
            <p:nvPr>
              <p:custDataLst>
                <p:tags r:id="rId2"/>
              </p:custDataLst>
            </p:nvPr>
          </p:nvSpPr>
          <p:spPr bwMode="auto">
            <a:xfrm>
              <a:off x="467544" y="1161144"/>
              <a:ext cx="3806023" cy="659493"/>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algn="ctr">
                <a:defRPr/>
              </a:pPr>
              <a:r>
                <a:rPr lang="zh-CN" altLang="en-US" sz="2000" spc="150" dirty="0">
                  <a:solidFill>
                    <a:srgbClr val="000000"/>
                  </a:solidFill>
                  <a:latin typeface="微软雅黑" panose="020B0503020204020204" pitchFamily="34" charset="-122"/>
                  <a:ea typeface="微软雅黑" panose="020B0503020204020204" pitchFamily="34" charset="-122"/>
                </a:rPr>
                <a:t>无差异曲线的特点</a:t>
              </a:r>
            </a:p>
          </p:txBody>
        </p:sp>
        <p:sp>
          <p:nvSpPr>
            <p:cNvPr id="27" name="MH_Other_2">
              <a:extLst>
                <a:ext uri="{FF2B5EF4-FFF2-40B4-BE49-F238E27FC236}">
                  <a16:creationId xmlns:a16="http://schemas.microsoft.com/office/drawing/2014/main" id="{89D9D41B-38D2-4A16-8E03-4A5232B1356E}"/>
                </a:ext>
              </a:extLst>
            </p:cNvPr>
            <p:cNvSpPr/>
            <p:nvPr>
              <p:custDataLst>
                <p:tags r:id="rId3"/>
              </p:custDataLst>
            </p:nvPr>
          </p:nvSpPr>
          <p:spPr bwMode="auto">
            <a:xfrm rot="10800000">
              <a:off x="4004344" y="1240922"/>
              <a:ext cx="189743" cy="162838"/>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Tree>
    <p:extLst>
      <p:ext uri="{BB962C8B-B14F-4D97-AF65-F5344CB8AC3E}">
        <p14:creationId xmlns:p14="http://schemas.microsoft.com/office/powerpoint/2010/main" val="3561633984"/>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barn(inVertical)">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trips(down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1"/>
                                        </p:tgtEl>
                                        <p:attrNameLst>
                                          <p:attrName>style.visibility</p:attrName>
                                        </p:attrNameLst>
                                      </p:cBhvr>
                                      <p:to>
                                        <p:strVal val="visible"/>
                                      </p:to>
                                    </p:set>
                                    <p:animEffect transition="in" filter="fade">
                                      <p:cBhvr>
                                        <p:cTn id="22" dur="500"/>
                                        <p:tgtEl>
                                          <p:spTgt spid="9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7"/>
                                        </p:tgtEl>
                                        <p:attrNameLst>
                                          <p:attrName>style.visibility</p:attrName>
                                        </p:attrNameLst>
                                      </p:cBhvr>
                                      <p:to>
                                        <p:strVal val="visible"/>
                                      </p:to>
                                    </p:set>
                                    <p:animEffect transition="in" filter="fade">
                                      <p:cBhvr>
                                        <p:cTn id="27" dur="500"/>
                                        <p:tgtEl>
                                          <p:spTgt spid="4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02"/>
                                        </p:tgtEl>
                                        <p:attrNameLst>
                                          <p:attrName>style.visibility</p:attrName>
                                        </p:attrNameLst>
                                      </p:cBhvr>
                                      <p:to>
                                        <p:strVal val="visible"/>
                                      </p:to>
                                    </p:set>
                                    <p:animEffect transition="in" filter="fade">
                                      <p:cBhvr>
                                        <p:cTn id="32" dur="500"/>
                                        <p:tgtEl>
                                          <p:spTgt spid="10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03"/>
                                        </p:tgtEl>
                                        <p:attrNameLst>
                                          <p:attrName>style.visibility</p:attrName>
                                        </p:attrNameLst>
                                      </p:cBhvr>
                                      <p:to>
                                        <p:strVal val="visible"/>
                                      </p:to>
                                    </p:set>
                                    <p:animEffect transition="in" filter="fade">
                                      <p:cBhvr>
                                        <p:cTn id="37" dur="50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102" grpId="0"/>
      <p:bldP spid="103"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170" name="Rectangle 3"/>
              <p:cNvSpPr>
                <a:spLocks noGrp="1" noChangeArrowheads="1"/>
              </p:cNvSpPr>
              <p:nvPr>
                <p:ph type="body" idx="4294967295"/>
              </p:nvPr>
            </p:nvSpPr>
            <p:spPr>
              <a:xfrm>
                <a:off x="892627" y="1746294"/>
                <a:ext cx="7481059" cy="4610171"/>
              </a:xfrm>
            </p:spPr>
            <p:txBody>
              <a:bodyPr/>
              <a:lstStyle/>
              <a:p>
                <a:pPr marL="538163" lvl="3" indent="-261938" defTabSz="457200" eaLnBrk="1" hangingPunct="1">
                  <a:lnSpc>
                    <a:spcPts val="3600"/>
                  </a:lnSpc>
                  <a:spcAft>
                    <a:spcPts val="1800"/>
                  </a:spcAft>
                  <a:buFont typeface="Wingdings" panose="05000000000000000000" pitchFamily="2" charset="2"/>
                  <a:buChar char="Ø"/>
                  <a:defRPr/>
                </a:pPr>
                <a:r>
                  <a:rPr lang="zh-CN" altLang="en-US" sz="1800" spc="150" dirty="0">
                    <a:solidFill>
                      <a:srgbClr val="000000"/>
                    </a:solidFill>
                    <a:latin typeface="微软雅黑" panose="020B0503020204020204" pitchFamily="34" charset="-122"/>
                    <a:ea typeface="微软雅黑" panose="020B0503020204020204" pitchFamily="34" charset="-122"/>
                  </a:rPr>
                  <a:t>边际替代率（</a:t>
                </a:r>
                <a:r>
                  <a:rPr lang="en-US" altLang="zh-CN" sz="1800" spc="150" dirty="0">
                    <a:solidFill>
                      <a:srgbClr val="000000"/>
                    </a:solidFill>
                    <a:latin typeface="微软雅黑" panose="020B0503020204020204" pitchFamily="34" charset="-122"/>
                    <a:ea typeface="微软雅黑" panose="020B0503020204020204" pitchFamily="34" charset="-122"/>
                  </a:rPr>
                  <a:t>MRS)</a:t>
                </a:r>
                <a:r>
                  <a:rPr lang="zh-CN" altLang="en-US" sz="1800" spc="150" dirty="0">
                    <a:solidFill>
                      <a:srgbClr val="000000"/>
                    </a:solidFill>
                    <a:latin typeface="微软雅黑" panose="020B0503020204020204" pitchFamily="34" charset="-122"/>
                    <a:ea typeface="微软雅黑" panose="020B0503020204020204" pitchFamily="34" charset="-122"/>
                  </a:rPr>
                  <a:t>，是在效用满足程度保持不变的条件下，消费者增加一单位一种商品的消费可以代替的另一种商品的消费数量。</a:t>
                </a:r>
              </a:p>
              <a:p>
                <a:pPr marL="538163" lvl="3" indent="-261938" defTabSz="457200" eaLnBrk="1" hangingPunct="1">
                  <a:lnSpc>
                    <a:spcPts val="3600"/>
                  </a:lnSpc>
                  <a:spcAft>
                    <a:spcPts val="1800"/>
                  </a:spcAft>
                  <a:buFont typeface="Wingdings" panose="05000000000000000000" pitchFamily="2" charset="2"/>
                  <a:buChar char="Ø"/>
                  <a:defRPr/>
                </a:pPr>
                <a:r>
                  <a:rPr lang="en-US" altLang="zh-CN" sz="1800" spc="150" dirty="0">
                    <a:solidFill>
                      <a:srgbClr val="000000"/>
                    </a:solidFill>
                    <a:latin typeface="微软雅黑" panose="020B0503020204020204" pitchFamily="34" charset="-122"/>
                    <a:ea typeface="微软雅黑" panose="020B0503020204020204" pitchFamily="34" charset="-122"/>
                  </a:rPr>
                  <a:t>MRS</a:t>
                </a:r>
                <a:r>
                  <a:rPr lang="zh-CN" altLang="en-US" sz="1800" spc="150" dirty="0">
                    <a:solidFill>
                      <a:srgbClr val="000000"/>
                    </a:solidFill>
                    <a:latin typeface="微软雅黑" panose="020B0503020204020204" pitchFamily="34" charset="-122"/>
                    <a:ea typeface="微软雅黑" panose="020B0503020204020204" pitchFamily="34" charset="-122"/>
                  </a:rPr>
                  <a:t>的公式定义</a:t>
                </a:r>
                <a:endParaRPr lang="en-US" altLang="zh-CN" sz="1800" spc="150" dirty="0">
                  <a:solidFill>
                    <a:srgbClr val="000000"/>
                  </a:solidFill>
                  <a:latin typeface="微软雅黑" panose="020B0503020204020204" pitchFamily="34" charset="-122"/>
                  <a:ea typeface="微软雅黑" panose="020B0503020204020204" pitchFamily="34" charset="-122"/>
                </a:endParaRPr>
              </a:p>
              <a:p>
                <a:pPr marL="276225" lvl="3" indent="274638" defTabSz="457200" eaLnBrk="1" hangingPunct="1">
                  <a:lnSpc>
                    <a:spcPts val="3600"/>
                  </a:lnSpc>
                  <a:spcBef>
                    <a:spcPts val="0"/>
                  </a:spcBef>
                  <a:spcAft>
                    <a:spcPts val="1800"/>
                  </a:spcAft>
                  <a:buNone/>
                  <a:defRPr/>
                </a:pPr>
                <a:r>
                  <a:rPr lang="en-US" altLang="zh-CN" sz="1600" i="1" spc="150" dirty="0">
                    <a:solidFill>
                      <a:srgbClr val="000000"/>
                    </a:solidFill>
                    <a:latin typeface="微软雅黑" panose="020B0503020204020204" pitchFamily="34" charset="-122"/>
                    <a:ea typeface="微软雅黑" panose="020B0503020204020204" pitchFamily="34" charset="-122"/>
                  </a:rPr>
                  <a:t>MRS</a:t>
                </a:r>
                <a:r>
                  <a:rPr lang="en-US" altLang="zh-CN" sz="1600" spc="150" baseline="-25000" dirty="0">
                    <a:solidFill>
                      <a:srgbClr val="000000"/>
                    </a:solidFill>
                    <a:latin typeface="微软雅黑" panose="020B0503020204020204" pitchFamily="34" charset="-122"/>
                    <a:ea typeface="微软雅黑" panose="020B0503020204020204" pitchFamily="34" charset="-122"/>
                  </a:rPr>
                  <a:t>1,2</a:t>
                </a:r>
                <a:r>
                  <a:rPr lang="en-US" altLang="zh-CN" sz="1600" spc="150" dirty="0">
                    <a:solidFill>
                      <a:srgbClr val="000000"/>
                    </a:solidFill>
                    <a:latin typeface="微软雅黑" panose="020B0503020204020204" pitchFamily="34" charset="-122"/>
                    <a:ea typeface="微软雅黑" panose="020B0503020204020204" pitchFamily="34" charset="-122"/>
                  </a:rPr>
                  <a:t> =- </a:t>
                </a:r>
                <a14:m>
                  <m:oMath xmlns:m="http://schemas.openxmlformats.org/officeDocument/2006/math">
                    <m:f>
                      <m:fPr>
                        <m:ctrlPr>
                          <a:rPr lang="en-US" altLang="zh-CN" sz="1800" i="1" spc="150" smtClean="0">
                            <a:solidFill>
                              <a:srgbClr val="000000"/>
                            </a:solidFill>
                            <a:latin typeface="Cambria Math" panose="02040503050406030204" pitchFamily="18" charset="0"/>
                            <a:ea typeface="微软雅黑" panose="020B0503020204020204" pitchFamily="34" charset="-122"/>
                          </a:rPr>
                        </m:ctrlPr>
                      </m:fPr>
                      <m:num>
                        <m:r>
                          <m:rPr>
                            <m:nor/>
                          </m:rPr>
                          <a:rPr lang="en-US" altLang="zh-CN" sz="1800" dirty="0">
                            <a:latin typeface="微软雅黑" panose="020B0503020204020204" pitchFamily="34" charset="-122"/>
                            <a:ea typeface="微软雅黑" panose="020B0503020204020204" pitchFamily="34" charset="-122"/>
                          </a:rPr>
                          <m:t>Δ</m:t>
                        </m:r>
                        <m:sSub>
                          <m:sSubPr>
                            <m:ctrlPr>
                              <a:rPr lang="en-US" altLang="zh-CN" sz="1800" b="0" i="1" spc="150" smtClean="0">
                                <a:solidFill>
                                  <a:srgbClr val="000000"/>
                                </a:solidFill>
                                <a:latin typeface="Cambria Math" panose="02040503050406030204" pitchFamily="18" charset="0"/>
                                <a:ea typeface="微软雅黑" panose="020B0503020204020204" pitchFamily="34" charset="-122"/>
                              </a:rPr>
                            </m:ctrlPr>
                          </m:sSubPr>
                          <m:e>
                            <m:r>
                              <a:rPr lang="en-US" altLang="zh-CN" sz="1800" b="0" i="1" spc="150" smtClean="0">
                                <a:solidFill>
                                  <a:srgbClr val="000000"/>
                                </a:solidFill>
                                <a:latin typeface="Cambria Math" panose="02040503050406030204" pitchFamily="18" charset="0"/>
                                <a:ea typeface="微软雅黑" panose="020B0503020204020204" pitchFamily="34" charset="-122"/>
                              </a:rPr>
                              <m:t>𝑄</m:t>
                            </m:r>
                          </m:e>
                          <m:sub>
                            <m:r>
                              <a:rPr lang="en-US" altLang="zh-CN" sz="1800" b="0" i="1" spc="150" smtClean="0">
                                <a:solidFill>
                                  <a:srgbClr val="000000"/>
                                </a:solidFill>
                                <a:latin typeface="Cambria Math" panose="02040503050406030204" pitchFamily="18" charset="0"/>
                                <a:ea typeface="微软雅黑" panose="020B0503020204020204" pitchFamily="34" charset="-122"/>
                              </a:rPr>
                              <m:t>2</m:t>
                            </m:r>
                          </m:sub>
                        </m:sSub>
                      </m:num>
                      <m:den>
                        <m:r>
                          <m:rPr>
                            <m:nor/>
                          </m:rPr>
                          <a:rPr lang="en-US" altLang="zh-CN" sz="1800" dirty="0">
                            <a:latin typeface="微软雅黑" panose="020B0503020204020204" pitchFamily="34" charset="-122"/>
                            <a:ea typeface="微软雅黑" panose="020B0503020204020204" pitchFamily="34" charset="-122"/>
                          </a:rPr>
                          <m:t>Δ</m:t>
                        </m:r>
                        <m:sSub>
                          <m:sSubPr>
                            <m:ctrlPr>
                              <a:rPr lang="en-US" altLang="zh-CN" sz="1800" b="0" i="1" spc="150" smtClean="0">
                                <a:solidFill>
                                  <a:srgbClr val="000000"/>
                                </a:solidFill>
                                <a:latin typeface="Cambria Math" panose="02040503050406030204" pitchFamily="18" charset="0"/>
                                <a:ea typeface="微软雅黑" panose="020B0503020204020204" pitchFamily="34" charset="-122"/>
                              </a:rPr>
                            </m:ctrlPr>
                          </m:sSubPr>
                          <m:e>
                            <m:r>
                              <a:rPr lang="en-US" altLang="zh-CN" sz="1800" b="0" i="1" spc="150" smtClean="0">
                                <a:solidFill>
                                  <a:srgbClr val="000000"/>
                                </a:solidFill>
                                <a:latin typeface="Cambria Math" panose="02040503050406030204" pitchFamily="18" charset="0"/>
                                <a:ea typeface="微软雅黑" panose="020B0503020204020204" pitchFamily="34" charset="-122"/>
                              </a:rPr>
                              <m:t>𝑄</m:t>
                            </m:r>
                          </m:e>
                          <m:sub>
                            <m:r>
                              <a:rPr lang="en-US" altLang="zh-CN" sz="1800" b="0" i="1" spc="150" smtClean="0">
                                <a:solidFill>
                                  <a:srgbClr val="000000"/>
                                </a:solidFill>
                                <a:latin typeface="Cambria Math" panose="02040503050406030204" pitchFamily="18" charset="0"/>
                                <a:ea typeface="微软雅黑" panose="020B0503020204020204" pitchFamily="34" charset="-122"/>
                              </a:rPr>
                              <m:t>1</m:t>
                            </m:r>
                          </m:sub>
                        </m:sSub>
                      </m:den>
                    </m:f>
                  </m:oMath>
                </a14:m>
                <a:endParaRPr lang="en-US" altLang="zh-CN" sz="1600" spc="150" dirty="0">
                  <a:solidFill>
                    <a:srgbClr val="000000"/>
                  </a:solidFill>
                  <a:latin typeface="微软雅黑" panose="020B0503020204020204" pitchFamily="34" charset="-122"/>
                  <a:ea typeface="微软雅黑" panose="020B0503020204020204" pitchFamily="34" charset="-122"/>
                </a:endParaRPr>
              </a:p>
              <a:p>
                <a:pPr marL="538163" lvl="3" indent="-261938" defTabSz="457200" eaLnBrk="1" hangingPunct="1">
                  <a:lnSpc>
                    <a:spcPts val="3600"/>
                  </a:lnSpc>
                  <a:spcAft>
                    <a:spcPts val="1800"/>
                  </a:spcAft>
                  <a:buFont typeface="Wingdings" panose="05000000000000000000" pitchFamily="2" charset="2"/>
                  <a:buChar char="Ø"/>
                  <a:defRPr/>
                </a:pPr>
                <a:r>
                  <a:rPr lang="en-US" altLang="zh-CN" sz="1800" spc="150" dirty="0">
                    <a:solidFill>
                      <a:srgbClr val="000000"/>
                    </a:solidFill>
                    <a:latin typeface="微软雅黑" panose="020B0503020204020204" pitchFamily="34" charset="-122"/>
                    <a:ea typeface="微软雅黑" panose="020B0503020204020204" pitchFamily="34" charset="-122"/>
                  </a:rPr>
                  <a:t>MRS</a:t>
                </a:r>
                <a:r>
                  <a:rPr lang="zh-CN" altLang="en-US" sz="1800" spc="150" dirty="0">
                    <a:solidFill>
                      <a:srgbClr val="000000"/>
                    </a:solidFill>
                    <a:latin typeface="微软雅黑" panose="020B0503020204020204" pitchFamily="34" charset="-122"/>
                    <a:ea typeface="微软雅黑" panose="020B0503020204020204" pitchFamily="34" charset="-122"/>
                  </a:rPr>
                  <a:t>取决于边际效用，即</a:t>
                </a:r>
                <a:endParaRPr lang="en-US" altLang="zh-CN" sz="1800" spc="150" dirty="0">
                  <a:solidFill>
                    <a:srgbClr val="000000"/>
                  </a:solidFill>
                  <a:latin typeface="微软雅黑" panose="020B0503020204020204" pitchFamily="34" charset="-122"/>
                  <a:ea typeface="微软雅黑" panose="020B0503020204020204" pitchFamily="34" charset="-122"/>
                </a:endParaRPr>
              </a:p>
              <a:p>
                <a:pPr marL="276225" lvl="3" indent="274638" defTabSz="457200" eaLnBrk="1" hangingPunct="1">
                  <a:lnSpc>
                    <a:spcPts val="3600"/>
                  </a:lnSpc>
                  <a:spcAft>
                    <a:spcPts val="300"/>
                  </a:spcAft>
                  <a:buNone/>
                  <a:defRPr/>
                </a:pPr>
                <a:r>
                  <a:rPr lang="en-US" altLang="zh-CN" sz="1600" i="1" spc="150" dirty="0">
                    <a:solidFill>
                      <a:srgbClr val="000000"/>
                    </a:solidFill>
                    <a:latin typeface="微软雅黑" panose="020B0503020204020204" pitchFamily="34" charset="-122"/>
                    <a:ea typeface="微软雅黑" panose="020B0503020204020204" pitchFamily="34" charset="-122"/>
                  </a:rPr>
                  <a:t>MRS</a:t>
                </a:r>
                <a:r>
                  <a:rPr lang="en-US" altLang="zh-CN" sz="1600" spc="150" baseline="-25000" dirty="0">
                    <a:solidFill>
                      <a:srgbClr val="000000"/>
                    </a:solidFill>
                    <a:latin typeface="微软雅黑" panose="020B0503020204020204" pitchFamily="34" charset="-122"/>
                    <a:ea typeface="微软雅黑" panose="020B0503020204020204" pitchFamily="34" charset="-122"/>
                  </a:rPr>
                  <a:t>12</a:t>
                </a:r>
                <a:r>
                  <a:rPr lang="en-US" altLang="zh-CN" sz="1600" spc="150" dirty="0">
                    <a:solidFill>
                      <a:srgbClr val="000000"/>
                    </a:solidFill>
                    <a:latin typeface="微软雅黑" panose="020B0503020204020204" pitchFamily="34" charset="-122"/>
                    <a:ea typeface="微软雅黑" panose="020B0503020204020204" pitchFamily="34" charset="-122"/>
                  </a:rPr>
                  <a:t> = </a:t>
                </a:r>
                <a14:m>
                  <m:oMath xmlns:m="http://schemas.openxmlformats.org/officeDocument/2006/math">
                    <m:r>
                      <a:rPr lang="en-US" altLang="zh-CN" sz="1600" b="0" i="0" spc="150" smtClean="0">
                        <a:solidFill>
                          <a:srgbClr val="000000"/>
                        </a:solidFill>
                        <a:latin typeface="Cambria Math" panose="02040503050406030204" pitchFamily="18" charset="0"/>
                        <a:ea typeface="微软雅黑" panose="020B0503020204020204" pitchFamily="34" charset="-122"/>
                      </a:rPr>
                      <m:t> </m:t>
                    </m:r>
                    <m:f>
                      <m:fPr>
                        <m:ctrlPr>
                          <a:rPr lang="en-US" altLang="zh-CN" sz="1600" i="1" spc="150">
                            <a:solidFill>
                              <a:srgbClr val="000000"/>
                            </a:solidFill>
                            <a:latin typeface="Cambria Math" panose="02040503050406030204" pitchFamily="18" charset="0"/>
                            <a:ea typeface="微软雅黑" panose="020B0503020204020204" pitchFamily="34" charset="-122"/>
                          </a:rPr>
                        </m:ctrlPr>
                      </m:fPr>
                      <m:num>
                        <m:sSub>
                          <m:sSubPr>
                            <m:ctrlPr>
                              <a:rPr lang="en-US" altLang="zh-CN" sz="1600" i="1" spc="150">
                                <a:solidFill>
                                  <a:srgbClr val="000000"/>
                                </a:solidFill>
                                <a:latin typeface="Cambria Math" panose="02040503050406030204" pitchFamily="18" charset="0"/>
                                <a:ea typeface="微软雅黑" panose="020B0503020204020204" pitchFamily="34" charset="-122"/>
                              </a:rPr>
                            </m:ctrlPr>
                          </m:sSubPr>
                          <m:e>
                            <m:r>
                              <a:rPr lang="en-US" altLang="zh-CN" sz="1600" b="0" i="1" spc="150" smtClean="0">
                                <a:solidFill>
                                  <a:srgbClr val="000000"/>
                                </a:solidFill>
                                <a:latin typeface="Cambria Math" panose="02040503050406030204" pitchFamily="18" charset="0"/>
                                <a:ea typeface="微软雅黑" panose="020B0503020204020204" pitchFamily="34" charset="-122"/>
                              </a:rPr>
                              <m:t>𝑀𝑈</m:t>
                            </m:r>
                          </m:e>
                          <m:sub>
                            <m:r>
                              <a:rPr lang="en-US" altLang="zh-CN" sz="1600" b="0" i="1" spc="150" smtClean="0">
                                <a:solidFill>
                                  <a:srgbClr val="000000"/>
                                </a:solidFill>
                                <a:latin typeface="Cambria Math" panose="02040503050406030204" pitchFamily="18" charset="0"/>
                                <a:ea typeface="微软雅黑" panose="020B0503020204020204" pitchFamily="34" charset="-122"/>
                              </a:rPr>
                              <m:t>1</m:t>
                            </m:r>
                          </m:sub>
                        </m:sSub>
                      </m:num>
                      <m:den>
                        <m:sSub>
                          <m:sSubPr>
                            <m:ctrlPr>
                              <a:rPr lang="en-US" altLang="zh-CN" sz="1600" i="1" spc="150">
                                <a:solidFill>
                                  <a:srgbClr val="000000"/>
                                </a:solidFill>
                                <a:latin typeface="Cambria Math" panose="02040503050406030204" pitchFamily="18" charset="0"/>
                                <a:ea typeface="微软雅黑" panose="020B0503020204020204" pitchFamily="34" charset="-122"/>
                              </a:rPr>
                            </m:ctrlPr>
                          </m:sSubPr>
                          <m:e>
                            <m:r>
                              <a:rPr lang="en-US" altLang="zh-CN" sz="1600" b="0" i="1" spc="150" smtClean="0">
                                <a:solidFill>
                                  <a:srgbClr val="000000"/>
                                </a:solidFill>
                                <a:latin typeface="Cambria Math" panose="02040503050406030204" pitchFamily="18" charset="0"/>
                                <a:ea typeface="微软雅黑" panose="020B0503020204020204" pitchFamily="34" charset="-122"/>
                              </a:rPr>
                              <m:t>𝑀𝑈</m:t>
                            </m:r>
                          </m:e>
                          <m:sub>
                            <m:r>
                              <a:rPr lang="en-US" altLang="zh-CN" sz="1600" b="0" i="1" spc="150" smtClean="0">
                                <a:solidFill>
                                  <a:srgbClr val="000000"/>
                                </a:solidFill>
                                <a:latin typeface="Cambria Math" panose="02040503050406030204" pitchFamily="18" charset="0"/>
                                <a:ea typeface="微软雅黑" panose="020B0503020204020204" pitchFamily="34" charset="-122"/>
                              </a:rPr>
                              <m:t>2</m:t>
                            </m:r>
                          </m:sub>
                        </m:sSub>
                      </m:den>
                    </m:f>
                  </m:oMath>
                </a14:m>
                <a:endParaRPr lang="en-US" altLang="zh-CN" sz="1600" dirty="0"/>
              </a:p>
            </p:txBody>
          </p:sp>
        </mc:Choice>
        <mc:Fallback xmlns="">
          <p:sp>
            <p:nvSpPr>
              <p:cNvPr id="7170" name="Rectangle 3"/>
              <p:cNvSpPr>
                <a:spLocks noGrp="1" noRot="1" noChangeAspect="1" noMove="1" noResize="1" noEditPoints="1" noAdjustHandles="1" noChangeArrowheads="1" noChangeShapeType="1" noTextEdit="1"/>
              </p:cNvSpPr>
              <p:nvPr>
                <p:ph type="body" idx="4294967295"/>
              </p:nvPr>
            </p:nvSpPr>
            <p:spPr>
              <a:xfrm>
                <a:off x="892627" y="1746294"/>
                <a:ext cx="7481059" cy="4610171"/>
              </a:xfrm>
              <a:blipFill>
                <a:blip r:embed="rId5"/>
                <a:stretch>
                  <a:fillRect/>
                </a:stretch>
              </a:blipFill>
            </p:spPr>
            <p:txBody>
              <a:bodyPr/>
              <a:lstStyle/>
              <a:p>
                <a:r>
                  <a:rPr lang="zh-CN" altLang="en-US">
                    <a:noFill/>
                  </a:rPr>
                  <a:t> </a:t>
                </a:r>
              </a:p>
            </p:txBody>
          </p:sp>
        </mc:Fallback>
      </mc:AlternateContent>
      <p:grpSp>
        <p:nvGrpSpPr>
          <p:cNvPr id="2" name="组合 1">
            <a:extLst>
              <a:ext uri="{FF2B5EF4-FFF2-40B4-BE49-F238E27FC236}">
                <a16:creationId xmlns:a16="http://schemas.microsoft.com/office/drawing/2014/main" id="{37A51387-8A91-4765-9863-AA908525D3E2}"/>
              </a:ext>
            </a:extLst>
          </p:cNvPr>
          <p:cNvGrpSpPr/>
          <p:nvPr/>
        </p:nvGrpSpPr>
        <p:grpSpPr>
          <a:xfrm>
            <a:off x="3110076" y="3731699"/>
            <a:ext cx="1314084" cy="639556"/>
            <a:chOff x="2365333" y="4242917"/>
            <a:chExt cx="1314084" cy="639556"/>
          </a:xfrm>
        </p:grpSpPr>
        <p:sp>
          <p:nvSpPr>
            <p:cNvPr id="27" name="Rectangle 3">
              <a:extLst>
                <a:ext uri="{FF2B5EF4-FFF2-40B4-BE49-F238E27FC236}">
                  <a16:creationId xmlns:a16="http://schemas.microsoft.com/office/drawing/2014/main" id="{1CEE1A75-22F8-40C2-A492-C2FF0BDECAB8}"/>
                </a:ext>
              </a:extLst>
            </p:cNvPr>
            <p:cNvSpPr txBox="1">
              <a:spLocks noChangeArrowheads="1"/>
            </p:cNvSpPr>
            <p:nvPr/>
          </p:nvSpPr>
          <p:spPr bwMode="auto">
            <a:xfrm>
              <a:off x="2365333" y="4378186"/>
              <a:ext cx="1314084" cy="504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76225" lvl="3" indent="0" defTabSz="457200" eaLnBrk="1" hangingPunct="1">
                <a:lnSpc>
                  <a:spcPts val="2600"/>
                </a:lnSpc>
                <a:spcAft>
                  <a:spcPts val="300"/>
                </a:spcAft>
                <a:buNone/>
                <a:defRPr/>
              </a:pPr>
              <a:r>
                <a:rPr lang="en-US" altLang="zh-CN" sz="1100" i="1" dirty="0">
                  <a:latin typeface="微软雅黑" panose="020B0503020204020204" pitchFamily="34" charset="-122"/>
                  <a:ea typeface="微软雅黑" panose="020B0503020204020204" pitchFamily="34" charset="-122"/>
                </a:rPr>
                <a:t>U </a:t>
              </a:r>
              <a:r>
                <a:rPr lang="zh-CN" altLang="en-US" sz="1100" dirty="0">
                  <a:latin typeface="微软雅黑" panose="020B0503020204020204" pitchFamily="34" charset="-122"/>
                  <a:ea typeface="微软雅黑" panose="020B0503020204020204" pitchFamily="34" charset="-122"/>
                </a:rPr>
                <a:t>不变</a:t>
              </a:r>
              <a:endParaRPr lang="en-US" altLang="zh-CN" sz="1100" dirty="0">
                <a:latin typeface="微软雅黑" panose="020B0503020204020204" pitchFamily="34" charset="-122"/>
                <a:ea typeface="微软雅黑" panose="020B0503020204020204" pitchFamily="34" charset="-122"/>
              </a:endParaRPr>
            </a:p>
          </p:txBody>
        </p:sp>
        <p:cxnSp>
          <p:nvCxnSpPr>
            <p:cNvPr id="3" name="直接连接符 2">
              <a:extLst>
                <a:ext uri="{FF2B5EF4-FFF2-40B4-BE49-F238E27FC236}">
                  <a16:creationId xmlns:a16="http://schemas.microsoft.com/office/drawing/2014/main" id="{F7C1BC73-50E1-4F8F-B26A-26D0648B1E8F}"/>
                </a:ext>
              </a:extLst>
            </p:cNvPr>
            <p:cNvCxnSpPr/>
            <p:nvPr/>
          </p:nvCxnSpPr>
          <p:spPr bwMode="auto">
            <a:xfrm>
              <a:off x="2655517" y="4242917"/>
              <a:ext cx="0" cy="450937"/>
            </a:xfrm>
            <a:prstGeom prst="line">
              <a:avLst/>
            </a:prstGeom>
            <a:solidFill>
              <a:schemeClr val="accent1"/>
            </a:solidFill>
            <a:ln w="19050" cap="flat" cmpd="sng" algn="ctr">
              <a:solidFill>
                <a:srgbClr val="F3C97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66" name="弧形 44">
            <a:extLst>
              <a:ext uri="{FF2B5EF4-FFF2-40B4-BE49-F238E27FC236}">
                <a16:creationId xmlns:a16="http://schemas.microsoft.com/office/drawing/2014/main" id="{8251E24D-CE8B-41DF-BF75-EA6F2F71EBB7}"/>
              </a:ext>
            </a:extLst>
          </p:cNvPr>
          <p:cNvSpPr>
            <a:spLocks noChangeArrowheads="1"/>
          </p:cNvSpPr>
          <p:nvPr/>
        </p:nvSpPr>
        <p:spPr bwMode="auto">
          <a:xfrm rot="10800000">
            <a:off x="5806384" y="2188713"/>
            <a:ext cx="2834003" cy="2701419"/>
          </a:xfrm>
          <a:custGeom>
            <a:avLst/>
            <a:gdLst>
              <a:gd name="T0" fmla="*/ 1900245 w 3800485"/>
              <a:gd name="T1" fmla="*/ 0 h 3621079"/>
              <a:gd name="T2" fmla="*/ 1900243 w 3800485"/>
              <a:gd name="T3" fmla="*/ 1810540 h 3621079"/>
              <a:gd name="T4" fmla="*/ 3800485 w 3800485"/>
              <a:gd name="T5" fmla="*/ 1810540 h 3621079"/>
              <a:gd name="T6" fmla="*/ 11796480 60000 65536"/>
              <a:gd name="T7" fmla="*/ 11796480 60000 65536"/>
              <a:gd name="T8" fmla="*/ 5898240 60000 65536"/>
              <a:gd name="T9" fmla="*/ 1900245 w 3800485"/>
              <a:gd name="T10" fmla="*/ 0 h 3621079"/>
              <a:gd name="T11" fmla="*/ 3800485 w 3800485"/>
              <a:gd name="T12" fmla="*/ 1810540 h 3621079"/>
            </a:gdLst>
            <a:ahLst/>
            <a:cxnLst>
              <a:cxn ang="T6">
                <a:pos x="T0" y="T1"/>
              </a:cxn>
              <a:cxn ang="T7">
                <a:pos x="T2" y="T3"/>
              </a:cxn>
              <a:cxn ang="T8">
                <a:pos x="T4" y="T5"/>
              </a:cxn>
            </a:cxnLst>
            <a:rect l="T9" t="T10" r="T11" b="T12"/>
            <a:pathLst>
              <a:path w="3800485" h="3621079" stroke="0">
                <a:moveTo>
                  <a:pt x="1900245" y="0"/>
                </a:moveTo>
                <a:lnTo>
                  <a:pt x="1900245" y="0"/>
                </a:lnTo>
                <a:cubicBezTo>
                  <a:pt x="2949719" y="1"/>
                  <a:pt x="3800486" y="810607"/>
                  <a:pt x="3800486" y="1810540"/>
                </a:cubicBezTo>
                <a:cubicBezTo>
                  <a:pt x="3800486" y="1810541"/>
                  <a:pt x="3800485" y="1810542"/>
                  <a:pt x="3800485" y="1810543"/>
                </a:cubicBezTo>
                <a:lnTo>
                  <a:pt x="1900243" y="1810540"/>
                </a:lnTo>
                <a:close/>
              </a:path>
              <a:path w="3800485" h="3621079" fill="none">
                <a:moveTo>
                  <a:pt x="1900245" y="0"/>
                </a:moveTo>
                <a:lnTo>
                  <a:pt x="1900245" y="0"/>
                </a:lnTo>
                <a:cubicBezTo>
                  <a:pt x="2949719" y="1"/>
                  <a:pt x="3800486" y="810607"/>
                  <a:pt x="3800486" y="1810540"/>
                </a:cubicBezTo>
                <a:cubicBezTo>
                  <a:pt x="3800486" y="1810541"/>
                  <a:pt x="3800485" y="1810542"/>
                  <a:pt x="3800485" y="1810543"/>
                </a:cubicBezTo>
              </a:path>
            </a:pathLst>
          </a:custGeom>
          <a:noFill/>
          <a:ln w="38100" cmpd="sng">
            <a:solidFill>
              <a:srgbClr val="F3C97F"/>
            </a:solidFill>
            <a:miter lim="800000"/>
            <a:headEnd/>
            <a:tailEnd/>
          </a:ln>
          <a:effectLst>
            <a:outerShdw dist="23000" dir="5400000" algn="ctr" rotWithShape="0">
              <a:srgbClr val="000000">
                <a:alpha val="32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dirty="0"/>
          </a:p>
        </p:txBody>
      </p:sp>
      <p:grpSp>
        <p:nvGrpSpPr>
          <p:cNvPr id="5" name="组合 4">
            <a:extLst>
              <a:ext uri="{FF2B5EF4-FFF2-40B4-BE49-F238E27FC236}">
                <a16:creationId xmlns:a16="http://schemas.microsoft.com/office/drawing/2014/main" id="{108B25D0-4EA0-40F1-BB2F-2BD8E2B43B2C}"/>
              </a:ext>
            </a:extLst>
          </p:cNvPr>
          <p:cNvGrpSpPr/>
          <p:nvPr/>
        </p:nvGrpSpPr>
        <p:grpSpPr>
          <a:xfrm>
            <a:off x="4525062" y="3113191"/>
            <a:ext cx="3891543" cy="2700006"/>
            <a:chOff x="4742689" y="3187405"/>
            <a:chExt cx="3891543" cy="2700006"/>
          </a:xfrm>
        </p:grpSpPr>
        <p:sp>
          <p:nvSpPr>
            <p:cNvPr id="34" name="右大括号 10">
              <a:extLst>
                <a:ext uri="{FF2B5EF4-FFF2-40B4-BE49-F238E27FC236}">
                  <a16:creationId xmlns:a16="http://schemas.microsoft.com/office/drawing/2014/main" id="{0DBE0959-7946-4B04-9CEA-F199E3331F33}"/>
                </a:ext>
              </a:extLst>
            </p:cNvPr>
            <p:cNvSpPr>
              <a:spLocks/>
            </p:cNvSpPr>
            <p:nvPr/>
          </p:nvSpPr>
          <p:spPr bwMode="auto">
            <a:xfrm rot="16200000">
              <a:off x="6669769" y="5284560"/>
              <a:ext cx="42617" cy="389468"/>
            </a:xfrm>
            <a:prstGeom prst="rightBrace">
              <a:avLst>
                <a:gd name="adj1" fmla="val 8337"/>
                <a:gd name="adj2" fmla="val 50000"/>
              </a:avLst>
            </a:prstGeom>
            <a:noFill/>
            <a:ln w="9525" cmpd="sng">
              <a:solidFill>
                <a:srgbClr val="7F7F7F"/>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cxnSp>
          <p:nvCxnSpPr>
            <p:cNvPr id="44" name="直接连接符 20">
              <a:extLst>
                <a:ext uri="{FF2B5EF4-FFF2-40B4-BE49-F238E27FC236}">
                  <a16:creationId xmlns:a16="http://schemas.microsoft.com/office/drawing/2014/main" id="{1D74D2CA-B8A7-4085-9DDD-3F261D64B822}"/>
                </a:ext>
              </a:extLst>
            </p:cNvPr>
            <p:cNvCxnSpPr>
              <a:cxnSpLocks noChangeShapeType="1"/>
            </p:cNvCxnSpPr>
            <p:nvPr/>
          </p:nvCxnSpPr>
          <p:spPr bwMode="auto">
            <a:xfrm>
              <a:off x="5410805" y="4831761"/>
              <a:ext cx="1471456" cy="26044"/>
            </a:xfrm>
            <a:prstGeom prst="line">
              <a:avLst/>
            </a:prstGeom>
            <a:noFill/>
            <a:ln w="9525" cmpd="sng">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62" name="直接连接符 39">
              <a:extLst>
                <a:ext uri="{FF2B5EF4-FFF2-40B4-BE49-F238E27FC236}">
                  <a16:creationId xmlns:a16="http://schemas.microsoft.com/office/drawing/2014/main" id="{105CCEEE-0196-4784-93B7-D71222266AC5}"/>
                </a:ext>
              </a:extLst>
            </p:cNvPr>
            <p:cNvCxnSpPr>
              <a:cxnSpLocks noChangeShapeType="1"/>
            </p:cNvCxnSpPr>
            <p:nvPr/>
          </p:nvCxnSpPr>
          <p:spPr bwMode="auto">
            <a:xfrm>
              <a:off x="5421460" y="5095746"/>
              <a:ext cx="102989" cy="1184"/>
            </a:xfrm>
            <a:prstGeom prst="line">
              <a:avLst/>
            </a:prstGeom>
            <a:noFill/>
            <a:ln w="9525" cmpd="sng">
              <a:solidFill>
                <a:srgbClr val="7F7F7F"/>
              </a:solidFill>
              <a:round/>
              <a:headEnd/>
              <a:tailEnd/>
            </a:ln>
            <a:extLst>
              <a:ext uri="{909E8E84-426E-40DD-AFC4-6F175D3DCCD1}">
                <a14:hiddenFill xmlns:a14="http://schemas.microsoft.com/office/drawing/2010/main">
                  <a:noFill/>
                </a14:hiddenFill>
              </a:ext>
            </a:extLst>
          </p:spPr>
        </p:cxnSp>
        <p:cxnSp>
          <p:nvCxnSpPr>
            <p:cNvPr id="64" name="直接箭头连接符 41">
              <a:extLst>
                <a:ext uri="{FF2B5EF4-FFF2-40B4-BE49-F238E27FC236}">
                  <a16:creationId xmlns:a16="http://schemas.microsoft.com/office/drawing/2014/main" id="{47D724D6-95ED-4E81-8313-89C7F596D41E}"/>
                </a:ext>
              </a:extLst>
            </p:cNvPr>
            <p:cNvCxnSpPr>
              <a:cxnSpLocks noChangeShapeType="1"/>
            </p:cNvCxnSpPr>
            <p:nvPr/>
          </p:nvCxnSpPr>
          <p:spPr bwMode="auto">
            <a:xfrm>
              <a:off x="5408438" y="5520729"/>
              <a:ext cx="2405469" cy="1183"/>
            </a:xfrm>
            <a:prstGeom prst="straightConnector1">
              <a:avLst/>
            </a:prstGeom>
            <a:noFill/>
            <a:ln w="9525" cmpd="sng">
              <a:solidFill>
                <a:srgbClr val="A6A6A6"/>
              </a:solidFill>
              <a:round/>
              <a:headEnd/>
              <a:tailEnd type="stealth" w="med" len="lg"/>
            </a:ln>
            <a:extLst>
              <a:ext uri="{909E8E84-426E-40DD-AFC4-6F175D3DCCD1}">
                <a14:hiddenFill xmlns:a14="http://schemas.microsoft.com/office/drawing/2010/main">
                  <a:noFill/>
                </a14:hiddenFill>
              </a:ext>
            </a:extLst>
          </p:spPr>
        </p:cxnSp>
        <p:cxnSp>
          <p:nvCxnSpPr>
            <p:cNvPr id="65" name="直接箭头连接符 42">
              <a:extLst>
                <a:ext uri="{FF2B5EF4-FFF2-40B4-BE49-F238E27FC236}">
                  <a16:creationId xmlns:a16="http://schemas.microsoft.com/office/drawing/2014/main" id="{30F7ABD7-06F1-4059-96E2-B658FD915CD2}"/>
                </a:ext>
              </a:extLst>
            </p:cNvPr>
            <p:cNvCxnSpPr>
              <a:cxnSpLocks noChangeShapeType="1"/>
            </p:cNvCxnSpPr>
            <p:nvPr/>
          </p:nvCxnSpPr>
          <p:spPr bwMode="auto">
            <a:xfrm rot="16200000" flipV="1">
              <a:off x="4320531" y="4419799"/>
              <a:ext cx="2162792" cy="39065"/>
            </a:xfrm>
            <a:prstGeom prst="straightConnector1">
              <a:avLst/>
            </a:prstGeom>
            <a:noFill/>
            <a:ln w="9525" cmpd="sng">
              <a:solidFill>
                <a:srgbClr val="A6A6A6"/>
              </a:solidFill>
              <a:round/>
              <a:headEnd/>
              <a:tailEnd type="stealth" w="med" len="lg"/>
            </a:ln>
            <a:extLst>
              <a:ext uri="{909E8E84-426E-40DD-AFC4-6F175D3DCCD1}">
                <a14:hiddenFill xmlns:a14="http://schemas.microsoft.com/office/drawing/2010/main">
                  <a:noFill/>
                </a14:hiddenFill>
              </a:ext>
            </a:extLst>
          </p:spPr>
        </p:cxnSp>
        <p:cxnSp>
          <p:nvCxnSpPr>
            <p:cNvPr id="67" name="直接连接符 45">
              <a:extLst>
                <a:ext uri="{FF2B5EF4-FFF2-40B4-BE49-F238E27FC236}">
                  <a16:creationId xmlns:a16="http://schemas.microsoft.com/office/drawing/2014/main" id="{52E00C99-7989-4304-8CBC-FF66CE68E4CD}"/>
                </a:ext>
              </a:extLst>
            </p:cNvPr>
            <p:cNvCxnSpPr>
              <a:cxnSpLocks noChangeShapeType="1"/>
              <a:endCxn id="46" idx="5"/>
            </p:cNvCxnSpPr>
            <p:nvPr/>
          </p:nvCxnSpPr>
          <p:spPr bwMode="auto">
            <a:xfrm>
              <a:off x="5421460" y="4593818"/>
              <a:ext cx="1096193" cy="37882"/>
            </a:xfrm>
            <a:prstGeom prst="line">
              <a:avLst/>
            </a:prstGeom>
            <a:noFill/>
            <a:ln w="9525" cmpd="sng">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68" name="直接连接符 46">
              <a:extLst>
                <a:ext uri="{FF2B5EF4-FFF2-40B4-BE49-F238E27FC236}">
                  <a16:creationId xmlns:a16="http://schemas.microsoft.com/office/drawing/2014/main" id="{36EAE9B0-B3A1-4A0E-B6E1-76231555CF5E}"/>
                </a:ext>
              </a:extLst>
            </p:cNvPr>
            <p:cNvCxnSpPr>
              <a:cxnSpLocks noChangeShapeType="1"/>
            </p:cNvCxnSpPr>
            <p:nvPr/>
          </p:nvCxnSpPr>
          <p:spPr bwMode="auto">
            <a:xfrm rot="16200000" flipH="1">
              <a:off x="6535409" y="5190449"/>
              <a:ext cx="681865" cy="18941"/>
            </a:xfrm>
            <a:prstGeom prst="line">
              <a:avLst/>
            </a:prstGeom>
            <a:noFill/>
            <a:ln w="9525" cmpd="sng">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69" name="直接连接符 47">
              <a:extLst>
                <a:ext uri="{FF2B5EF4-FFF2-40B4-BE49-F238E27FC236}">
                  <a16:creationId xmlns:a16="http://schemas.microsoft.com/office/drawing/2014/main" id="{85A5F523-3752-45BC-B799-D60F6EF4921F}"/>
                </a:ext>
              </a:extLst>
            </p:cNvPr>
            <p:cNvCxnSpPr>
              <a:cxnSpLocks noChangeShapeType="1"/>
            </p:cNvCxnSpPr>
            <p:nvPr/>
          </p:nvCxnSpPr>
          <p:spPr bwMode="auto">
            <a:xfrm rot="16200000" flipH="1">
              <a:off x="6018683" y="5077396"/>
              <a:ext cx="948219" cy="7103"/>
            </a:xfrm>
            <a:prstGeom prst="line">
              <a:avLst/>
            </a:prstGeom>
            <a:noFill/>
            <a:ln w="9525" cmpd="sng">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71" name="直接连接符 48">
              <a:extLst>
                <a:ext uri="{FF2B5EF4-FFF2-40B4-BE49-F238E27FC236}">
                  <a16:creationId xmlns:a16="http://schemas.microsoft.com/office/drawing/2014/main" id="{EC88B0D2-A6D7-4004-B768-C102D3C94548}"/>
                </a:ext>
              </a:extLst>
            </p:cNvPr>
            <p:cNvCxnSpPr>
              <a:cxnSpLocks noChangeShapeType="1"/>
            </p:cNvCxnSpPr>
            <p:nvPr/>
          </p:nvCxnSpPr>
          <p:spPr bwMode="auto">
            <a:xfrm>
              <a:off x="5421460" y="4117932"/>
              <a:ext cx="76946" cy="1184"/>
            </a:xfrm>
            <a:prstGeom prst="line">
              <a:avLst/>
            </a:prstGeom>
            <a:noFill/>
            <a:ln w="9525" cmpd="sng">
              <a:solidFill>
                <a:srgbClr val="7F7F7F"/>
              </a:solidFill>
              <a:round/>
              <a:headEnd/>
              <a:tailEnd/>
            </a:ln>
            <a:extLst>
              <a:ext uri="{909E8E84-426E-40DD-AFC4-6F175D3DCCD1}">
                <a14:hiddenFill xmlns:a14="http://schemas.microsoft.com/office/drawing/2010/main">
                  <a:noFill/>
                </a14:hiddenFill>
              </a:ext>
            </a:extLst>
          </p:spPr>
        </p:cxnSp>
        <p:cxnSp>
          <p:nvCxnSpPr>
            <p:cNvPr id="72" name="直接连接符 49">
              <a:extLst>
                <a:ext uri="{FF2B5EF4-FFF2-40B4-BE49-F238E27FC236}">
                  <a16:creationId xmlns:a16="http://schemas.microsoft.com/office/drawing/2014/main" id="{FC22D037-7C46-497E-86BF-E2D7B93C4DBE}"/>
                </a:ext>
              </a:extLst>
            </p:cNvPr>
            <p:cNvCxnSpPr>
              <a:cxnSpLocks noChangeShapeType="1"/>
            </p:cNvCxnSpPr>
            <p:nvPr/>
          </p:nvCxnSpPr>
          <p:spPr bwMode="auto">
            <a:xfrm rot="5400000" flipH="1" flipV="1">
              <a:off x="5652298" y="5468641"/>
              <a:ext cx="129033" cy="1184"/>
            </a:xfrm>
            <a:prstGeom prst="line">
              <a:avLst/>
            </a:prstGeom>
            <a:noFill/>
            <a:ln w="9525" cmpd="sng">
              <a:solidFill>
                <a:srgbClr val="7F7F7F"/>
              </a:solidFill>
              <a:round/>
              <a:headEnd/>
              <a:tailEnd/>
            </a:ln>
            <a:extLst>
              <a:ext uri="{909E8E84-426E-40DD-AFC4-6F175D3DCCD1}">
                <a14:hiddenFill xmlns:a14="http://schemas.microsoft.com/office/drawing/2010/main">
                  <a:noFill/>
                </a14:hiddenFill>
              </a:ext>
            </a:extLst>
          </p:spPr>
        </p:cxnSp>
        <p:graphicFrame>
          <p:nvGraphicFramePr>
            <p:cNvPr id="50" name="Object 24">
              <a:extLst>
                <a:ext uri="{FF2B5EF4-FFF2-40B4-BE49-F238E27FC236}">
                  <a16:creationId xmlns:a16="http://schemas.microsoft.com/office/drawing/2014/main" id="{0AFBCE99-F4B8-494B-B9C9-18EC1CC2501F}"/>
                </a:ext>
              </a:extLst>
            </p:cNvPr>
            <p:cNvGraphicFramePr>
              <a:graphicFrameLocks noChangeAspect="1"/>
            </p:cNvGraphicFramePr>
            <p:nvPr>
              <p:extLst>
                <p:ext uri="{D42A27DB-BD31-4B8C-83A1-F6EECF244321}">
                  <p14:modId xmlns:p14="http://schemas.microsoft.com/office/powerpoint/2010/main" val="311509093"/>
                </p:ext>
              </p:extLst>
            </p:nvPr>
          </p:nvGraphicFramePr>
          <p:xfrm>
            <a:off x="5271115" y="5566762"/>
            <a:ext cx="132585" cy="185701"/>
          </p:xfrm>
          <a:graphic>
            <a:graphicData uri="http://schemas.openxmlformats.org/presentationml/2006/ole">
              <mc:AlternateContent xmlns:mc="http://schemas.openxmlformats.org/markup-compatibility/2006">
                <mc:Choice xmlns:v="urn:schemas-microsoft-com:vml" Requires="v">
                  <p:oleObj spid="_x0000_s85049" r:id="rId6" imgW="127262" imgH="178040" progId="">
                    <p:embed/>
                  </p:oleObj>
                </mc:Choice>
                <mc:Fallback>
                  <p:oleObj r:id="rId6" imgW="127262" imgH="178040" progId="">
                    <p:embed/>
                    <p:pic>
                      <p:nvPicPr>
                        <p:cNvPr id="21528" name="Object 2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71115" y="5566762"/>
                          <a:ext cx="132585" cy="1857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2" name="Object 25">
              <a:extLst>
                <a:ext uri="{FF2B5EF4-FFF2-40B4-BE49-F238E27FC236}">
                  <a16:creationId xmlns:a16="http://schemas.microsoft.com/office/drawing/2014/main" id="{29AAB735-786E-4449-A6A5-25DC6422BF9B}"/>
                </a:ext>
              </a:extLst>
            </p:cNvPr>
            <p:cNvGraphicFramePr>
              <a:graphicFrameLocks noChangeAspect="1"/>
            </p:cNvGraphicFramePr>
            <p:nvPr>
              <p:extLst>
                <p:ext uri="{D42A27DB-BD31-4B8C-83A1-F6EECF244321}">
                  <p14:modId xmlns:p14="http://schemas.microsoft.com/office/powerpoint/2010/main" val="706442836"/>
                </p:ext>
              </p:extLst>
            </p:nvPr>
          </p:nvGraphicFramePr>
          <p:xfrm>
            <a:off x="5661811" y="5579633"/>
            <a:ext cx="119326" cy="185701"/>
          </p:xfrm>
          <a:graphic>
            <a:graphicData uri="http://schemas.openxmlformats.org/presentationml/2006/ole">
              <mc:AlternateContent xmlns:mc="http://schemas.openxmlformats.org/markup-compatibility/2006">
                <mc:Choice xmlns:v="urn:schemas-microsoft-com:vml" Requires="v">
                  <p:oleObj spid="_x0000_s85050" r:id="rId8" imgW="114617" imgH="178117" progId="">
                    <p:embed/>
                  </p:oleObj>
                </mc:Choice>
                <mc:Fallback>
                  <p:oleObj r:id="rId8" imgW="114617" imgH="178117" progId="">
                    <p:embed/>
                    <p:pic>
                      <p:nvPicPr>
                        <p:cNvPr id="21529" name="Object 2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661811" y="5579633"/>
                          <a:ext cx="119326" cy="1857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3" name="Object 26">
              <a:extLst>
                <a:ext uri="{FF2B5EF4-FFF2-40B4-BE49-F238E27FC236}">
                  <a16:creationId xmlns:a16="http://schemas.microsoft.com/office/drawing/2014/main" id="{F0AAE5E3-F3F5-4501-A795-1CD2A6CAEC95}"/>
                </a:ext>
              </a:extLst>
            </p:cNvPr>
            <p:cNvGraphicFramePr>
              <a:graphicFrameLocks noChangeAspect="1"/>
            </p:cNvGraphicFramePr>
            <p:nvPr>
              <p:extLst>
                <p:ext uri="{D42A27DB-BD31-4B8C-83A1-F6EECF244321}">
                  <p14:modId xmlns:p14="http://schemas.microsoft.com/office/powerpoint/2010/main" val="991678520"/>
                </p:ext>
              </p:extLst>
            </p:nvPr>
          </p:nvGraphicFramePr>
          <p:xfrm>
            <a:off x="6011231" y="5566762"/>
            <a:ext cx="185618" cy="185701"/>
          </p:xfrm>
          <a:graphic>
            <a:graphicData uri="http://schemas.openxmlformats.org/presentationml/2006/ole">
              <mc:AlternateContent xmlns:mc="http://schemas.openxmlformats.org/markup-compatibility/2006">
                <mc:Choice xmlns:v="urn:schemas-microsoft-com:vml" Requires="v">
                  <p:oleObj spid="_x0000_s85051" r:id="rId10" imgW="178117" imgH="178117" progId="">
                    <p:embed/>
                  </p:oleObj>
                </mc:Choice>
                <mc:Fallback>
                  <p:oleObj r:id="rId10" imgW="178117" imgH="178117" progId="">
                    <p:embed/>
                    <p:pic>
                      <p:nvPicPr>
                        <p:cNvPr id="21530" name="Object 2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011231" y="5566762"/>
                          <a:ext cx="185618" cy="1857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4" name="Object 27">
              <a:extLst>
                <a:ext uri="{FF2B5EF4-FFF2-40B4-BE49-F238E27FC236}">
                  <a16:creationId xmlns:a16="http://schemas.microsoft.com/office/drawing/2014/main" id="{8814B9C0-84DD-4D70-878C-0E89E9E03741}"/>
                </a:ext>
              </a:extLst>
            </p:cNvPr>
            <p:cNvGraphicFramePr>
              <a:graphicFrameLocks noChangeAspect="1"/>
            </p:cNvGraphicFramePr>
            <p:nvPr>
              <p:extLst>
                <p:ext uri="{D42A27DB-BD31-4B8C-83A1-F6EECF244321}">
                  <p14:modId xmlns:p14="http://schemas.microsoft.com/office/powerpoint/2010/main" val="2684215014"/>
                </p:ext>
              </p:extLst>
            </p:nvPr>
          </p:nvGraphicFramePr>
          <p:xfrm>
            <a:off x="6410056" y="5579633"/>
            <a:ext cx="185618" cy="185701"/>
          </p:xfrm>
          <a:graphic>
            <a:graphicData uri="http://schemas.openxmlformats.org/presentationml/2006/ole">
              <mc:AlternateContent xmlns:mc="http://schemas.openxmlformats.org/markup-compatibility/2006">
                <mc:Choice xmlns:v="urn:schemas-microsoft-com:vml" Requires="v">
                  <p:oleObj spid="_x0000_s85052" r:id="rId12" imgW="178117" imgH="178117" progId="">
                    <p:embed/>
                  </p:oleObj>
                </mc:Choice>
                <mc:Fallback>
                  <p:oleObj r:id="rId12" imgW="178117" imgH="178117" progId="">
                    <p:embed/>
                    <p:pic>
                      <p:nvPicPr>
                        <p:cNvPr id="21531" name="Object 2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410056" y="5579633"/>
                          <a:ext cx="185618" cy="1857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5" name="Object 28">
              <a:extLst>
                <a:ext uri="{FF2B5EF4-FFF2-40B4-BE49-F238E27FC236}">
                  <a16:creationId xmlns:a16="http://schemas.microsoft.com/office/drawing/2014/main" id="{B447F23A-326D-4137-9417-9EFBE8FAC5C5}"/>
                </a:ext>
              </a:extLst>
            </p:cNvPr>
            <p:cNvGraphicFramePr>
              <a:graphicFrameLocks noChangeAspect="1"/>
            </p:cNvGraphicFramePr>
            <p:nvPr>
              <p:extLst>
                <p:ext uri="{D42A27DB-BD31-4B8C-83A1-F6EECF244321}">
                  <p14:modId xmlns:p14="http://schemas.microsoft.com/office/powerpoint/2010/main" val="1343095878"/>
                </p:ext>
              </p:extLst>
            </p:nvPr>
          </p:nvGraphicFramePr>
          <p:xfrm>
            <a:off x="6825143" y="5579633"/>
            <a:ext cx="212135" cy="185701"/>
          </p:xfrm>
          <a:graphic>
            <a:graphicData uri="http://schemas.openxmlformats.org/presentationml/2006/ole">
              <mc:AlternateContent xmlns:mc="http://schemas.openxmlformats.org/markup-compatibility/2006">
                <mc:Choice xmlns:v="urn:schemas-microsoft-com:vml" Requires="v">
                  <p:oleObj spid="_x0000_s85053" r:id="rId14" imgW="203517" imgH="178117" progId="">
                    <p:embed/>
                  </p:oleObj>
                </mc:Choice>
                <mc:Fallback>
                  <p:oleObj r:id="rId14" imgW="203517" imgH="178117" progId="">
                    <p:embed/>
                    <p:pic>
                      <p:nvPicPr>
                        <p:cNvPr id="21532" name="Object 2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825143" y="5579633"/>
                          <a:ext cx="212135" cy="1857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6" name="Object 29">
              <a:extLst>
                <a:ext uri="{FF2B5EF4-FFF2-40B4-BE49-F238E27FC236}">
                  <a16:creationId xmlns:a16="http://schemas.microsoft.com/office/drawing/2014/main" id="{042DE0E8-A7E9-4DD2-935D-5071027D5F82}"/>
                </a:ext>
              </a:extLst>
            </p:cNvPr>
            <p:cNvGraphicFramePr>
              <a:graphicFrameLocks noChangeAspect="1"/>
            </p:cNvGraphicFramePr>
            <p:nvPr>
              <p:extLst>
                <p:ext uri="{D42A27DB-BD31-4B8C-83A1-F6EECF244321}">
                  <p14:modId xmlns:p14="http://schemas.microsoft.com/office/powerpoint/2010/main" val="2861556716"/>
                </p:ext>
              </p:extLst>
            </p:nvPr>
          </p:nvGraphicFramePr>
          <p:xfrm>
            <a:off x="6524285" y="4411310"/>
            <a:ext cx="159102" cy="172436"/>
          </p:xfrm>
          <a:graphic>
            <a:graphicData uri="http://schemas.openxmlformats.org/presentationml/2006/ole">
              <mc:AlternateContent xmlns:mc="http://schemas.openxmlformats.org/markup-compatibility/2006">
                <mc:Choice xmlns:v="urn:schemas-microsoft-com:vml" Requires="v">
                  <p:oleObj spid="_x0000_s85054" r:id="rId16" imgW="152783" imgH="165489" progId="">
                    <p:embed/>
                  </p:oleObj>
                </mc:Choice>
                <mc:Fallback>
                  <p:oleObj r:id="rId16" imgW="152783" imgH="165489" progId="">
                    <p:embed/>
                    <p:pic>
                      <p:nvPicPr>
                        <p:cNvPr id="21533" name="Object 2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524285" y="4411310"/>
                          <a:ext cx="159102" cy="1724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7" name="Object 30">
              <a:extLst>
                <a:ext uri="{FF2B5EF4-FFF2-40B4-BE49-F238E27FC236}">
                  <a16:creationId xmlns:a16="http://schemas.microsoft.com/office/drawing/2014/main" id="{23C7E19F-7981-47ED-AD00-6CC76F95784E}"/>
                </a:ext>
              </a:extLst>
            </p:cNvPr>
            <p:cNvGraphicFramePr>
              <a:graphicFrameLocks noChangeAspect="1"/>
            </p:cNvGraphicFramePr>
            <p:nvPr>
              <p:extLst>
                <p:ext uri="{D42A27DB-BD31-4B8C-83A1-F6EECF244321}">
                  <p14:modId xmlns:p14="http://schemas.microsoft.com/office/powerpoint/2010/main" val="4210513072"/>
                </p:ext>
              </p:extLst>
            </p:nvPr>
          </p:nvGraphicFramePr>
          <p:xfrm>
            <a:off x="6921275" y="4696268"/>
            <a:ext cx="159102" cy="172436"/>
          </p:xfrm>
          <a:graphic>
            <a:graphicData uri="http://schemas.openxmlformats.org/presentationml/2006/ole">
              <mc:AlternateContent xmlns:mc="http://schemas.openxmlformats.org/markup-compatibility/2006">
                <mc:Choice xmlns:v="urn:schemas-microsoft-com:vml" Requires="v">
                  <p:oleObj spid="_x0000_s85055" r:id="rId18" imgW="152783" imgH="165489" progId="">
                    <p:embed/>
                  </p:oleObj>
                </mc:Choice>
                <mc:Fallback>
                  <p:oleObj r:id="rId18" imgW="152783" imgH="165489" progId="">
                    <p:embed/>
                    <p:pic>
                      <p:nvPicPr>
                        <p:cNvPr id="21534" name="Object 3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921275" y="4696268"/>
                          <a:ext cx="159102" cy="1724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8" name="Object 33">
              <a:extLst>
                <a:ext uri="{FF2B5EF4-FFF2-40B4-BE49-F238E27FC236}">
                  <a16:creationId xmlns:a16="http://schemas.microsoft.com/office/drawing/2014/main" id="{96FD6444-76AE-4C0F-979C-2CE50F991C60}"/>
                </a:ext>
              </a:extLst>
            </p:cNvPr>
            <p:cNvGraphicFramePr>
              <a:graphicFrameLocks noChangeAspect="1"/>
            </p:cNvGraphicFramePr>
            <p:nvPr>
              <p:extLst>
                <p:ext uri="{D42A27DB-BD31-4B8C-83A1-F6EECF244321}">
                  <p14:modId xmlns:p14="http://schemas.microsoft.com/office/powerpoint/2010/main" val="1058062595"/>
                </p:ext>
              </p:extLst>
            </p:nvPr>
          </p:nvGraphicFramePr>
          <p:xfrm>
            <a:off x="7468410" y="4852776"/>
            <a:ext cx="212135" cy="238758"/>
          </p:xfrm>
          <a:graphic>
            <a:graphicData uri="http://schemas.openxmlformats.org/presentationml/2006/ole">
              <mc:AlternateContent xmlns:mc="http://schemas.openxmlformats.org/markup-compatibility/2006">
                <mc:Choice xmlns:v="urn:schemas-microsoft-com:vml" Requires="v">
                  <p:oleObj spid="_x0000_s85056" r:id="rId20" imgW="203605" imgH="229016" progId="">
                    <p:embed/>
                  </p:oleObj>
                </mc:Choice>
                <mc:Fallback>
                  <p:oleObj r:id="rId20" imgW="203605" imgH="229016" progId="">
                    <p:embed/>
                    <p:pic>
                      <p:nvPicPr>
                        <p:cNvPr id="21537" name="Object 33"/>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7468410" y="4852776"/>
                          <a:ext cx="212135" cy="238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9" name="Object 34">
              <a:extLst>
                <a:ext uri="{FF2B5EF4-FFF2-40B4-BE49-F238E27FC236}">
                  <a16:creationId xmlns:a16="http://schemas.microsoft.com/office/drawing/2014/main" id="{6CD8E526-2DDB-4607-B202-2DC513FA29D7}"/>
                </a:ext>
              </a:extLst>
            </p:cNvPr>
            <p:cNvGraphicFramePr>
              <a:graphicFrameLocks noChangeAspect="1"/>
            </p:cNvGraphicFramePr>
            <p:nvPr>
              <p:extLst>
                <p:ext uri="{D42A27DB-BD31-4B8C-83A1-F6EECF244321}">
                  <p14:modId xmlns:p14="http://schemas.microsoft.com/office/powerpoint/2010/main" val="1530065762"/>
                </p:ext>
              </p:extLst>
            </p:nvPr>
          </p:nvGraphicFramePr>
          <p:xfrm>
            <a:off x="5242638" y="5018357"/>
            <a:ext cx="119563" cy="185938"/>
          </p:xfrm>
          <a:graphic>
            <a:graphicData uri="http://schemas.openxmlformats.org/presentationml/2006/ole">
              <mc:AlternateContent xmlns:mc="http://schemas.openxmlformats.org/markup-compatibility/2006">
                <mc:Choice xmlns:v="urn:schemas-microsoft-com:vml" Requires="v">
                  <p:oleObj spid="_x0000_s85057" r:id="rId22" imgW="114617" imgH="178117" progId="">
                    <p:embed/>
                  </p:oleObj>
                </mc:Choice>
                <mc:Fallback>
                  <p:oleObj r:id="rId22" imgW="114617" imgH="178117" progId="">
                    <p:embed/>
                    <p:pic>
                      <p:nvPicPr>
                        <p:cNvPr id="21538" name="Object 3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242638" y="5018357"/>
                          <a:ext cx="119563" cy="185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0" name="Object 35">
              <a:extLst>
                <a:ext uri="{FF2B5EF4-FFF2-40B4-BE49-F238E27FC236}">
                  <a16:creationId xmlns:a16="http://schemas.microsoft.com/office/drawing/2014/main" id="{7C4C26C6-EDE9-4360-B527-7499B2915DFE}"/>
                </a:ext>
              </a:extLst>
            </p:cNvPr>
            <p:cNvGraphicFramePr>
              <a:graphicFrameLocks noChangeAspect="1"/>
            </p:cNvGraphicFramePr>
            <p:nvPr>
              <p:extLst>
                <p:ext uri="{D42A27DB-BD31-4B8C-83A1-F6EECF244321}">
                  <p14:modId xmlns:p14="http://schemas.microsoft.com/office/powerpoint/2010/main" val="2324967792"/>
                </p:ext>
              </p:extLst>
            </p:nvPr>
          </p:nvGraphicFramePr>
          <p:xfrm>
            <a:off x="5166719" y="4516587"/>
            <a:ext cx="185856" cy="185937"/>
          </p:xfrm>
          <a:graphic>
            <a:graphicData uri="http://schemas.openxmlformats.org/presentationml/2006/ole">
              <mc:AlternateContent xmlns:mc="http://schemas.openxmlformats.org/markup-compatibility/2006">
                <mc:Choice xmlns:v="urn:schemas-microsoft-com:vml" Requires="v">
                  <p:oleObj spid="_x0000_s85058" r:id="rId23" imgW="178117" imgH="178117" progId="">
                    <p:embed/>
                  </p:oleObj>
                </mc:Choice>
                <mc:Fallback>
                  <p:oleObj r:id="rId23" imgW="178117" imgH="178117" progId="">
                    <p:embed/>
                    <p:pic>
                      <p:nvPicPr>
                        <p:cNvPr id="21539" name="Object 3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166719" y="4516587"/>
                          <a:ext cx="185856" cy="185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1" name="Object 36">
              <a:extLst>
                <a:ext uri="{FF2B5EF4-FFF2-40B4-BE49-F238E27FC236}">
                  <a16:creationId xmlns:a16="http://schemas.microsoft.com/office/drawing/2014/main" id="{07CD77AE-C4D8-4D91-85AC-7B6374BF1B1E}"/>
                </a:ext>
              </a:extLst>
            </p:cNvPr>
            <p:cNvGraphicFramePr>
              <a:graphicFrameLocks noChangeAspect="1"/>
            </p:cNvGraphicFramePr>
            <p:nvPr>
              <p:extLst>
                <p:ext uri="{D42A27DB-BD31-4B8C-83A1-F6EECF244321}">
                  <p14:modId xmlns:p14="http://schemas.microsoft.com/office/powerpoint/2010/main" val="184309931"/>
                </p:ext>
              </p:extLst>
            </p:nvPr>
          </p:nvGraphicFramePr>
          <p:xfrm>
            <a:off x="5153965" y="4040515"/>
            <a:ext cx="185855" cy="185938"/>
          </p:xfrm>
          <a:graphic>
            <a:graphicData uri="http://schemas.openxmlformats.org/presentationml/2006/ole">
              <mc:AlternateContent xmlns:mc="http://schemas.openxmlformats.org/markup-compatibility/2006">
                <mc:Choice xmlns:v="urn:schemas-microsoft-com:vml" Requires="v">
                  <p:oleObj spid="_x0000_s85059" r:id="rId24" imgW="178117" imgH="178117" progId="">
                    <p:embed/>
                  </p:oleObj>
                </mc:Choice>
                <mc:Fallback>
                  <p:oleObj r:id="rId24" imgW="178117" imgH="178117" progId="">
                    <p:embed/>
                    <p:pic>
                      <p:nvPicPr>
                        <p:cNvPr id="21540" name="Object 3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153965" y="4040515"/>
                          <a:ext cx="185855" cy="185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6" name="椭圆 22">
              <a:extLst>
                <a:ext uri="{FF2B5EF4-FFF2-40B4-BE49-F238E27FC236}">
                  <a16:creationId xmlns:a16="http://schemas.microsoft.com/office/drawing/2014/main" id="{13D4C5FF-3503-4DD8-ABE3-BE739401CFA5}"/>
                </a:ext>
              </a:extLst>
            </p:cNvPr>
            <p:cNvSpPr>
              <a:spLocks noChangeArrowheads="1"/>
            </p:cNvSpPr>
            <p:nvPr/>
          </p:nvSpPr>
          <p:spPr bwMode="auto">
            <a:xfrm>
              <a:off x="6448994" y="4564223"/>
              <a:ext cx="80498" cy="80498"/>
            </a:xfrm>
            <a:prstGeom prst="ellipse">
              <a:avLst/>
            </a:prstGeom>
            <a:solidFill>
              <a:srgbClr val="BB1528"/>
            </a:solidFill>
            <a:ln w="25400" cmpd="sng">
              <a:noFill/>
              <a:round/>
              <a:headEnd/>
              <a:tailEnd/>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endParaRPr>
            </a:p>
          </p:txBody>
        </p:sp>
        <p:sp>
          <p:nvSpPr>
            <p:cNvPr id="47" name="椭圆 23">
              <a:extLst>
                <a:ext uri="{FF2B5EF4-FFF2-40B4-BE49-F238E27FC236}">
                  <a16:creationId xmlns:a16="http://schemas.microsoft.com/office/drawing/2014/main" id="{45B3B0E5-EB96-4755-8FC3-6209AFE4C14D}"/>
                </a:ext>
              </a:extLst>
            </p:cNvPr>
            <p:cNvSpPr>
              <a:spLocks noChangeArrowheads="1"/>
            </p:cNvSpPr>
            <p:nvPr/>
          </p:nvSpPr>
          <p:spPr bwMode="auto">
            <a:xfrm>
              <a:off x="6842013" y="4819922"/>
              <a:ext cx="80498" cy="80498"/>
            </a:xfrm>
            <a:prstGeom prst="ellipse">
              <a:avLst/>
            </a:prstGeom>
            <a:solidFill>
              <a:srgbClr val="BB1528"/>
            </a:solidFill>
            <a:ln w="25400" cmpd="sng">
              <a:noFill/>
              <a:round/>
              <a:headEnd/>
              <a:tailEnd/>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endParaRPr>
            </a:p>
          </p:txBody>
        </p:sp>
        <p:sp>
          <p:nvSpPr>
            <p:cNvPr id="48" name="椭圆 24">
              <a:extLst>
                <a:ext uri="{FF2B5EF4-FFF2-40B4-BE49-F238E27FC236}">
                  <a16:creationId xmlns:a16="http://schemas.microsoft.com/office/drawing/2014/main" id="{A6FBD27E-A1EE-4514-A357-E7FC9F3AABD0}"/>
                </a:ext>
              </a:extLst>
            </p:cNvPr>
            <p:cNvSpPr>
              <a:spLocks noChangeArrowheads="1"/>
            </p:cNvSpPr>
            <p:nvPr/>
          </p:nvSpPr>
          <p:spPr bwMode="auto">
            <a:xfrm flipH="1">
              <a:off x="6452545" y="4811635"/>
              <a:ext cx="80498" cy="80498"/>
            </a:xfrm>
            <a:prstGeom prst="ellipse">
              <a:avLst/>
            </a:prstGeom>
            <a:solidFill>
              <a:srgbClr val="BB1528"/>
            </a:solidFill>
            <a:ln w="25400" cmpd="sng">
              <a:noFill/>
              <a:round/>
              <a:headEnd/>
              <a:tailEnd/>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endParaRPr>
            </a:p>
          </p:txBody>
        </p:sp>
        <p:cxnSp>
          <p:nvCxnSpPr>
            <p:cNvPr id="42" name="直接连接符 18">
              <a:extLst>
                <a:ext uri="{FF2B5EF4-FFF2-40B4-BE49-F238E27FC236}">
                  <a16:creationId xmlns:a16="http://schemas.microsoft.com/office/drawing/2014/main" id="{C018B6BF-73A7-43B9-9393-19DF6784568F}"/>
                </a:ext>
              </a:extLst>
            </p:cNvPr>
            <p:cNvCxnSpPr>
              <a:cxnSpLocks noChangeShapeType="1"/>
            </p:cNvCxnSpPr>
            <p:nvPr/>
          </p:nvCxnSpPr>
          <p:spPr bwMode="auto">
            <a:xfrm rot="16200000" flipV="1">
              <a:off x="6039991" y="5455027"/>
              <a:ext cx="106542" cy="1184"/>
            </a:xfrm>
            <a:prstGeom prst="line">
              <a:avLst/>
            </a:prstGeom>
            <a:noFill/>
            <a:ln w="9525" cmpd="sng">
              <a:solidFill>
                <a:srgbClr val="7F7F7F"/>
              </a:solidFill>
              <a:round/>
              <a:headEnd/>
              <a:tailEnd/>
            </a:ln>
            <a:extLst>
              <a:ext uri="{909E8E84-426E-40DD-AFC4-6F175D3DCCD1}">
                <a14:hiddenFill xmlns:a14="http://schemas.microsoft.com/office/drawing/2010/main">
                  <a:noFill/>
                </a14:hiddenFill>
              </a:ext>
            </a:extLst>
          </p:spPr>
        </p:cxnSp>
        <p:sp>
          <p:nvSpPr>
            <p:cNvPr id="37" name="左大括号 13">
              <a:extLst>
                <a:ext uri="{FF2B5EF4-FFF2-40B4-BE49-F238E27FC236}">
                  <a16:creationId xmlns:a16="http://schemas.microsoft.com/office/drawing/2014/main" id="{307E6B05-8227-4C95-B7C6-B602D100AD41}"/>
                </a:ext>
              </a:extLst>
            </p:cNvPr>
            <p:cNvSpPr>
              <a:spLocks/>
            </p:cNvSpPr>
            <p:nvPr/>
          </p:nvSpPr>
          <p:spPr bwMode="auto">
            <a:xfrm rot="10800000">
              <a:off x="5446319" y="4591450"/>
              <a:ext cx="33147" cy="222554"/>
            </a:xfrm>
            <a:prstGeom prst="leftBrace">
              <a:avLst>
                <a:gd name="adj1" fmla="val 8329"/>
                <a:gd name="adj2" fmla="val 50000"/>
              </a:avLst>
            </a:prstGeom>
            <a:noFill/>
            <a:ln w="9525" cmpd="sng">
              <a:solidFill>
                <a:srgbClr val="7F7F7F"/>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graphicFrame>
          <p:nvGraphicFramePr>
            <p:cNvPr id="38" name="Object 43">
              <a:extLst>
                <a:ext uri="{FF2B5EF4-FFF2-40B4-BE49-F238E27FC236}">
                  <a16:creationId xmlns:a16="http://schemas.microsoft.com/office/drawing/2014/main" id="{4A3CC7E8-3CD3-4B17-9425-87024A99FE83}"/>
                </a:ext>
              </a:extLst>
            </p:cNvPr>
            <p:cNvGraphicFramePr>
              <a:graphicFrameLocks noChangeAspect="1"/>
            </p:cNvGraphicFramePr>
            <p:nvPr>
              <p:extLst>
                <p:ext uri="{D42A27DB-BD31-4B8C-83A1-F6EECF244321}">
                  <p14:modId xmlns:p14="http://schemas.microsoft.com/office/powerpoint/2010/main" val="3912318906"/>
                </p:ext>
              </p:extLst>
            </p:nvPr>
          </p:nvGraphicFramePr>
          <p:xfrm>
            <a:off x="5223907" y="4789729"/>
            <a:ext cx="132583" cy="185658"/>
          </p:xfrm>
          <a:graphic>
            <a:graphicData uri="http://schemas.openxmlformats.org/presentationml/2006/ole">
              <mc:AlternateContent xmlns:mc="http://schemas.openxmlformats.org/markup-compatibility/2006">
                <mc:Choice xmlns:v="urn:schemas-microsoft-com:vml" Requires="v">
                  <p:oleObj spid="_x0000_s85060" r:id="rId25" imgW="127262" imgH="178040" progId="">
                    <p:embed/>
                  </p:oleObj>
                </mc:Choice>
                <mc:Fallback>
                  <p:oleObj r:id="rId25" imgW="127262" imgH="178040" progId="">
                    <p:embed/>
                    <p:pic>
                      <p:nvPicPr>
                        <p:cNvPr id="21547" name="Object 43"/>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5223907" y="4789729"/>
                          <a:ext cx="132583" cy="185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9" name="Object 44">
              <a:extLst>
                <a:ext uri="{FF2B5EF4-FFF2-40B4-BE49-F238E27FC236}">
                  <a16:creationId xmlns:a16="http://schemas.microsoft.com/office/drawing/2014/main" id="{E96F77A9-1B76-4847-BAC4-65AE901BA3C7}"/>
                </a:ext>
              </a:extLst>
            </p:cNvPr>
            <p:cNvGraphicFramePr>
              <a:graphicFrameLocks noChangeAspect="1"/>
            </p:cNvGraphicFramePr>
            <p:nvPr>
              <p:extLst>
                <p:ext uri="{D42A27DB-BD31-4B8C-83A1-F6EECF244321}">
                  <p14:modId xmlns:p14="http://schemas.microsoft.com/office/powerpoint/2010/main" val="2651418018"/>
                </p:ext>
              </p:extLst>
            </p:nvPr>
          </p:nvGraphicFramePr>
          <p:xfrm>
            <a:off x="5538067" y="4603762"/>
            <a:ext cx="304942" cy="238704"/>
          </p:xfrm>
          <a:graphic>
            <a:graphicData uri="http://schemas.openxmlformats.org/presentationml/2006/ole">
              <mc:AlternateContent xmlns:mc="http://schemas.openxmlformats.org/markup-compatibility/2006">
                <mc:Choice xmlns:v="urn:schemas-microsoft-com:vml" Requires="v">
                  <p:oleObj spid="_x0000_s85061" r:id="rId27" imgW="292544" imgH="229016" progId="">
                    <p:embed/>
                  </p:oleObj>
                </mc:Choice>
                <mc:Fallback>
                  <p:oleObj r:id="rId27" imgW="292544" imgH="229016" progId="">
                    <p:embed/>
                    <p:pic>
                      <p:nvPicPr>
                        <p:cNvPr id="21548" name="Object 44"/>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5538067" y="4603762"/>
                          <a:ext cx="304942" cy="2387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0" name="Object 45">
              <a:extLst>
                <a:ext uri="{FF2B5EF4-FFF2-40B4-BE49-F238E27FC236}">
                  <a16:creationId xmlns:a16="http://schemas.microsoft.com/office/drawing/2014/main" id="{E102F5CC-392A-4D4C-941E-D0FBA2F669B3}"/>
                </a:ext>
              </a:extLst>
            </p:cNvPr>
            <p:cNvGraphicFramePr>
              <a:graphicFrameLocks noChangeAspect="1"/>
            </p:cNvGraphicFramePr>
            <p:nvPr>
              <p:extLst>
                <p:ext uri="{D42A27DB-BD31-4B8C-83A1-F6EECF244321}">
                  <p14:modId xmlns:p14="http://schemas.microsoft.com/office/powerpoint/2010/main" val="2753493323"/>
                </p:ext>
              </p:extLst>
            </p:nvPr>
          </p:nvGraphicFramePr>
          <p:xfrm>
            <a:off x="6544716" y="5216179"/>
            <a:ext cx="291683" cy="238704"/>
          </p:xfrm>
          <a:graphic>
            <a:graphicData uri="http://schemas.openxmlformats.org/presentationml/2006/ole">
              <mc:AlternateContent xmlns:mc="http://schemas.openxmlformats.org/markup-compatibility/2006">
                <mc:Choice xmlns:v="urn:schemas-microsoft-com:vml" Requires="v">
                  <p:oleObj spid="_x0000_s85062" r:id="rId29" imgW="280081" imgH="229215" progId="">
                    <p:embed/>
                  </p:oleObj>
                </mc:Choice>
                <mc:Fallback>
                  <p:oleObj r:id="rId29" imgW="280081" imgH="229215" progId="">
                    <p:embed/>
                    <p:pic>
                      <p:nvPicPr>
                        <p:cNvPr id="21549" name="Object 45"/>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6544716" y="5216179"/>
                          <a:ext cx="291683" cy="2387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2" name="TextBox 97">
              <a:extLst>
                <a:ext uri="{FF2B5EF4-FFF2-40B4-BE49-F238E27FC236}">
                  <a16:creationId xmlns:a16="http://schemas.microsoft.com/office/drawing/2014/main" id="{9753FF7B-A232-4588-99D3-8D7D9F5121E4}"/>
                </a:ext>
              </a:extLst>
            </p:cNvPr>
            <p:cNvSpPr txBox="1">
              <a:spLocks noChangeArrowheads="1"/>
            </p:cNvSpPr>
            <p:nvPr/>
          </p:nvSpPr>
          <p:spPr bwMode="auto">
            <a:xfrm>
              <a:off x="4742689" y="3187405"/>
              <a:ext cx="659238" cy="523220"/>
            </a:xfrm>
            <a:prstGeom prst="rect">
              <a:avLst/>
            </a:prstGeom>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400" dirty="0">
                  <a:latin typeface="微软雅黑" panose="020B0503020204020204" pitchFamily="34" charset="-122"/>
                  <a:ea typeface="微软雅黑" panose="020B0503020204020204" pitchFamily="34" charset="-122"/>
                </a:rPr>
                <a:t>游戏</a:t>
              </a:r>
              <a:endParaRPr lang="en-US" altLang="zh-CN" sz="1400" dirty="0">
                <a:latin typeface="微软雅黑" panose="020B0503020204020204" pitchFamily="34" charset="-122"/>
                <a:ea typeface="微软雅黑" panose="020B0503020204020204" pitchFamily="34" charset="-122"/>
              </a:endParaRPr>
            </a:p>
            <a:p>
              <a:pPr eaLnBrk="1" hangingPunct="1"/>
              <a:r>
                <a:rPr lang="zh-CN" altLang="en-US" sz="1400" dirty="0">
                  <a:latin typeface="微软雅黑" panose="020B0503020204020204" pitchFamily="34" charset="-122"/>
                  <a:ea typeface="微软雅黑" panose="020B0503020204020204" pitchFamily="34" charset="-122"/>
                </a:rPr>
                <a:t>次数</a:t>
              </a:r>
              <a:endParaRPr lang="zh-CN" altLang="en-US" sz="1600" dirty="0">
                <a:latin typeface="微软雅黑" panose="020B0503020204020204" pitchFamily="34" charset="-122"/>
                <a:ea typeface="微软雅黑" panose="020B0503020204020204" pitchFamily="34" charset="-122"/>
              </a:endParaRPr>
            </a:p>
          </p:txBody>
        </p:sp>
        <p:sp>
          <p:nvSpPr>
            <p:cNvPr id="33" name="TextBox 98">
              <a:extLst>
                <a:ext uri="{FF2B5EF4-FFF2-40B4-BE49-F238E27FC236}">
                  <a16:creationId xmlns:a16="http://schemas.microsoft.com/office/drawing/2014/main" id="{AF85CFBA-E2C0-4FD0-9F12-50C99A1969CD}"/>
                </a:ext>
              </a:extLst>
            </p:cNvPr>
            <p:cNvSpPr txBox="1">
              <a:spLocks noChangeArrowheads="1"/>
            </p:cNvSpPr>
            <p:nvPr/>
          </p:nvSpPr>
          <p:spPr bwMode="auto">
            <a:xfrm>
              <a:off x="7242239" y="5579634"/>
              <a:ext cx="1391993" cy="307777"/>
            </a:xfrm>
            <a:prstGeom prst="rect">
              <a:avLst/>
            </a:prstGeom>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400" dirty="0">
                  <a:latin typeface="微软雅黑" panose="020B0503020204020204" pitchFamily="34" charset="-122"/>
                  <a:ea typeface="微软雅黑" panose="020B0503020204020204" pitchFamily="34" charset="-122"/>
                </a:rPr>
                <a:t>冰激凌数量</a:t>
              </a:r>
            </a:p>
          </p:txBody>
        </p:sp>
      </p:grpSp>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1152DC9D-B1D2-41DF-91B3-7766897932DF}"/>
                  </a:ext>
                </a:extLst>
              </p:cNvPr>
              <p:cNvSpPr/>
              <p:nvPr/>
            </p:nvSpPr>
            <p:spPr>
              <a:xfrm>
                <a:off x="5367463" y="3146631"/>
                <a:ext cx="3201752" cy="544893"/>
              </a:xfrm>
              <a:prstGeom prst="rect">
                <a:avLst/>
              </a:prstGeom>
            </p:spPr>
            <p:txBody>
              <a:bodyPr wrap="square">
                <a:spAutoFit/>
              </a:bodyPr>
              <a:lstStyle/>
              <a:p>
                <a:r>
                  <a:rPr lang="en-US" altLang="zh-CN" sz="1600" i="1" spc="150" dirty="0">
                    <a:solidFill>
                      <a:srgbClr val="000000"/>
                    </a:solidFill>
                    <a:latin typeface="微软雅黑" panose="020B0503020204020204" pitchFamily="34" charset="-122"/>
                    <a:ea typeface="微软雅黑" panose="020B0503020204020204" pitchFamily="34" charset="-122"/>
                  </a:rPr>
                  <a:t>MRS</a:t>
                </a:r>
                <a:r>
                  <a:rPr lang="en-US" altLang="zh-CN" sz="1600" spc="150" baseline="-25000" dirty="0">
                    <a:solidFill>
                      <a:srgbClr val="000000"/>
                    </a:solidFill>
                    <a:latin typeface="微软雅黑" panose="020B0503020204020204" pitchFamily="34" charset="-122"/>
                    <a:ea typeface="微软雅黑" panose="020B0503020204020204" pitchFamily="34" charset="-122"/>
                  </a:rPr>
                  <a:t>1,2</a:t>
                </a:r>
                <a:r>
                  <a:rPr lang="en-US" altLang="zh-CN" sz="1600" spc="150" dirty="0">
                    <a:solidFill>
                      <a:srgbClr val="000000"/>
                    </a:solidFill>
                    <a:latin typeface="微软雅黑" panose="020B0503020204020204" pitchFamily="34" charset="-122"/>
                    <a:ea typeface="微软雅黑" panose="020B0503020204020204" pitchFamily="34" charset="-122"/>
                  </a:rPr>
                  <a:t> = -</a:t>
                </a:r>
                <a14:m>
                  <m:oMath xmlns:m="http://schemas.openxmlformats.org/officeDocument/2006/math">
                    <m:f>
                      <m:fPr>
                        <m:ctrlPr>
                          <a:rPr lang="en-US" altLang="zh-CN" sz="1600" i="1" spc="150">
                            <a:solidFill>
                              <a:srgbClr val="000000"/>
                            </a:solidFill>
                            <a:latin typeface="Cambria Math" panose="02040503050406030204" pitchFamily="18" charset="0"/>
                            <a:ea typeface="微软雅黑" panose="020B0503020204020204" pitchFamily="34" charset="-122"/>
                          </a:rPr>
                        </m:ctrlPr>
                      </m:fPr>
                      <m:num>
                        <m:r>
                          <m:rPr>
                            <m:nor/>
                          </m:rPr>
                          <a:rPr lang="en-US" altLang="zh-CN" sz="1600" dirty="0">
                            <a:latin typeface="微软雅黑" panose="020B0503020204020204" pitchFamily="34" charset="-122"/>
                            <a:ea typeface="微软雅黑" panose="020B0503020204020204" pitchFamily="34" charset="-122"/>
                          </a:rPr>
                          <m:t>Δ</m:t>
                        </m:r>
                        <m:sSub>
                          <m:sSubPr>
                            <m:ctrlPr>
                              <a:rPr lang="en-US" altLang="zh-CN" sz="1600" i="1" spc="150">
                                <a:solidFill>
                                  <a:srgbClr val="000000"/>
                                </a:solidFill>
                                <a:latin typeface="Cambria Math" panose="02040503050406030204" pitchFamily="18" charset="0"/>
                                <a:ea typeface="微软雅黑" panose="020B0503020204020204" pitchFamily="34" charset="-122"/>
                              </a:rPr>
                            </m:ctrlPr>
                          </m:sSubPr>
                          <m:e>
                            <m:r>
                              <a:rPr lang="en-US" altLang="zh-CN" sz="1600" i="1" spc="150">
                                <a:solidFill>
                                  <a:srgbClr val="000000"/>
                                </a:solidFill>
                                <a:latin typeface="Cambria Math" panose="02040503050406030204" pitchFamily="18" charset="0"/>
                                <a:ea typeface="微软雅黑" panose="020B0503020204020204" pitchFamily="34" charset="-122"/>
                              </a:rPr>
                              <m:t>𝑄</m:t>
                            </m:r>
                          </m:e>
                          <m:sub>
                            <m:r>
                              <a:rPr lang="en-US" altLang="zh-CN" sz="1600" i="1" spc="150">
                                <a:solidFill>
                                  <a:srgbClr val="000000"/>
                                </a:solidFill>
                                <a:latin typeface="Cambria Math" panose="02040503050406030204" pitchFamily="18" charset="0"/>
                                <a:ea typeface="微软雅黑" panose="020B0503020204020204" pitchFamily="34" charset="-122"/>
                              </a:rPr>
                              <m:t>2</m:t>
                            </m:r>
                          </m:sub>
                        </m:sSub>
                      </m:num>
                      <m:den>
                        <m:r>
                          <m:rPr>
                            <m:nor/>
                          </m:rPr>
                          <a:rPr lang="en-US" altLang="zh-CN" sz="1600" dirty="0">
                            <a:latin typeface="微软雅黑" panose="020B0503020204020204" pitchFamily="34" charset="-122"/>
                            <a:ea typeface="微软雅黑" panose="020B0503020204020204" pitchFamily="34" charset="-122"/>
                          </a:rPr>
                          <m:t>Δ</m:t>
                        </m:r>
                        <m:sSub>
                          <m:sSubPr>
                            <m:ctrlPr>
                              <a:rPr lang="en-US" altLang="zh-CN" sz="1600" i="1" spc="150">
                                <a:solidFill>
                                  <a:srgbClr val="000000"/>
                                </a:solidFill>
                                <a:latin typeface="Cambria Math" panose="02040503050406030204" pitchFamily="18" charset="0"/>
                                <a:ea typeface="微软雅黑" panose="020B0503020204020204" pitchFamily="34" charset="-122"/>
                              </a:rPr>
                            </m:ctrlPr>
                          </m:sSubPr>
                          <m:e>
                            <m:r>
                              <a:rPr lang="en-US" altLang="zh-CN" sz="1600" i="1" spc="150">
                                <a:solidFill>
                                  <a:srgbClr val="000000"/>
                                </a:solidFill>
                                <a:latin typeface="Cambria Math" panose="02040503050406030204" pitchFamily="18" charset="0"/>
                                <a:ea typeface="微软雅黑" panose="020B0503020204020204" pitchFamily="34" charset="-122"/>
                              </a:rPr>
                              <m:t>𝑄</m:t>
                            </m:r>
                          </m:e>
                          <m:sub>
                            <m:r>
                              <a:rPr lang="en-US" altLang="zh-CN" sz="1600" i="1" spc="150">
                                <a:solidFill>
                                  <a:srgbClr val="000000"/>
                                </a:solidFill>
                                <a:latin typeface="Cambria Math" panose="02040503050406030204" pitchFamily="18" charset="0"/>
                                <a:ea typeface="微软雅黑" panose="020B0503020204020204" pitchFamily="34" charset="-122"/>
                              </a:rPr>
                              <m:t>1</m:t>
                            </m:r>
                          </m:sub>
                        </m:sSub>
                      </m:den>
                    </m:f>
                    <m:r>
                      <a:rPr lang="en-US" altLang="zh-CN" sz="1600" i="1" spc="150">
                        <a:solidFill>
                          <a:srgbClr val="000000"/>
                        </a:solidFill>
                        <a:latin typeface="Cambria Math" panose="02040503050406030204" pitchFamily="18" charset="0"/>
                        <a:ea typeface="微软雅黑" panose="020B0503020204020204" pitchFamily="34" charset="-122"/>
                      </a:rPr>
                      <m:t> </m:t>
                    </m:r>
                  </m:oMath>
                </a14:m>
                <a:r>
                  <a:rPr lang="en-US" altLang="zh-CN" sz="1600" spc="150" dirty="0">
                    <a:solidFill>
                      <a:srgbClr val="000000"/>
                    </a:solidFill>
                    <a:latin typeface="微软雅黑" panose="020B0503020204020204" pitchFamily="34" charset="-122"/>
                    <a:ea typeface="微软雅黑" panose="020B0503020204020204" pitchFamily="34" charset="-122"/>
                  </a:rPr>
                  <a:t>=-</a:t>
                </a:r>
                <a14:m>
                  <m:oMath xmlns:m="http://schemas.openxmlformats.org/officeDocument/2006/math">
                    <m:f>
                      <m:fPr>
                        <m:ctrlPr>
                          <a:rPr lang="en-US" altLang="zh-CN" sz="1600" i="1" spc="150" smtClean="0">
                            <a:solidFill>
                              <a:srgbClr val="000000"/>
                            </a:solidFill>
                            <a:latin typeface="Cambria Math" panose="02040503050406030204" pitchFamily="18" charset="0"/>
                            <a:ea typeface="微软雅黑" panose="020B0503020204020204" pitchFamily="34" charset="-122"/>
                          </a:rPr>
                        </m:ctrlPr>
                      </m:fPr>
                      <m:num>
                        <m:r>
                          <a:rPr lang="en-US" altLang="zh-CN" sz="1600" b="0" i="1" spc="150" smtClean="0">
                            <a:solidFill>
                              <a:srgbClr val="000000"/>
                            </a:solidFill>
                            <a:latin typeface="Cambria Math" panose="02040503050406030204" pitchFamily="18" charset="0"/>
                            <a:ea typeface="微软雅黑" panose="020B0503020204020204" pitchFamily="34" charset="-122"/>
                          </a:rPr>
                          <m:t>−3</m:t>
                        </m:r>
                      </m:num>
                      <m:den>
                        <m:r>
                          <a:rPr lang="en-US" altLang="zh-CN" sz="1600" b="0" i="1" spc="150" smtClean="0">
                            <a:solidFill>
                              <a:srgbClr val="000000"/>
                            </a:solidFill>
                            <a:latin typeface="Cambria Math" panose="02040503050406030204" pitchFamily="18" charset="0"/>
                            <a:ea typeface="微软雅黑" panose="020B0503020204020204" pitchFamily="34" charset="-122"/>
                          </a:rPr>
                          <m:t>5</m:t>
                        </m:r>
                      </m:den>
                    </m:f>
                  </m:oMath>
                </a14:m>
                <a:r>
                  <a:rPr lang="en-US" altLang="zh-CN" sz="1600" dirty="0"/>
                  <a:t> </a:t>
                </a:r>
                <a:r>
                  <a:rPr lang="en-US" altLang="zh-CN" sz="1600" dirty="0">
                    <a:latin typeface="微软雅黑" panose="020B0503020204020204" pitchFamily="34" charset="-122"/>
                    <a:ea typeface="微软雅黑" panose="020B0503020204020204" pitchFamily="34" charset="-122"/>
                  </a:rPr>
                  <a:t>= 0.6</a:t>
                </a:r>
                <a:endParaRPr lang="zh-CN" altLang="en-US" sz="1600" dirty="0">
                  <a:latin typeface="微软雅黑" panose="020B0503020204020204" pitchFamily="34" charset="-122"/>
                  <a:ea typeface="微软雅黑" panose="020B0503020204020204" pitchFamily="34" charset="-122"/>
                </a:endParaRPr>
              </a:p>
            </p:txBody>
          </p:sp>
        </mc:Choice>
        <mc:Fallback xmlns="">
          <p:sp>
            <p:nvSpPr>
              <p:cNvPr id="4" name="矩形 3">
                <a:extLst>
                  <a:ext uri="{FF2B5EF4-FFF2-40B4-BE49-F238E27FC236}">
                    <a16:creationId xmlns:a16="http://schemas.microsoft.com/office/drawing/2014/main" id="{1152DC9D-B1D2-41DF-91B3-7766897932DF}"/>
                  </a:ext>
                </a:extLst>
              </p:cNvPr>
              <p:cNvSpPr>
                <a:spLocks noRot="1" noChangeAspect="1" noMove="1" noResize="1" noEditPoints="1" noAdjustHandles="1" noChangeArrowheads="1" noChangeShapeType="1" noTextEdit="1"/>
              </p:cNvSpPr>
              <p:nvPr/>
            </p:nvSpPr>
            <p:spPr>
              <a:xfrm>
                <a:off x="5367463" y="3146631"/>
                <a:ext cx="3201752" cy="544893"/>
              </a:xfrm>
              <a:prstGeom prst="rect">
                <a:avLst/>
              </a:prstGeom>
              <a:blipFill>
                <a:blip r:embed="rId31"/>
                <a:stretch>
                  <a:fillRect l="-951" b="-2222"/>
                </a:stretch>
              </a:blipFill>
            </p:spPr>
            <p:txBody>
              <a:bodyPr/>
              <a:lstStyle/>
              <a:p>
                <a:r>
                  <a:rPr lang="zh-CN" altLang="en-US">
                    <a:noFill/>
                  </a:rPr>
                  <a:t> </a:t>
                </a:r>
              </a:p>
            </p:txBody>
          </p:sp>
        </mc:Fallback>
      </mc:AlternateContent>
      <p:sp>
        <p:nvSpPr>
          <p:cNvPr id="51" name="矩形 50">
            <a:extLst>
              <a:ext uri="{FF2B5EF4-FFF2-40B4-BE49-F238E27FC236}">
                <a16:creationId xmlns:a16="http://schemas.microsoft.com/office/drawing/2014/main" id="{DAAAA540-A45A-47F3-9112-4FB9EA9F67F1}"/>
              </a:ext>
            </a:extLst>
          </p:cNvPr>
          <p:cNvSpPr/>
          <p:nvPr/>
        </p:nvSpPr>
        <p:spPr>
          <a:xfrm>
            <a:off x="6593747" y="0"/>
            <a:ext cx="2550253" cy="369332"/>
          </a:xfrm>
          <a:prstGeom prst="rect">
            <a:avLst/>
          </a:prstGeom>
        </p:spPr>
        <p:txBody>
          <a:bodyPr wrap="squar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 第二节  </a:t>
            </a:r>
            <a:r>
              <a:rPr lang="zh-CN" altLang="en-US" spc="150" dirty="0">
                <a:latin typeface="微软雅黑" panose="020B0503020204020204" pitchFamily="34" charset="-122"/>
                <a:ea typeface="微软雅黑" panose="020B0503020204020204" pitchFamily="34" charset="-122"/>
              </a:rPr>
              <a:t>无差异曲线</a:t>
            </a:r>
            <a:endParaRPr lang="zh-CN" altLang="en-US" spc="150" dirty="0">
              <a:solidFill>
                <a:srgbClr val="000000"/>
              </a:solidFill>
              <a:latin typeface="微软雅黑" panose="020B0503020204020204" pitchFamily="34" charset="-122"/>
              <a:ea typeface="微软雅黑" panose="020B0503020204020204" pitchFamily="34" charset="-122"/>
            </a:endParaRPr>
          </a:p>
        </p:txBody>
      </p:sp>
      <p:sp>
        <p:nvSpPr>
          <p:cNvPr id="63" name="矩形 62">
            <a:extLst>
              <a:ext uri="{FF2B5EF4-FFF2-40B4-BE49-F238E27FC236}">
                <a16:creationId xmlns:a16="http://schemas.microsoft.com/office/drawing/2014/main" id="{4F6D59E3-FA24-408B-B05F-4AFDF64A8050}"/>
              </a:ext>
            </a:extLst>
          </p:cNvPr>
          <p:cNvSpPr/>
          <p:nvPr/>
        </p:nvSpPr>
        <p:spPr>
          <a:xfrm>
            <a:off x="467544" y="548680"/>
            <a:ext cx="4435830"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三、边际替代率及其递减规律</a:t>
            </a:r>
          </a:p>
        </p:txBody>
      </p:sp>
      <p:grpSp>
        <p:nvGrpSpPr>
          <p:cNvPr id="43" name="组合 42">
            <a:extLst>
              <a:ext uri="{FF2B5EF4-FFF2-40B4-BE49-F238E27FC236}">
                <a16:creationId xmlns:a16="http://schemas.microsoft.com/office/drawing/2014/main" id="{D8D2AC0A-2C5B-4F8B-833A-500BA5EFD17B}"/>
              </a:ext>
            </a:extLst>
          </p:cNvPr>
          <p:cNvGrpSpPr/>
          <p:nvPr/>
        </p:nvGrpSpPr>
        <p:grpSpPr>
          <a:xfrm>
            <a:off x="467544" y="1213829"/>
            <a:ext cx="2348227" cy="461665"/>
            <a:chOff x="467544" y="1161144"/>
            <a:chExt cx="3806023" cy="659493"/>
          </a:xfrm>
        </p:grpSpPr>
        <p:sp>
          <p:nvSpPr>
            <p:cNvPr id="45" name="MH_Text_1">
              <a:extLst>
                <a:ext uri="{FF2B5EF4-FFF2-40B4-BE49-F238E27FC236}">
                  <a16:creationId xmlns:a16="http://schemas.microsoft.com/office/drawing/2014/main" id="{9DF2CECD-7BBD-451B-82D5-AB8AA1D3906B}"/>
                </a:ext>
              </a:extLst>
            </p:cNvPr>
            <p:cNvSpPr/>
            <p:nvPr>
              <p:custDataLst>
                <p:tags r:id="rId2"/>
              </p:custDataLst>
            </p:nvPr>
          </p:nvSpPr>
          <p:spPr bwMode="auto">
            <a:xfrm>
              <a:off x="467544" y="1161144"/>
              <a:ext cx="3806023" cy="659493"/>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algn="ctr">
                <a:defRPr/>
              </a:pPr>
              <a:r>
                <a:rPr lang="zh-CN" altLang="en-US" sz="2000" spc="150" dirty="0">
                  <a:solidFill>
                    <a:srgbClr val="000000"/>
                  </a:solidFill>
                  <a:latin typeface="微软雅黑" panose="020B0503020204020204" pitchFamily="34" charset="-122"/>
                  <a:ea typeface="微软雅黑" panose="020B0503020204020204" pitchFamily="34" charset="-122"/>
                </a:rPr>
                <a:t>边际替代率</a:t>
              </a:r>
            </a:p>
          </p:txBody>
        </p:sp>
        <p:sp>
          <p:nvSpPr>
            <p:cNvPr id="70" name="MH_Other_2">
              <a:extLst>
                <a:ext uri="{FF2B5EF4-FFF2-40B4-BE49-F238E27FC236}">
                  <a16:creationId xmlns:a16="http://schemas.microsoft.com/office/drawing/2014/main" id="{15334F6D-2F39-49DE-BC68-4D71B030615D}"/>
                </a:ext>
              </a:extLst>
            </p:cNvPr>
            <p:cNvSpPr/>
            <p:nvPr>
              <p:custDataLst>
                <p:tags r:id="rId3"/>
              </p:custDataLst>
            </p:nvPr>
          </p:nvSpPr>
          <p:spPr bwMode="auto">
            <a:xfrm rot="10800000">
              <a:off x="4004344" y="1240922"/>
              <a:ext cx="189743" cy="162838"/>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
        <p:nvSpPr>
          <p:cNvPr id="6" name="标注: 线形 5">
            <a:extLst>
              <a:ext uri="{FF2B5EF4-FFF2-40B4-BE49-F238E27FC236}">
                <a16:creationId xmlns:a16="http://schemas.microsoft.com/office/drawing/2014/main" id="{17C8D64F-3F6F-4D7A-A8FB-9810D0F0141E}"/>
              </a:ext>
            </a:extLst>
          </p:cNvPr>
          <p:cNvSpPr/>
          <p:nvPr/>
        </p:nvSpPr>
        <p:spPr bwMode="auto">
          <a:xfrm>
            <a:off x="5367462" y="847898"/>
            <a:ext cx="3272925" cy="612648"/>
          </a:xfrm>
          <a:prstGeom prst="borderCallout1">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两种商品之间的替代程度可以由商品的边际替代率来衡量</a:t>
            </a:r>
          </a:p>
        </p:txBody>
      </p:sp>
    </p:spTree>
    <p:extLst>
      <p:ext uri="{BB962C8B-B14F-4D97-AF65-F5344CB8AC3E}">
        <p14:creationId xmlns:p14="http://schemas.microsoft.com/office/powerpoint/2010/main" val="4214150413"/>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63"/>
                                        </p:tgtEl>
                                        <p:attrNameLst>
                                          <p:attrName>style.visibility</p:attrName>
                                        </p:attrNameLst>
                                      </p:cBhvr>
                                      <p:to>
                                        <p:strVal val="visible"/>
                                      </p:to>
                                    </p:set>
                                    <p:animEffect transition="in" filter="wipe(left)">
                                      <p:cBhvr>
                                        <p:cTn id="7" dur="500"/>
                                        <p:tgtEl>
                                          <p:spTgt spid="6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43"/>
                                        </p:tgtEl>
                                        <p:attrNameLst>
                                          <p:attrName>style.visibility</p:attrName>
                                        </p:attrNameLst>
                                      </p:cBhvr>
                                      <p:to>
                                        <p:strVal val="visible"/>
                                      </p:to>
                                    </p:set>
                                    <p:animEffect transition="in" filter="barn(inVertical)">
                                      <p:cBhvr>
                                        <p:cTn id="12" dur="500"/>
                                        <p:tgtEl>
                                          <p:spTgt spid="43"/>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7170">
                                            <p:txEl>
                                              <p:pRg st="0" end="0"/>
                                            </p:txEl>
                                          </p:spTgt>
                                        </p:tgtEl>
                                        <p:attrNameLst>
                                          <p:attrName>style.visibility</p:attrName>
                                        </p:attrNameLst>
                                      </p:cBhvr>
                                      <p:to>
                                        <p:strVal val="visible"/>
                                      </p:to>
                                    </p:set>
                                    <p:animEffect transition="in" filter="strips(downRight)">
                                      <p:cBhvr>
                                        <p:cTn id="17" dur="500"/>
                                        <p:tgtEl>
                                          <p:spTgt spid="7170">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nodeType="clickEffect">
                                  <p:stCondLst>
                                    <p:cond delay="0"/>
                                  </p:stCondLst>
                                  <p:childTnLst>
                                    <p:set>
                                      <p:cBhvr>
                                        <p:cTn id="21" dur="1" fill="hold">
                                          <p:stCondLst>
                                            <p:cond delay="0"/>
                                          </p:stCondLst>
                                        </p:cTn>
                                        <p:tgtEl>
                                          <p:spTgt spid="7170">
                                            <p:txEl>
                                              <p:pRg st="1" end="1"/>
                                            </p:txEl>
                                          </p:spTgt>
                                        </p:tgtEl>
                                        <p:attrNameLst>
                                          <p:attrName>style.visibility</p:attrName>
                                        </p:attrNameLst>
                                      </p:cBhvr>
                                      <p:to>
                                        <p:strVal val="visible"/>
                                      </p:to>
                                    </p:set>
                                    <p:animEffect transition="in" filter="strips(downRight)">
                                      <p:cBhvr>
                                        <p:cTn id="22" dur="500"/>
                                        <p:tgtEl>
                                          <p:spTgt spid="7170">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nodeType="clickEffect">
                                  <p:stCondLst>
                                    <p:cond delay="0"/>
                                  </p:stCondLst>
                                  <p:childTnLst>
                                    <p:set>
                                      <p:cBhvr>
                                        <p:cTn id="26" dur="1" fill="hold">
                                          <p:stCondLst>
                                            <p:cond delay="0"/>
                                          </p:stCondLst>
                                        </p:cTn>
                                        <p:tgtEl>
                                          <p:spTgt spid="7170">
                                            <p:txEl>
                                              <p:pRg st="2" end="2"/>
                                            </p:txEl>
                                          </p:spTgt>
                                        </p:tgtEl>
                                        <p:attrNameLst>
                                          <p:attrName>style.visibility</p:attrName>
                                        </p:attrNameLst>
                                      </p:cBhvr>
                                      <p:to>
                                        <p:strVal val="visible"/>
                                      </p:to>
                                    </p:set>
                                    <p:animEffect transition="in" filter="strips(downRight)">
                                      <p:cBhvr>
                                        <p:cTn id="27" dur="500"/>
                                        <p:tgtEl>
                                          <p:spTgt spid="7170">
                                            <p:txEl>
                                              <p:pRg st="2" end="2"/>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2"/>
                                        </p:tgtEl>
                                        <p:attrNameLst>
                                          <p:attrName>style.visibility</p:attrName>
                                        </p:attrNameLst>
                                      </p:cBhvr>
                                      <p:to>
                                        <p:strVal val="visible"/>
                                      </p:to>
                                    </p:set>
                                    <p:animEffect transition="in" filter="fade">
                                      <p:cBhvr>
                                        <p:cTn id="30" dur="500"/>
                                        <p:tgtEl>
                                          <p:spTgt spid="2"/>
                                        </p:tgtEl>
                                      </p:cBhvr>
                                    </p:animEffect>
                                  </p:childTnLst>
                                </p:cTn>
                              </p:par>
                            </p:childTnLst>
                          </p:cTn>
                        </p:par>
                      </p:childTnLst>
                    </p:cTn>
                  </p:par>
                  <p:par>
                    <p:cTn id="31" fill="hold">
                      <p:stCondLst>
                        <p:cond delay="indefinite"/>
                      </p:stCondLst>
                      <p:childTnLst>
                        <p:par>
                          <p:cTn id="32" fill="hold">
                            <p:stCondLst>
                              <p:cond delay="0"/>
                            </p:stCondLst>
                            <p:childTnLst>
                              <p:par>
                                <p:cTn id="33" presetID="18" presetClass="entr" presetSubtype="6" fill="hold" nodeType="clickEffect">
                                  <p:stCondLst>
                                    <p:cond delay="0"/>
                                  </p:stCondLst>
                                  <p:childTnLst>
                                    <p:set>
                                      <p:cBhvr>
                                        <p:cTn id="34" dur="1" fill="hold">
                                          <p:stCondLst>
                                            <p:cond delay="0"/>
                                          </p:stCondLst>
                                        </p:cTn>
                                        <p:tgtEl>
                                          <p:spTgt spid="7170">
                                            <p:txEl>
                                              <p:pRg st="3" end="3"/>
                                            </p:txEl>
                                          </p:spTgt>
                                        </p:tgtEl>
                                        <p:attrNameLst>
                                          <p:attrName>style.visibility</p:attrName>
                                        </p:attrNameLst>
                                      </p:cBhvr>
                                      <p:to>
                                        <p:strVal val="visible"/>
                                      </p:to>
                                    </p:set>
                                    <p:animEffect transition="in" filter="strips(downRight)">
                                      <p:cBhvr>
                                        <p:cTn id="35" dur="500"/>
                                        <p:tgtEl>
                                          <p:spTgt spid="7170">
                                            <p:txEl>
                                              <p:pRg st="3" end="3"/>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8" presetClass="entr" presetSubtype="6" fill="hold" nodeType="clickEffect">
                                  <p:stCondLst>
                                    <p:cond delay="0"/>
                                  </p:stCondLst>
                                  <p:childTnLst>
                                    <p:set>
                                      <p:cBhvr>
                                        <p:cTn id="39" dur="1" fill="hold">
                                          <p:stCondLst>
                                            <p:cond delay="0"/>
                                          </p:stCondLst>
                                        </p:cTn>
                                        <p:tgtEl>
                                          <p:spTgt spid="7170">
                                            <p:txEl>
                                              <p:pRg st="4" end="4"/>
                                            </p:txEl>
                                          </p:spTgt>
                                        </p:tgtEl>
                                        <p:attrNameLst>
                                          <p:attrName>style.visibility</p:attrName>
                                        </p:attrNameLst>
                                      </p:cBhvr>
                                      <p:to>
                                        <p:strVal val="visible"/>
                                      </p:to>
                                    </p:set>
                                    <p:animEffect transition="in" filter="strips(downRight)">
                                      <p:cBhvr>
                                        <p:cTn id="40" dur="500"/>
                                        <p:tgtEl>
                                          <p:spTgt spid="7170">
                                            <p:txEl>
                                              <p:pRg st="4" end="4"/>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4"/>
                                        </p:tgtEl>
                                        <p:attrNameLst>
                                          <p:attrName>style.visibility</p:attrName>
                                        </p:attrNameLst>
                                      </p:cBhvr>
                                      <p:to>
                                        <p:strVal val="visible"/>
                                      </p:to>
                                    </p:set>
                                    <p:animEffect transition="in" filter="fade">
                                      <p:cBhvr>
                                        <p:cTn id="45" dur="500"/>
                                        <p:tgtEl>
                                          <p:spTgt spid="4"/>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5"/>
                                        </p:tgtEl>
                                        <p:attrNameLst>
                                          <p:attrName>style.visibility</p:attrName>
                                        </p:attrNameLst>
                                      </p:cBhvr>
                                      <p:to>
                                        <p:strVal val="visible"/>
                                      </p:to>
                                    </p:set>
                                    <p:animEffect transition="in" filter="fade">
                                      <p:cBhvr>
                                        <p:cTn id="50" dur="500"/>
                                        <p:tgtEl>
                                          <p:spTgt spid="5"/>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66"/>
                                        </p:tgtEl>
                                        <p:attrNameLst>
                                          <p:attrName>style.visibility</p:attrName>
                                        </p:attrNameLst>
                                      </p:cBhvr>
                                      <p:to>
                                        <p:strVal val="visible"/>
                                      </p:to>
                                    </p:set>
                                    <p:animEffect transition="in" filter="fade">
                                      <p:cBhvr>
                                        <p:cTn id="55" dur="5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animBg="1"/>
      <p:bldP spid="4" grpId="0"/>
      <p:bldP spid="63"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0"/>
          <p:cNvSpPr txBox="1">
            <a:spLocks noChangeArrowheads="1"/>
          </p:cNvSpPr>
          <p:nvPr/>
        </p:nvSpPr>
        <p:spPr bwMode="auto">
          <a:xfrm>
            <a:off x="5319807" y="1562307"/>
            <a:ext cx="4540250" cy="2590800"/>
          </a:xfrm>
          <a:prstGeom prst="rect">
            <a:avLst/>
          </a:prstGeom>
          <a:noFill/>
          <a:ln>
            <a:noFill/>
          </a:ln>
          <a:effec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Aft>
                <a:spcPts val="1200"/>
              </a:spcAft>
              <a:buFontTx/>
              <a:buNone/>
            </a:pPr>
            <a:r>
              <a:rPr lang="en-US" altLang="zh-CN" sz="1600" dirty="0">
                <a:latin typeface="微软雅黑" panose="020B0503020204020204" pitchFamily="34" charset="-122"/>
                <a:ea typeface="微软雅黑" panose="020B0503020204020204" pitchFamily="34" charset="-122"/>
              </a:rPr>
              <a:t>MRS</a:t>
            </a:r>
            <a:r>
              <a:rPr lang="en-US" altLang="zh-CN" sz="1600" baseline="-25000" dirty="0">
                <a:latin typeface="微软雅黑" panose="020B0503020204020204" pitchFamily="34" charset="-122"/>
                <a:ea typeface="微软雅黑" panose="020B0503020204020204" pitchFamily="34" charset="-122"/>
              </a:rPr>
              <a:t>12  </a:t>
            </a:r>
            <a:r>
              <a:rPr lang="en-US" altLang="zh-CN" sz="1600" dirty="0">
                <a:latin typeface="微软雅黑" panose="020B0503020204020204" pitchFamily="34" charset="-122"/>
                <a:ea typeface="微软雅黑" panose="020B0503020204020204" pitchFamily="34" charset="-122"/>
              </a:rPr>
              <a:t>= -Δ Q</a:t>
            </a:r>
            <a:r>
              <a:rPr lang="en-US" altLang="zh-CN" sz="1600" baseline="-25000" dirty="0">
                <a:latin typeface="微软雅黑" panose="020B0503020204020204" pitchFamily="34" charset="-122"/>
                <a:ea typeface="微软雅黑" panose="020B0503020204020204" pitchFamily="34" charset="-122"/>
              </a:rPr>
              <a:t>2 </a:t>
            </a:r>
            <a:r>
              <a:rPr lang="en-US" altLang="zh-CN" sz="1600" dirty="0">
                <a:latin typeface="微软雅黑" panose="020B0503020204020204" pitchFamily="34" charset="-122"/>
                <a:ea typeface="微软雅黑" panose="020B0503020204020204" pitchFamily="34" charset="-122"/>
              </a:rPr>
              <a:t>/ Δ Q</a:t>
            </a:r>
            <a:r>
              <a:rPr lang="en-US" altLang="zh-CN" sz="1600" baseline="-25000" dirty="0">
                <a:latin typeface="微软雅黑" panose="020B0503020204020204" pitchFamily="34" charset="-122"/>
                <a:ea typeface="微软雅黑" panose="020B0503020204020204" pitchFamily="34" charset="-122"/>
              </a:rPr>
              <a:t>1</a:t>
            </a:r>
            <a:endParaRPr lang="en-US" altLang="zh-CN" sz="1600" dirty="0">
              <a:latin typeface="微软雅黑" panose="020B0503020204020204" pitchFamily="34" charset="-122"/>
              <a:ea typeface="微软雅黑" panose="020B0503020204020204" pitchFamily="34" charset="-122"/>
            </a:endParaRPr>
          </a:p>
          <a:p>
            <a:pPr indent="701675" eaLnBrk="1" hangingPunct="1">
              <a:spcAft>
                <a:spcPts val="3000"/>
              </a:spcAft>
              <a:buFontTx/>
              <a:buNone/>
            </a:pPr>
            <a:r>
              <a:rPr lang="en-US" altLang="zh-CN" sz="1600" dirty="0">
                <a:latin typeface="微软雅黑" panose="020B0503020204020204" pitchFamily="34" charset="-122"/>
                <a:ea typeface="微软雅黑" panose="020B0503020204020204" pitchFamily="34" charset="-122"/>
              </a:rPr>
              <a:t>= MU</a:t>
            </a:r>
            <a:r>
              <a:rPr lang="en-US" altLang="zh-CN" sz="1600" baseline="-25000" dirty="0">
                <a:latin typeface="微软雅黑" panose="020B0503020204020204" pitchFamily="34" charset="-122"/>
                <a:ea typeface="微软雅黑" panose="020B0503020204020204" pitchFamily="34" charset="-122"/>
              </a:rPr>
              <a:t>1</a:t>
            </a:r>
            <a:r>
              <a:rPr lang="en-US" altLang="zh-CN" sz="1600" dirty="0">
                <a:latin typeface="微软雅黑" panose="020B0503020204020204" pitchFamily="34" charset="-122"/>
                <a:ea typeface="微软雅黑" panose="020B0503020204020204" pitchFamily="34" charset="-122"/>
              </a:rPr>
              <a:t>/MU</a:t>
            </a:r>
            <a:r>
              <a:rPr lang="en-US" altLang="zh-CN" sz="1600" baseline="-25000" dirty="0">
                <a:latin typeface="微软雅黑" panose="020B0503020204020204" pitchFamily="34" charset="-122"/>
                <a:ea typeface="微软雅黑" panose="020B0503020204020204" pitchFamily="34" charset="-122"/>
              </a:rPr>
              <a:t>2</a:t>
            </a:r>
            <a:r>
              <a:rPr lang="en-US" altLang="zh-CN" sz="1600" dirty="0">
                <a:latin typeface="微软雅黑" panose="020B0503020204020204" pitchFamily="34" charset="-122"/>
                <a:ea typeface="微软雅黑" panose="020B0503020204020204" pitchFamily="34" charset="-122"/>
              </a:rPr>
              <a:t> </a:t>
            </a:r>
          </a:p>
          <a:p>
            <a:pPr eaLnBrk="1" hangingPunct="1">
              <a:spcAft>
                <a:spcPts val="1200"/>
              </a:spcAft>
              <a:buFontTx/>
              <a:buNone/>
            </a:pP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上式可由下式推导而来</a:t>
            </a:r>
            <a:endParaRPr lang="en-US" altLang="zh-CN" sz="1600" dirty="0">
              <a:latin typeface="微软雅黑" panose="020B0503020204020204" pitchFamily="34" charset="-122"/>
              <a:ea typeface="微软雅黑" panose="020B0503020204020204" pitchFamily="34" charset="-122"/>
            </a:endParaRPr>
          </a:p>
          <a:p>
            <a:pPr eaLnBrk="1" hangingPunct="1">
              <a:spcAft>
                <a:spcPts val="3000"/>
              </a:spcAft>
              <a:buFontTx/>
              <a:buNone/>
            </a:pPr>
            <a:r>
              <a:rPr lang="en-US" altLang="zh-CN" sz="1600" dirty="0">
                <a:latin typeface="微软雅黑" panose="020B0503020204020204" pitchFamily="34" charset="-122"/>
                <a:ea typeface="微软雅黑" panose="020B0503020204020204" pitchFamily="34" charset="-122"/>
              </a:rPr>
              <a:t>Δ Q</a:t>
            </a:r>
            <a:r>
              <a:rPr lang="en-US" altLang="zh-CN" sz="1600" baseline="-25000" dirty="0">
                <a:latin typeface="微软雅黑" panose="020B0503020204020204" pitchFamily="34" charset="-122"/>
                <a:ea typeface="微软雅黑" panose="020B0503020204020204" pitchFamily="34" charset="-122"/>
              </a:rPr>
              <a:t>1 </a:t>
            </a:r>
            <a:r>
              <a:rPr lang="en-US" altLang="zh-CN" sz="1600" dirty="0">
                <a:latin typeface="微软雅黑" panose="020B0503020204020204" pitchFamily="34" charset="-122"/>
                <a:ea typeface="微软雅黑" panose="020B0503020204020204" pitchFamily="34" charset="-122"/>
              </a:rPr>
              <a:t>·MU</a:t>
            </a:r>
            <a:r>
              <a:rPr lang="en-US" altLang="zh-CN" sz="1600" baseline="-25000" dirty="0">
                <a:latin typeface="微软雅黑" panose="020B0503020204020204" pitchFamily="34" charset="-122"/>
                <a:ea typeface="微软雅黑" panose="020B0503020204020204" pitchFamily="34" charset="-122"/>
              </a:rPr>
              <a:t>1</a:t>
            </a:r>
            <a:r>
              <a:rPr lang="en-US" altLang="zh-CN" sz="1600" dirty="0">
                <a:latin typeface="微软雅黑" panose="020B0503020204020204" pitchFamily="34" charset="-122"/>
                <a:ea typeface="微软雅黑" panose="020B0503020204020204" pitchFamily="34" charset="-122"/>
              </a:rPr>
              <a:t>+ Δ Q</a:t>
            </a:r>
            <a:r>
              <a:rPr lang="en-US" altLang="zh-CN" sz="1600" baseline="-25000" dirty="0">
                <a:latin typeface="微软雅黑" panose="020B0503020204020204" pitchFamily="34" charset="-122"/>
                <a:ea typeface="微软雅黑" panose="020B0503020204020204" pitchFamily="34" charset="-122"/>
              </a:rPr>
              <a:t>2 </a:t>
            </a:r>
            <a:r>
              <a:rPr lang="en-US" altLang="zh-CN" sz="1600" dirty="0">
                <a:latin typeface="微软雅黑" panose="020B0503020204020204" pitchFamily="34" charset="-122"/>
                <a:ea typeface="微软雅黑" panose="020B0503020204020204" pitchFamily="34" charset="-122"/>
              </a:rPr>
              <a:t>·MU</a:t>
            </a:r>
            <a:r>
              <a:rPr lang="en-US" altLang="zh-CN" sz="1600" baseline="-25000" dirty="0">
                <a:latin typeface="微软雅黑" panose="020B0503020204020204" pitchFamily="34" charset="-122"/>
                <a:ea typeface="微软雅黑" panose="020B0503020204020204" pitchFamily="34" charset="-122"/>
              </a:rPr>
              <a:t>2</a:t>
            </a:r>
            <a:r>
              <a:rPr lang="en-US" altLang="zh-CN" sz="1600" dirty="0">
                <a:latin typeface="微软雅黑" panose="020B0503020204020204" pitchFamily="34" charset="-122"/>
                <a:ea typeface="微软雅黑" panose="020B0503020204020204" pitchFamily="34" charset="-122"/>
              </a:rPr>
              <a:t>  = 0</a:t>
            </a:r>
          </a:p>
        </p:txBody>
      </p:sp>
      <p:sp>
        <p:nvSpPr>
          <p:cNvPr id="15380" name="矩形 2"/>
          <p:cNvSpPr>
            <a:spLocks noChangeArrowheads="1"/>
          </p:cNvSpPr>
          <p:nvPr/>
        </p:nvSpPr>
        <p:spPr bwMode="auto">
          <a:xfrm>
            <a:off x="1468282" y="4703258"/>
            <a:ext cx="5151185" cy="12016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pPr>
            <a:r>
              <a:rPr lang="en-US" altLang="zh-CN" sz="1800" spc="150" dirty="0">
                <a:solidFill>
                  <a:srgbClr val="000000"/>
                </a:solidFill>
                <a:latin typeface="微软雅黑" panose="020B0503020204020204" pitchFamily="34" charset="-122"/>
                <a:ea typeface="微软雅黑" panose="020B0503020204020204" pitchFamily="34" charset="-122"/>
              </a:rPr>
              <a:t>MRS</a:t>
            </a:r>
            <a:r>
              <a:rPr lang="en-US" altLang="zh-CN" sz="1800" spc="150" baseline="-25000" dirty="0">
                <a:solidFill>
                  <a:srgbClr val="000000"/>
                </a:solidFill>
                <a:latin typeface="微软雅黑" panose="020B0503020204020204" pitchFamily="34" charset="-122"/>
                <a:ea typeface="微软雅黑" panose="020B0503020204020204" pitchFamily="34" charset="-122"/>
              </a:rPr>
              <a:t>12</a:t>
            </a:r>
            <a:r>
              <a:rPr lang="en-US" altLang="zh-CN" sz="1800" spc="150" dirty="0">
                <a:solidFill>
                  <a:srgbClr val="000000"/>
                </a:solidFill>
                <a:latin typeface="微软雅黑" panose="020B0503020204020204" pitchFamily="34" charset="-122"/>
                <a:ea typeface="微软雅黑" panose="020B0503020204020204" pitchFamily="34" charset="-122"/>
              </a:rPr>
              <a:t> </a:t>
            </a:r>
          </a:p>
          <a:p>
            <a:pPr marL="538163" lvl="3" indent="-261938" defTabSz="457200">
              <a:lnSpc>
                <a:spcPts val="2600"/>
              </a:lnSpc>
              <a:spcBef>
                <a:spcPct val="20000"/>
              </a:spcBef>
              <a:spcAft>
                <a:spcPts val="0"/>
              </a:spcAft>
              <a:buFont typeface="Wingdings" panose="05000000000000000000" pitchFamily="2" charset="2"/>
              <a:buChar char="Ø"/>
              <a:defRPr/>
            </a:pPr>
            <a:r>
              <a:rPr lang="zh-CN" altLang="en-US" sz="1800" spc="150" dirty="0">
                <a:solidFill>
                  <a:srgbClr val="000000"/>
                </a:solidFill>
                <a:latin typeface="微软雅黑" panose="020B0503020204020204" pitchFamily="34" charset="-122"/>
                <a:ea typeface="微软雅黑" panose="020B0503020204020204" pitchFamily="34" charset="-122"/>
              </a:rPr>
              <a:t>负值，但是用绝对值</a:t>
            </a:r>
            <a:endParaRPr lang="en-US" altLang="zh-CN" sz="1800" spc="150" dirty="0">
              <a:solidFill>
                <a:srgbClr val="000000"/>
              </a:solidFill>
              <a:latin typeface="微软雅黑" panose="020B0503020204020204" pitchFamily="34" charset="-122"/>
              <a:ea typeface="微软雅黑" panose="020B0503020204020204" pitchFamily="34" charset="-122"/>
            </a:endParaRPr>
          </a:p>
          <a:p>
            <a:pPr marL="538163" lvl="3" indent="-261938" defTabSz="457200">
              <a:lnSpc>
                <a:spcPts val="2600"/>
              </a:lnSpc>
              <a:spcBef>
                <a:spcPct val="20000"/>
              </a:spcBef>
              <a:spcAft>
                <a:spcPts val="0"/>
              </a:spcAft>
              <a:buFont typeface="Wingdings" panose="05000000000000000000" pitchFamily="2" charset="2"/>
              <a:buChar char="Ø"/>
              <a:defRPr/>
            </a:pPr>
            <a:r>
              <a:rPr lang="zh-CN" altLang="en-US" sz="1800" spc="150" dirty="0">
                <a:solidFill>
                  <a:srgbClr val="000000"/>
                </a:solidFill>
                <a:latin typeface="微软雅黑" panose="020B0503020204020204" pitchFamily="34" charset="-122"/>
                <a:ea typeface="微软雅黑" panose="020B0503020204020204" pitchFamily="34" charset="-122"/>
              </a:rPr>
              <a:t>意愿的交换比率</a:t>
            </a:r>
            <a:endParaRPr lang="en-US" altLang="zh-CN" sz="1800" spc="150" dirty="0">
              <a:solidFill>
                <a:srgbClr val="000000"/>
              </a:solidFill>
              <a:latin typeface="微软雅黑" panose="020B0503020204020204" pitchFamily="34" charset="-122"/>
              <a:ea typeface="微软雅黑" panose="020B0503020204020204" pitchFamily="34" charset="-122"/>
            </a:endParaRPr>
          </a:p>
        </p:txBody>
      </p:sp>
      <p:grpSp>
        <p:nvGrpSpPr>
          <p:cNvPr id="3" name="组合 2">
            <a:extLst>
              <a:ext uri="{FF2B5EF4-FFF2-40B4-BE49-F238E27FC236}">
                <a16:creationId xmlns:a16="http://schemas.microsoft.com/office/drawing/2014/main" id="{F0B87C1C-802B-4CDA-91F3-7D5B3B4143F2}"/>
              </a:ext>
            </a:extLst>
          </p:cNvPr>
          <p:cNvGrpSpPr/>
          <p:nvPr/>
        </p:nvGrpSpPr>
        <p:grpSpPr>
          <a:xfrm>
            <a:off x="1149632" y="1400902"/>
            <a:ext cx="4039588" cy="2913609"/>
            <a:chOff x="79509" y="473645"/>
            <a:chExt cx="8316710" cy="4037447"/>
          </a:xfrm>
        </p:grpSpPr>
        <p:grpSp>
          <p:nvGrpSpPr>
            <p:cNvPr id="2" name="组合 1"/>
            <p:cNvGrpSpPr/>
            <p:nvPr/>
          </p:nvGrpSpPr>
          <p:grpSpPr>
            <a:xfrm>
              <a:off x="79509" y="473645"/>
              <a:ext cx="8316710" cy="4037447"/>
              <a:chOff x="3001208" y="201612"/>
              <a:chExt cx="6314453" cy="3986213"/>
            </a:xfrm>
          </p:grpSpPr>
          <p:sp>
            <p:nvSpPr>
              <p:cNvPr id="15362" name="Line 4"/>
              <p:cNvSpPr>
                <a:spLocks noChangeShapeType="1"/>
              </p:cNvSpPr>
              <p:nvPr/>
            </p:nvSpPr>
            <p:spPr bwMode="auto">
              <a:xfrm>
                <a:off x="3765550" y="201612"/>
                <a:ext cx="0" cy="3962400"/>
              </a:xfrm>
              <a:prstGeom prst="line">
                <a:avLst/>
              </a:prstGeom>
              <a:noFill/>
              <a:ln w="19050">
                <a:solidFill>
                  <a:srgbClr val="C3C9D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15363" name="Line 5"/>
              <p:cNvSpPr>
                <a:spLocks noChangeShapeType="1"/>
              </p:cNvSpPr>
              <p:nvPr/>
            </p:nvSpPr>
            <p:spPr bwMode="auto">
              <a:xfrm>
                <a:off x="3765550" y="4187825"/>
                <a:ext cx="5334000" cy="0"/>
              </a:xfrm>
              <a:prstGeom prst="line">
                <a:avLst/>
              </a:prstGeom>
              <a:noFill/>
              <a:ln w="19050">
                <a:solidFill>
                  <a:srgbClr val="C3C9D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15364" name="Freeform 6"/>
              <p:cNvSpPr>
                <a:spLocks/>
              </p:cNvSpPr>
              <p:nvPr/>
            </p:nvSpPr>
            <p:spPr bwMode="auto">
              <a:xfrm>
                <a:off x="4527550" y="758825"/>
                <a:ext cx="3225800" cy="2590800"/>
              </a:xfrm>
              <a:custGeom>
                <a:avLst/>
                <a:gdLst>
                  <a:gd name="T0" fmla="*/ 25400 w 2032"/>
                  <a:gd name="T1" fmla="*/ 0 h 1632"/>
                  <a:gd name="T2" fmla="*/ 25400 w 2032"/>
                  <a:gd name="T3" fmla="*/ 381000 h 1632"/>
                  <a:gd name="T4" fmla="*/ 177800 w 2032"/>
                  <a:gd name="T5" fmla="*/ 990600 h 1632"/>
                  <a:gd name="T6" fmla="*/ 406400 w 2032"/>
                  <a:gd name="T7" fmla="*/ 1447800 h 1632"/>
                  <a:gd name="T8" fmla="*/ 787400 w 2032"/>
                  <a:gd name="T9" fmla="*/ 1905000 h 1632"/>
                  <a:gd name="T10" fmla="*/ 1168400 w 2032"/>
                  <a:gd name="T11" fmla="*/ 2133600 h 1632"/>
                  <a:gd name="T12" fmla="*/ 1625600 w 2032"/>
                  <a:gd name="T13" fmla="*/ 2286000 h 1632"/>
                  <a:gd name="T14" fmla="*/ 2463800 w 2032"/>
                  <a:gd name="T15" fmla="*/ 2514600 h 1632"/>
                  <a:gd name="T16" fmla="*/ 3225800 w 2032"/>
                  <a:gd name="T17" fmla="*/ 2590800 h 16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032" h="1632">
                    <a:moveTo>
                      <a:pt x="16" y="0"/>
                    </a:moveTo>
                    <a:cubicBezTo>
                      <a:pt x="8" y="68"/>
                      <a:pt x="0" y="136"/>
                      <a:pt x="16" y="240"/>
                    </a:cubicBezTo>
                    <a:cubicBezTo>
                      <a:pt x="32" y="344"/>
                      <a:pt x="72" y="512"/>
                      <a:pt x="112" y="624"/>
                    </a:cubicBezTo>
                    <a:cubicBezTo>
                      <a:pt x="152" y="736"/>
                      <a:pt x="192" y="816"/>
                      <a:pt x="256" y="912"/>
                    </a:cubicBezTo>
                    <a:cubicBezTo>
                      <a:pt x="320" y="1008"/>
                      <a:pt x="416" y="1128"/>
                      <a:pt x="496" y="1200"/>
                    </a:cubicBezTo>
                    <a:cubicBezTo>
                      <a:pt x="576" y="1272"/>
                      <a:pt x="648" y="1304"/>
                      <a:pt x="736" y="1344"/>
                    </a:cubicBezTo>
                    <a:cubicBezTo>
                      <a:pt x="824" y="1384"/>
                      <a:pt x="888" y="1400"/>
                      <a:pt x="1024" y="1440"/>
                    </a:cubicBezTo>
                    <a:cubicBezTo>
                      <a:pt x="1160" y="1480"/>
                      <a:pt x="1384" y="1552"/>
                      <a:pt x="1552" y="1584"/>
                    </a:cubicBezTo>
                    <a:cubicBezTo>
                      <a:pt x="1720" y="1616"/>
                      <a:pt x="1944" y="1624"/>
                      <a:pt x="2032" y="1632"/>
                    </a:cubicBezTo>
                  </a:path>
                </a:pathLst>
              </a:custGeom>
              <a:noFill/>
              <a:ln w="19050">
                <a:solidFill>
                  <a:srgbClr val="C3C9D7"/>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15365" name="Line 7"/>
              <p:cNvSpPr>
                <a:spLocks noChangeShapeType="1"/>
              </p:cNvSpPr>
              <p:nvPr/>
            </p:nvSpPr>
            <p:spPr bwMode="auto">
              <a:xfrm>
                <a:off x="4603750" y="1368425"/>
                <a:ext cx="0" cy="1066800"/>
              </a:xfrm>
              <a:prstGeom prst="line">
                <a:avLst/>
              </a:prstGeom>
              <a:noFill/>
              <a:ln w="19050">
                <a:solidFill>
                  <a:srgbClr val="C3C9D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15366" name="Line 8"/>
              <p:cNvSpPr>
                <a:spLocks noChangeShapeType="1"/>
              </p:cNvSpPr>
              <p:nvPr/>
            </p:nvSpPr>
            <p:spPr bwMode="auto">
              <a:xfrm>
                <a:off x="4603750" y="2435225"/>
                <a:ext cx="457200" cy="0"/>
              </a:xfrm>
              <a:prstGeom prst="line">
                <a:avLst/>
              </a:prstGeom>
              <a:noFill/>
              <a:ln w="19050">
                <a:solidFill>
                  <a:srgbClr val="C3C9D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15367" name="Line 9"/>
              <p:cNvSpPr>
                <a:spLocks noChangeShapeType="1"/>
              </p:cNvSpPr>
              <p:nvPr/>
            </p:nvSpPr>
            <p:spPr bwMode="auto">
              <a:xfrm>
                <a:off x="6432550" y="3121025"/>
                <a:ext cx="0" cy="152400"/>
              </a:xfrm>
              <a:prstGeom prst="line">
                <a:avLst/>
              </a:prstGeom>
              <a:noFill/>
              <a:ln w="19050">
                <a:solidFill>
                  <a:srgbClr val="C3C9D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15368" name="Line 10"/>
              <p:cNvSpPr>
                <a:spLocks noChangeShapeType="1"/>
              </p:cNvSpPr>
              <p:nvPr/>
            </p:nvSpPr>
            <p:spPr bwMode="auto">
              <a:xfrm>
                <a:off x="6432550" y="3273425"/>
                <a:ext cx="533400" cy="0"/>
              </a:xfrm>
              <a:prstGeom prst="line">
                <a:avLst/>
              </a:prstGeom>
              <a:noFill/>
              <a:ln w="19050">
                <a:solidFill>
                  <a:srgbClr val="C3C9D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15369" name="Text Box 11"/>
              <p:cNvSpPr txBox="1">
                <a:spLocks noChangeArrowheads="1"/>
              </p:cNvSpPr>
              <p:nvPr/>
            </p:nvSpPr>
            <p:spPr bwMode="auto">
              <a:xfrm>
                <a:off x="3001208" y="1414188"/>
                <a:ext cx="1678742" cy="4210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400" dirty="0">
                    <a:latin typeface="微软雅黑" panose="020B0503020204020204" pitchFamily="34" charset="-122"/>
                    <a:ea typeface="微软雅黑" panose="020B0503020204020204" pitchFamily="34" charset="-122"/>
                  </a:rPr>
                  <a:t>Δ Q</a:t>
                </a:r>
                <a:r>
                  <a:rPr lang="en-US" altLang="zh-CN" sz="1400" baseline="-25000" dirty="0">
                    <a:latin typeface="微软雅黑" panose="020B0503020204020204" pitchFamily="34" charset="-122"/>
                    <a:ea typeface="微软雅黑" panose="020B0503020204020204" pitchFamily="34" charset="-122"/>
                  </a:rPr>
                  <a:t>2 </a:t>
                </a:r>
                <a:r>
                  <a:rPr lang="en-US" altLang="zh-CN" sz="1400" dirty="0">
                    <a:latin typeface="微软雅黑" panose="020B0503020204020204" pitchFamily="34" charset="-122"/>
                    <a:ea typeface="微软雅黑" panose="020B0503020204020204" pitchFamily="34" charset="-122"/>
                  </a:rPr>
                  <a:t>= -6</a:t>
                </a:r>
              </a:p>
            </p:txBody>
          </p:sp>
          <p:sp>
            <p:nvSpPr>
              <p:cNvPr id="15370" name="Text Box 12"/>
              <p:cNvSpPr txBox="1">
                <a:spLocks noChangeArrowheads="1"/>
              </p:cNvSpPr>
              <p:nvPr/>
            </p:nvSpPr>
            <p:spPr bwMode="auto">
              <a:xfrm>
                <a:off x="4233721" y="2901550"/>
                <a:ext cx="1592531" cy="421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400" dirty="0">
                    <a:latin typeface="微软雅黑" panose="020B0503020204020204" pitchFamily="34" charset="-122"/>
                    <a:ea typeface="微软雅黑" panose="020B0503020204020204" pitchFamily="34" charset="-122"/>
                  </a:rPr>
                  <a:t>Δ Q</a:t>
                </a:r>
                <a:r>
                  <a:rPr lang="en-US" altLang="zh-CN" sz="1400" baseline="-25000" dirty="0">
                    <a:latin typeface="微软雅黑" panose="020B0503020204020204" pitchFamily="34" charset="-122"/>
                    <a:ea typeface="微软雅黑" panose="020B0503020204020204" pitchFamily="34" charset="-122"/>
                  </a:rPr>
                  <a:t>2 </a:t>
                </a:r>
                <a:r>
                  <a:rPr lang="en-US" altLang="zh-CN" sz="1400" dirty="0">
                    <a:latin typeface="微软雅黑" panose="020B0503020204020204" pitchFamily="34" charset="-122"/>
                    <a:ea typeface="微软雅黑" panose="020B0503020204020204" pitchFamily="34" charset="-122"/>
                  </a:rPr>
                  <a:t>=-1</a:t>
                </a:r>
              </a:p>
            </p:txBody>
          </p:sp>
          <p:sp>
            <p:nvSpPr>
              <p:cNvPr id="15371" name="Text Box 13"/>
              <p:cNvSpPr txBox="1">
                <a:spLocks noChangeArrowheads="1"/>
              </p:cNvSpPr>
              <p:nvPr/>
            </p:nvSpPr>
            <p:spPr bwMode="auto">
              <a:xfrm>
                <a:off x="3387406" y="2382118"/>
                <a:ext cx="1553201" cy="421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400" dirty="0">
                    <a:latin typeface="微软雅黑" panose="020B0503020204020204" pitchFamily="34" charset="-122"/>
                    <a:ea typeface="微软雅黑" panose="020B0503020204020204" pitchFamily="34" charset="-122"/>
                  </a:rPr>
                  <a:t>Δ Q</a:t>
                </a:r>
                <a:r>
                  <a:rPr lang="en-US" altLang="zh-CN" sz="1400" baseline="-25000" dirty="0">
                    <a:latin typeface="微软雅黑" panose="020B0503020204020204" pitchFamily="34" charset="-122"/>
                    <a:ea typeface="微软雅黑" panose="020B0503020204020204" pitchFamily="34" charset="-122"/>
                  </a:rPr>
                  <a:t>1 </a:t>
                </a:r>
                <a:r>
                  <a:rPr lang="en-US" altLang="zh-CN" sz="1400" dirty="0">
                    <a:latin typeface="微软雅黑" panose="020B0503020204020204" pitchFamily="34" charset="-122"/>
                    <a:ea typeface="微软雅黑" panose="020B0503020204020204" pitchFamily="34" charset="-122"/>
                  </a:rPr>
                  <a:t>=+2</a:t>
                </a:r>
              </a:p>
            </p:txBody>
          </p:sp>
          <p:sp>
            <p:nvSpPr>
              <p:cNvPr id="15372" name="Text Box 14"/>
              <p:cNvSpPr txBox="1">
                <a:spLocks noChangeArrowheads="1"/>
              </p:cNvSpPr>
              <p:nvPr/>
            </p:nvSpPr>
            <p:spPr bwMode="auto">
              <a:xfrm>
                <a:off x="5366814" y="3251967"/>
                <a:ext cx="1826673" cy="421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400" dirty="0">
                    <a:latin typeface="微软雅黑" panose="020B0503020204020204" pitchFamily="34" charset="-122"/>
                    <a:ea typeface="微软雅黑" panose="020B0503020204020204" pitchFamily="34" charset="-122"/>
                  </a:rPr>
                  <a:t>Δ Q</a:t>
                </a:r>
                <a:r>
                  <a:rPr lang="en-US" altLang="zh-CN" sz="1400" baseline="-25000" dirty="0">
                    <a:latin typeface="微软雅黑" panose="020B0503020204020204" pitchFamily="34" charset="-122"/>
                    <a:ea typeface="微软雅黑" panose="020B0503020204020204" pitchFamily="34" charset="-122"/>
                  </a:rPr>
                  <a:t>1 </a:t>
                </a:r>
                <a:r>
                  <a:rPr lang="en-US" altLang="zh-CN" sz="1400" dirty="0">
                    <a:latin typeface="微软雅黑" panose="020B0503020204020204" pitchFamily="34" charset="-122"/>
                    <a:ea typeface="微软雅黑" panose="020B0503020204020204" pitchFamily="34" charset="-122"/>
                  </a:rPr>
                  <a:t>=+2</a:t>
                </a:r>
              </a:p>
            </p:txBody>
          </p:sp>
          <p:sp>
            <p:nvSpPr>
              <p:cNvPr id="15373" name="Text Box 15"/>
              <p:cNvSpPr txBox="1">
                <a:spLocks noChangeArrowheads="1"/>
              </p:cNvSpPr>
              <p:nvPr/>
            </p:nvSpPr>
            <p:spPr bwMode="auto">
              <a:xfrm>
                <a:off x="7753350" y="3735316"/>
                <a:ext cx="1562311" cy="3639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400" dirty="0">
                    <a:latin typeface="微软雅黑" panose="020B0503020204020204" pitchFamily="34" charset="-122"/>
                    <a:ea typeface="微软雅黑" panose="020B0503020204020204" pitchFamily="34" charset="-122"/>
                  </a:rPr>
                  <a:t>Q</a:t>
                </a:r>
                <a:r>
                  <a:rPr lang="en-US" altLang="zh-CN" sz="1400" baseline="-25000" dirty="0">
                    <a:latin typeface="微软雅黑" panose="020B0503020204020204" pitchFamily="34" charset="-122"/>
                    <a:ea typeface="微软雅黑" panose="020B0503020204020204" pitchFamily="34" charset="-122"/>
                  </a:rPr>
                  <a:t>1</a:t>
                </a:r>
                <a:r>
                  <a:rPr lang="zh-CN" altLang="en-US" sz="1400" dirty="0">
                    <a:latin typeface="微软雅黑" panose="020B0503020204020204" pitchFamily="34" charset="-122"/>
                    <a:ea typeface="微软雅黑" panose="020B0503020204020204" pitchFamily="34" charset="-122"/>
                  </a:rPr>
                  <a:t>：音乐</a:t>
                </a:r>
              </a:p>
            </p:txBody>
          </p:sp>
          <p:sp>
            <p:nvSpPr>
              <p:cNvPr id="15374" name="Text Box 16"/>
              <p:cNvSpPr txBox="1">
                <a:spLocks noChangeArrowheads="1"/>
              </p:cNvSpPr>
              <p:nvPr/>
            </p:nvSpPr>
            <p:spPr bwMode="auto">
              <a:xfrm>
                <a:off x="3825638" y="201612"/>
                <a:ext cx="1580072" cy="3639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400" dirty="0">
                    <a:latin typeface="微软雅黑" panose="020B0503020204020204" pitchFamily="34" charset="-122"/>
                    <a:ea typeface="微软雅黑" panose="020B0503020204020204" pitchFamily="34" charset="-122"/>
                  </a:rPr>
                  <a:t>Q</a:t>
                </a:r>
                <a:r>
                  <a:rPr lang="en-US" altLang="zh-CN" sz="1400" baseline="-25000" dirty="0">
                    <a:latin typeface="微软雅黑" panose="020B0503020204020204" pitchFamily="34" charset="-122"/>
                    <a:ea typeface="微软雅黑" panose="020B0503020204020204" pitchFamily="34" charset="-122"/>
                  </a:rPr>
                  <a:t>2</a:t>
                </a:r>
                <a:r>
                  <a:rPr lang="zh-CN" altLang="en-US" sz="1400" dirty="0">
                    <a:latin typeface="微软雅黑" panose="020B0503020204020204" pitchFamily="34" charset="-122"/>
                    <a:ea typeface="微软雅黑" panose="020B0503020204020204" pitchFamily="34" charset="-122"/>
                  </a:rPr>
                  <a:t>：美食</a:t>
                </a:r>
              </a:p>
            </p:txBody>
          </p:sp>
          <p:sp>
            <p:nvSpPr>
              <p:cNvPr id="15375" name="Text Box 17"/>
              <p:cNvSpPr txBox="1">
                <a:spLocks noChangeArrowheads="1"/>
              </p:cNvSpPr>
              <p:nvPr/>
            </p:nvSpPr>
            <p:spPr bwMode="auto">
              <a:xfrm>
                <a:off x="4756150" y="1063624"/>
                <a:ext cx="381000" cy="3639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400">
                    <a:latin typeface="微软雅黑" panose="020B0503020204020204" pitchFamily="34" charset="-122"/>
                    <a:ea typeface="微软雅黑" panose="020B0503020204020204" pitchFamily="34" charset="-122"/>
                  </a:rPr>
                  <a:t>A</a:t>
                </a:r>
              </a:p>
            </p:txBody>
          </p:sp>
          <p:sp>
            <p:nvSpPr>
              <p:cNvPr id="15376" name="Text Box 18"/>
              <p:cNvSpPr txBox="1">
                <a:spLocks noChangeArrowheads="1"/>
              </p:cNvSpPr>
              <p:nvPr/>
            </p:nvSpPr>
            <p:spPr bwMode="auto">
              <a:xfrm>
                <a:off x="5289550" y="2054225"/>
                <a:ext cx="381000" cy="3639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400" dirty="0">
                    <a:latin typeface="微软雅黑" panose="020B0503020204020204" pitchFamily="34" charset="-122"/>
                    <a:ea typeface="微软雅黑" panose="020B0503020204020204" pitchFamily="34" charset="-122"/>
                  </a:rPr>
                  <a:t>B</a:t>
                </a:r>
              </a:p>
            </p:txBody>
          </p:sp>
          <p:sp>
            <p:nvSpPr>
              <p:cNvPr id="15377" name="Text Box 19"/>
              <p:cNvSpPr txBox="1">
                <a:spLocks noChangeArrowheads="1"/>
              </p:cNvSpPr>
              <p:nvPr/>
            </p:nvSpPr>
            <p:spPr bwMode="auto">
              <a:xfrm>
                <a:off x="5670551" y="2409366"/>
                <a:ext cx="381000" cy="3639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400" dirty="0">
                    <a:latin typeface="微软雅黑" panose="020B0503020204020204" pitchFamily="34" charset="-122"/>
                    <a:ea typeface="微软雅黑" panose="020B0503020204020204" pitchFamily="34" charset="-122"/>
                  </a:rPr>
                  <a:t>C</a:t>
                </a:r>
              </a:p>
            </p:txBody>
          </p:sp>
          <p:sp>
            <p:nvSpPr>
              <p:cNvPr id="15378" name="Text Box 20"/>
              <p:cNvSpPr txBox="1">
                <a:spLocks noChangeArrowheads="1"/>
              </p:cNvSpPr>
              <p:nvPr/>
            </p:nvSpPr>
            <p:spPr bwMode="auto">
              <a:xfrm>
                <a:off x="6279936" y="2545690"/>
                <a:ext cx="381000" cy="3639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400">
                    <a:latin typeface="微软雅黑" panose="020B0503020204020204" pitchFamily="34" charset="-122"/>
                    <a:ea typeface="微软雅黑" panose="020B0503020204020204" pitchFamily="34" charset="-122"/>
                  </a:rPr>
                  <a:t>D</a:t>
                </a:r>
              </a:p>
            </p:txBody>
          </p:sp>
        </p:grpSp>
        <p:sp>
          <p:nvSpPr>
            <p:cNvPr id="22" name="椭圆 21"/>
            <p:cNvSpPr/>
            <p:nvPr/>
          </p:nvSpPr>
          <p:spPr>
            <a:xfrm>
              <a:off x="2073923" y="1667659"/>
              <a:ext cx="317004" cy="208746"/>
            </a:xfrm>
            <a:prstGeom prst="ellipse">
              <a:avLst/>
            </a:prstGeom>
            <a:solidFill>
              <a:srgbClr val="BB1528"/>
            </a:solidFill>
            <a:ln>
              <a:solidFill>
                <a:srgbClr val="BB15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23" name="椭圆 22"/>
            <p:cNvSpPr/>
            <p:nvPr/>
          </p:nvSpPr>
          <p:spPr>
            <a:xfrm>
              <a:off x="2641832" y="2609962"/>
              <a:ext cx="317004" cy="208746"/>
            </a:xfrm>
            <a:prstGeom prst="ellipse">
              <a:avLst/>
            </a:prstGeom>
            <a:solidFill>
              <a:srgbClr val="BB1528"/>
            </a:solidFill>
            <a:ln>
              <a:solidFill>
                <a:srgbClr val="BB15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24" name="椭圆 23"/>
            <p:cNvSpPr/>
            <p:nvPr/>
          </p:nvSpPr>
          <p:spPr>
            <a:xfrm>
              <a:off x="3575149" y="3182055"/>
              <a:ext cx="317004" cy="208746"/>
            </a:xfrm>
            <a:prstGeom prst="ellipse">
              <a:avLst/>
            </a:prstGeom>
            <a:solidFill>
              <a:srgbClr val="BB1528"/>
            </a:solidFill>
            <a:ln>
              <a:solidFill>
                <a:srgbClr val="BB15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25" name="椭圆 24"/>
            <p:cNvSpPr/>
            <p:nvPr/>
          </p:nvSpPr>
          <p:spPr>
            <a:xfrm>
              <a:off x="4356523" y="3330019"/>
              <a:ext cx="317004" cy="208746"/>
            </a:xfrm>
            <a:prstGeom prst="ellipse">
              <a:avLst/>
            </a:prstGeom>
            <a:solidFill>
              <a:srgbClr val="BB1528"/>
            </a:solidFill>
            <a:ln>
              <a:solidFill>
                <a:srgbClr val="BB15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grpSp>
      <p:sp>
        <p:nvSpPr>
          <p:cNvPr id="4" name="矩形 3">
            <a:extLst>
              <a:ext uri="{FF2B5EF4-FFF2-40B4-BE49-F238E27FC236}">
                <a16:creationId xmlns:a16="http://schemas.microsoft.com/office/drawing/2014/main" id="{3E58D188-986C-43D8-9F8B-B363461D974E}"/>
              </a:ext>
            </a:extLst>
          </p:cNvPr>
          <p:cNvSpPr/>
          <p:nvPr/>
        </p:nvSpPr>
        <p:spPr>
          <a:xfrm>
            <a:off x="4328724" y="5118757"/>
            <a:ext cx="4572000" cy="814582"/>
          </a:xfrm>
          <a:prstGeom prst="rect">
            <a:avLst/>
          </a:prstGeom>
        </p:spPr>
        <p:txBody>
          <a:bodyPr>
            <a:spAutoFit/>
          </a:bodyPr>
          <a:lstStyle/>
          <a:p>
            <a:pPr marL="538163" lvl="3" indent="-261938" defTabSz="457200">
              <a:lnSpc>
                <a:spcPts val="2600"/>
              </a:lnSpc>
              <a:spcBef>
                <a:spcPct val="20000"/>
              </a:spcBef>
              <a:spcAft>
                <a:spcPts val="0"/>
              </a:spcAft>
              <a:buFont typeface="Wingdings" panose="05000000000000000000" pitchFamily="2" charset="2"/>
              <a:buChar char="Ø"/>
              <a:defRPr/>
            </a:pPr>
            <a:r>
              <a:rPr lang="zh-CN" altLang="en-US" spc="150" dirty="0">
                <a:solidFill>
                  <a:srgbClr val="000000"/>
                </a:solidFill>
                <a:latin typeface="微软雅黑" panose="020B0503020204020204" pitchFamily="34" charset="-122"/>
                <a:ea typeface="微软雅黑" panose="020B0503020204020204" pitchFamily="34" charset="-122"/>
              </a:rPr>
              <a:t>无差异曲线的斜率的绝对值</a:t>
            </a:r>
            <a:endParaRPr lang="en-US" altLang="zh-CN" spc="150" dirty="0">
              <a:solidFill>
                <a:srgbClr val="000000"/>
              </a:solidFill>
              <a:latin typeface="微软雅黑" panose="020B0503020204020204" pitchFamily="34" charset="-122"/>
              <a:ea typeface="微软雅黑" panose="020B0503020204020204" pitchFamily="34" charset="-122"/>
            </a:endParaRPr>
          </a:p>
          <a:p>
            <a:pPr marL="538163" lvl="3" indent="-261938" defTabSz="457200">
              <a:lnSpc>
                <a:spcPts val="2600"/>
              </a:lnSpc>
              <a:spcBef>
                <a:spcPct val="20000"/>
              </a:spcBef>
              <a:spcAft>
                <a:spcPts val="0"/>
              </a:spcAft>
              <a:buFont typeface="Wingdings" panose="05000000000000000000" pitchFamily="2" charset="2"/>
              <a:buChar char="Ø"/>
              <a:defRPr/>
            </a:pPr>
            <a:r>
              <a:rPr lang="zh-CN" altLang="en-US" spc="150" dirty="0">
                <a:solidFill>
                  <a:srgbClr val="000000"/>
                </a:solidFill>
                <a:latin typeface="微软雅黑" panose="020B0503020204020204" pitchFamily="34" charset="-122"/>
                <a:ea typeface="微软雅黑" panose="020B0503020204020204" pitchFamily="34" charset="-122"/>
              </a:rPr>
              <a:t>可以用边际效用之比来计算</a:t>
            </a:r>
            <a:endParaRPr lang="en-US" altLang="zh-CN" spc="150" dirty="0">
              <a:solidFill>
                <a:srgbClr val="000000"/>
              </a:solidFill>
              <a:latin typeface="微软雅黑" panose="020B0503020204020204" pitchFamily="34" charset="-122"/>
              <a:ea typeface="微软雅黑" panose="020B0503020204020204" pitchFamily="34" charset="-122"/>
            </a:endParaRPr>
          </a:p>
        </p:txBody>
      </p:sp>
      <p:sp>
        <p:nvSpPr>
          <p:cNvPr id="30" name="矩形 29">
            <a:extLst>
              <a:ext uri="{FF2B5EF4-FFF2-40B4-BE49-F238E27FC236}">
                <a16:creationId xmlns:a16="http://schemas.microsoft.com/office/drawing/2014/main" id="{C77C0529-7770-401F-935B-BA90CC8FD963}"/>
              </a:ext>
            </a:extLst>
          </p:cNvPr>
          <p:cNvSpPr/>
          <p:nvPr/>
        </p:nvSpPr>
        <p:spPr>
          <a:xfrm>
            <a:off x="6593747" y="0"/>
            <a:ext cx="2550253" cy="369332"/>
          </a:xfrm>
          <a:prstGeom prst="rect">
            <a:avLst/>
          </a:prstGeom>
        </p:spPr>
        <p:txBody>
          <a:bodyPr wrap="squar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 第二节  </a:t>
            </a:r>
            <a:r>
              <a:rPr lang="zh-CN" altLang="en-US" spc="150" dirty="0">
                <a:latin typeface="微软雅黑" panose="020B0503020204020204" pitchFamily="34" charset="-122"/>
                <a:ea typeface="微软雅黑" panose="020B0503020204020204" pitchFamily="34" charset="-122"/>
              </a:rPr>
              <a:t>无差异曲线</a:t>
            </a:r>
            <a:endParaRPr lang="zh-CN" altLang="en-US" spc="150" dirty="0">
              <a:solidFill>
                <a:srgbClr val="000000"/>
              </a:solidFill>
              <a:latin typeface="微软雅黑" panose="020B0503020204020204" pitchFamily="34" charset="-122"/>
              <a:ea typeface="微软雅黑" panose="020B0503020204020204" pitchFamily="34" charset="-122"/>
            </a:endParaRPr>
          </a:p>
        </p:txBody>
      </p:sp>
      <p:sp>
        <p:nvSpPr>
          <p:cNvPr id="31" name="矩形 30">
            <a:extLst>
              <a:ext uri="{FF2B5EF4-FFF2-40B4-BE49-F238E27FC236}">
                <a16:creationId xmlns:a16="http://schemas.microsoft.com/office/drawing/2014/main" id="{FC15BBE0-9625-4840-B4E5-E029AC360FB9}"/>
              </a:ext>
            </a:extLst>
          </p:cNvPr>
          <p:cNvSpPr/>
          <p:nvPr/>
        </p:nvSpPr>
        <p:spPr>
          <a:xfrm>
            <a:off x="467544" y="548680"/>
            <a:ext cx="4435830"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三、边际替代率及其递减规律</a:t>
            </a:r>
          </a:p>
        </p:txBody>
      </p:sp>
      <p:sp>
        <p:nvSpPr>
          <p:cNvPr id="5" name="对话气泡: 圆角矩形 4">
            <a:extLst>
              <a:ext uri="{FF2B5EF4-FFF2-40B4-BE49-F238E27FC236}">
                <a16:creationId xmlns:a16="http://schemas.microsoft.com/office/drawing/2014/main" id="{A8277596-AEA7-4F77-9CEB-B2F7240444CD}"/>
              </a:ext>
            </a:extLst>
          </p:cNvPr>
          <p:cNvSpPr/>
          <p:nvPr/>
        </p:nvSpPr>
        <p:spPr bwMode="auto">
          <a:xfrm>
            <a:off x="5392352" y="584941"/>
            <a:ext cx="3508369" cy="815961"/>
          </a:xfrm>
          <a:prstGeom prst="wedgeRoundRectCallou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该式子实际上桥梁了基数分析法与序数分析法</a:t>
            </a:r>
          </a:p>
        </p:txBody>
      </p:sp>
    </p:spTree>
    <p:extLst>
      <p:ext uri="{BB962C8B-B14F-4D97-AF65-F5344CB8AC3E}">
        <p14:creationId xmlns:p14="http://schemas.microsoft.com/office/powerpoint/2010/main" val="2340769874"/>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20">
                                            <p:txEl>
                                              <p:pRg st="0" end="0"/>
                                            </p:txEl>
                                          </p:spTgt>
                                        </p:tgtEl>
                                        <p:attrNameLst>
                                          <p:attrName>style.visibility</p:attrName>
                                        </p:attrNameLst>
                                      </p:cBhvr>
                                      <p:to>
                                        <p:strVal val="visible"/>
                                      </p:to>
                                    </p:set>
                                    <p:animEffect transition="in" filter="strips(downRight)">
                                      <p:cBhvr>
                                        <p:cTn id="12" dur="500"/>
                                        <p:tgtEl>
                                          <p:spTgt spid="2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20">
                                            <p:txEl>
                                              <p:pRg st="1" end="1"/>
                                            </p:txEl>
                                          </p:spTgt>
                                        </p:tgtEl>
                                        <p:attrNameLst>
                                          <p:attrName>style.visibility</p:attrName>
                                        </p:attrNameLst>
                                      </p:cBhvr>
                                      <p:to>
                                        <p:strVal val="visible"/>
                                      </p:to>
                                    </p:set>
                                    <p:animEffect transition="in" filter="strips(downRight)">
                                      <p:cBhvr>
                                        <p:cTn id="17" dur="500"/>
                                        <p:tgtEl>
                                          <p:spTgt spid="20">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nodeType="clickEffect">
                                  <p:stCondLst>
                                    <p:cond delay="0"/>
                                  </p:stCondLst>
                                  <p:childTnLst>
                                    <p:set>
                                      <p:cBhvr>
                                        <p:cTn id="21" dur="1" fill="hold">
                                          <p:stCondLst>
                                            <p:cond delay="0"/>
                                          </p:stCondLst>
                                        </p:cTn>
                                        <p:tgtEl>
                                          <p:spTgt spid="20">
                                            <p:txEl>
                                              <p:pRg st="2" end="2"/>
                                            </p:txEl>
                                          </p:spTgt>
                                        </p:tgtEl>
                                        <p:attrNameLst>
                                          <p:attrName>style.visibility</p:attrName>
                                        </p:attrNameLst>
                                      </p:cBhvr>
                                      <p:to>
                                        <p:strVal val="visible"/>
                                      </p:to>
                                    </p:set>
                                    <p:animEffect transition="in" filter="strips(downRight)">
                                      <p:cBhvr>
                                        <p:cTn id="22" dur="500"/>
                                        <p:tgtEl>
                                          <p:spTgt spid="20">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nodeType="clickEffect">
                                  <p:stCondLst>
                                    <p:cond delay="0"/>
                                  </p:stCondLst>
                                  <p:childTnLst>
                                    <p:set>
                                      <p:cBhvr>
                                        <p:cTn id="26" dur="1" fill="hold">
                                          <p:stCondLst>
                                            <p:cond delay="0"/>
                                          </p:stCondLst>
                                        </p:cTn>
                                        <p:tgtEl>
                                          <p:spTgt spid="20">
                                            <p:txEl>
                                              <p:pRg st="3" end="3"/>
                                            </p:txEl>
                                          </p:spTgt>
                                        </p:tgtEl>
                                        <p:attrNameLst>
                                          <p:attrName>style.visibility</p:attrName>
                                        </p:attrNameLst>
                                      </p:cBhvr>
                                      <p:to>
                                        <p:strVal val="visible"/>
                                      </p:to>
                                    </p:set>
                                    <p:animEffect transition="in" filter="strips(downRight)">
                                      <p:cBhvr>
                                        <p:cTn id="27" dur="500"/>
                                        <p:tgtEl>
                                          <p:spTgt spid="20">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6" fill="hold" nodeType="clickEffect">
                                  <p:stCondLst>
                                    <p:cond delay="0"/>
                                  </p:stCondLst>
                                  <p:childTnLst>
                                    <p:set>
                                      <p:cBhvr>
                                        <p:cTn id="31" dur="1" fill="hold">
                                          <p:stCondLst>
                                            <p:cond delay="0"/>
                                          </p:stCondLst>
                                        </p:cTn>
                                        <p:tgtEl>
                                          <p:spTgt spid="15380">
                                            <p:txEl>
                                              <p:pRg st="0" end="0"/>
                                            </p:txEl>
                                          </p:spTgt>
                                        </p:tgtEl>
                                        <p:attrNameLst>
                                          <p:attrName>style.visibility</p:attrName>
                                        </p:attrNameLst>
                                      </p:cBhvr>
                                      <p:to>
                                        <p:strVal val="visible"/>
                                      </p:to>
                                    </p:set>
                                    <p:animEffect transition="in" filter="strips(downRight)">
                                      <p:cBhvr>
                                        <p:cTn id="32" dur="500"/>
                                        <p:tgtEl>
                                          <p:spTgt spid="15380">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6" fill="hold" nodeType="clickEffect">
                                  <p:stCondLst>
                                    <p:cond delay="0"/>
                                  </p:stCondLst>
                                  <p:childTnLst>
                                    <p:set>
                                      <p:cBhvr>
                                        <p:cTn id="36" dur="1" fill="hold">
                                          <p:stCondLst>
                                            <p:cond delay="0"/>
                                          </p:stCondLst>
                                        </p:cTn>
                                        <p:tgtEl>
                                          <p:spTgt spid="15380">
                                            <p:txEl>
                                              <p:pRg st="1" end="1"/>
                                            </p:txEl>
                                          </p:spTgt>
                                        </p:tgtEl>
                                        <p:attrNameLst>
                                          <p:attrName>style.visibility</p:attrName>
                                        </p:attrNameLst>
                                      </p:cBhvr>
                                      <p:to>
                                        <p:strVal val="visible"/>
                                      </p:to>
                                    </p:set>
                                    <p:animEffect transition="in" filter="strips(downRight)">
                                      <p:cBhvr>
                                        <p:cTn id="37" dur="500"/>
                                        <p:tgtEl>
                                          <p:spTgt spid="15380">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8" presetClass="entr" presetSubtype="6" fill="hold" nodeType="clickEffect">
                                  <p:stCondLst>
                                    <p:cond delay="0"/>
                                  </p:stCondLst>
                                  <p:childTnLst>
                                    <p:set>
                                      <p:cBhvr>
                                        <p:cTn id="41" dur="1" fill="hold">
                                          <p:stCondLst>
                                            <p:cond delay="0"/>
                                          </p:stCondLst>
                                        </p:cTn>
                                        <p:tgtEl>
                                          <p:spTgt spid="15380">
                                            <p:txEl>
                                              <p:pRg st="2" end="2"/>
                                            </p:txEl>
                                          </p:spTgt>
                                        </p:tgtEl>
                                        <p:attrNameLst>
                                          <p:attrName>style.visibility</p:attrName>
                                        </p:attrNameLst>
                                      </p:cBhvr>
                                      <p:to>
                                        <p:strVal val="visible"/>
                                      </p:to>
                                    </p:set>
                                    <p:animEffect transition="in" filter="strips(downRight)">
                                      <p:cBhvr>
                                        <p:cTn id="42" dur="500"/>
                                        <p:tgtEl>
                                          <p:spTgt spid="15380">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8" presetClass="entr" presetSubtype="6" fill="hold" grpId="0" nodeType="clickEffect">
                                  <p:stCondLst>
                                    <p:cond delay="0"/>
                                  </p:stCondLst>
                                  <p:childTnLst>
                                    <p:set>
                                      <p:cBhvr>
                                        <p:cTn id="46" dur="1" fill="hold">
                                          <p:stCondLst>
                                            <p:cond delay="0"/>
                                          </p:stCondLst>
                                        </p:cTn>
                                        <p:tgtEl>
                                          <p:spTgt spid="4"/>
                                        </p:tgtEl>
                                        <p:attrNameLst>
                                          <p:attrName>style.visibility</p:attrName>
                                        </p:attrNameLst>
                                      </p:cBhvr>
                                      <p:to>
                                        <p:strVal val="visible"/>
                                      </p:to>
                                    </p:set>
                                    <p:animEffect transition="in" filter="strips(downRight)">
                                      <p:cBhvr>
                                        <p:cTn id="4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170" name="Rectangle 3"/>
              <p:cNvSpPr>
                <a:spLocks noGrp="1" noChangeArrowheads="1"/>
              </p:cNvSpPr>
              <p:nvPr>
                <p:ph type="body" idx="4294967295"/>
              </p:nvPr>
            </p:nvSpPr>
            <p:spPr>
              <a:xfrm>
                <a:off x="880929" y="3022121"/>
                <a:ext cx="7872636" cy="3574355"/>
              </a:xfrm>
            </p:spPr>
            <p:txBody>
              <a:bodyPr/>
              <a:lstStyle/>
              <a:p>
                <a:pPr marL="538163" lvl="3" indent="-261938" defTabSz="457200" eaLnBrk="1" hangingPunct="1">
                  <a:lnSpc>
                    <a:spcPts val="2600"/>
                  </a:lnSpc>
                  <a:spcAft>
                    <a:spcPts val="600"/>
                  </a:spcAft>
                  <a:buFont typeface="Wingdings" panose="05000000000000000000" pitchFamily="2" charset="2"/>
                  <a:buChar char="Ø"/>
                  <a:defRPr/>
                </a:pPr>
                <a:r>
                  <a:rPr lang="en-US" altLang="zh-CN" sz="1800" spc="150" dirty="0">
                    <a:solidFill>
                      <a:srgbClr val="000000"/>
                    </a:solidFill>
                    <a:latin typeface="微软雅黑" panose="020B0503020204020204" pitchFamily="34" charset="-122"/>
                    <a:ea typeface="微软雅黑" panose="020B0503020204020204" pitchFamily="34" charset="-122"/>
                  </a:rPr>
                  <a:t>MRS</a:t>
                </a:r>
                <a:r>
                  <a:rPr lang="zh-CN" altLang="en-US" sz="1800" spc="150" dirty="0">
                    <a:solidFill>
                      <a:srgbClr val="000000"/>
                    </a:solidFill>
                    <a:latin typeface="微软雅黑" panose="020B0503020204020204" pitchFamily="34" charset="-122"/>
                    <a:ea typeface="微软雅黑" panose="020B0503020204020204" pitchFamily="34" charset="-122"/>
                  </a:rPr>
                  <a:t>为无差异曲线斜率</a:t>
                </a:r>
              </a:p>
              <a:p>
                <a:pPr marL="538163" lvl="3" indent="-261938" defTabSz="457200" eaLnBrk="1" hangingPunct="1">
                  <a:lnSpc>
                    <a:spcPts val="2600"/>
                  </a:lnSpc>
                  <a:spcAft>
                    <a:spcPts val="600"/>
                  </a:spcAft>
                  <a:buFont typeface="Wingdings" panose="05000000000000000000" pitchFamily="2" charset="2"/>
                  <a:buChar char="Ø"/>
                  <a:defRPr/>
                </a:pPr>
                <a:r>
                  <a:rPr lang="zh-CN" altLang="en-US" sz="1800" spc="150" dirty="0">
                    <a:solidFill>
                      <a:srgbClr val="000000"/>
                    </a:solidFill>
                    <a:latin typeface="微软雅黑" panose="020B0503020204020204" pitchFamily="34" charset="-122"/>
                    <a:ea typeface="微软雅黑" panose="020B0503020204020204" pitchFamily="34" charset="-122"/>
                  </a:rPr>
                  <a:t>无差异曲线凸向原点，意味着</a:t>
                </a:r>
                <a:r>
                  <a:rPr lang="en-US" altLang="zh-CN" sz="1800" spc="150" dirty="0">
                    <a:solidFill>
                      <a:srgbClr val="000000"/>
                    </a:solidFill>
                    <a:latin typeface="微软雅黑" panose="020B0503020204020204" pitchFamily="34" charset="-122"/>
                    <a:ea typeface="微软雅黑" panose="020B0503020204020204" pitchFamily="34" charset="-122"/>
                  </a:rPr>
                  <a:t>MRS</a:t>
                </a:r>
                <a:r>
                  <a:rPr lang="zh-CN" altLang="en-US" sz="1800" spc="150" dirty="0">
                    <a:solidFill>
                      <a:srgbClr val="000000"/>
                    </a:solidFill>
                    <a:latin typeface="微软雅黑" panose="020B0503020204020204" pitchFamily="34" charset="-122"/>
                    <a:ea typeface="微软雅黑" panose="020B0503020204020204" pitchFamily="34" charset="-122"/>
                  </a:rPr>
                  <a:t>绝对值是递减的</a:t>
                </a:r>
              </a:p>
              <a:p>
                <a:pPr marL="538163" lvl="3" indent="-261938" defTabSz="457200" eaLnBrk="1" hangingPunct="1">
                  <a:lnSpc>
                    <a:spcPts val="2600"/>
                  </a:lnSpc>
                  <a:spcAft>
                    <a:spcPts val="0"/>
                  </a:spcAft>
                  <a:buFont typeface="Wingdings" panose="05000000000000000000" pitchFamily="2" charset="2"/>
                  <a:buChar char="Ø"/>
                  <a:defRPr/>
                </a:pPr>
                <a:r>
                  <a:rPr lang="zh-CN" altLang="en-US" sz="1800" spc="150" dirty="0">
                    <a:solidFill>
                      <a:srgbClr val="000000"/>
                    </a:solidFill>
                    <a:latin typeface="微软雅黑" panose="020B0503020204020204" pitchFamily="34" charset="-122"/>
                    <a:ea typeface="微软雅黑" panose="020B0503020204020204" pitchFamily="34" charset="-122"/>
                  </a:rPr>
                  <a:t>在这个规律的背后是边际效用递减规律</a:t>
                </a:r>
              </a:p>
              <a:p>
                <a:pPr lvl="1" indent="-228600" eaLnBrk="1" hangingPunct="1">
                  <a:lnSpc>
                    <a:spcPct val="150000"/>
                  </a:lnSpc>
                  <a:spcAft>
                    <a:spcPts val="0"/>
                  </a:spcAft>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因为</a:t>
                </a:r>
                <a14:m>
                  <m:oMath xmlns:m="http://schemas.openxmlformats.org/officeDocument/2006/math">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𝑀𝑅𝑆</m:t>
                        </m:r>
                      </m:e>
                      <m:sub>
                        <m:r>
                          <a:rPr lang="en-US" altLang="zh-CN" sz="1600" i="1" dirty="0">
                            <a:latin typeface="Cambria Math" panose="02040503050406030204" pitchFamily="18" charset="0"/>
                          </a:rPr>
                          <m:t>12</m:t>
                        </m:r>
                      </m:sub>
                    </m:sSub>
                    <m:r>
                      <a:rPr lang="en-US" altLang="zh-CN" sz="1600" i="1" dirty="0">
                        <a:latin typeface="Cambria Math" panose="02040503050406030204" pitchFamily="18" charset="0"/>
                      </a:rPr>
                      <m:t>=</m:t>
                    </m:r>
                    <m:f>
                      <m:fPr>
                        <m:ctrlPr>
                          <a:rPr lang="en-US" altLang="zh-CN" sz="1600" i="1" dirty="0">
                            <a:latin typeface="Cambria Math" panose="02040503050406030204" pitchFamily="18" charset="0"/>
                          </a:rPr>
                        </m:ctrlPr>
                      </m:fPr>
                      <m:num>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𝑀𝑈</m:t>
                            </m:r>
                          </m:e>
                          <m:sub>
                            <m:r>
                              <a:rPr lang="en-US" altLang="zh-CN" sz="1600" i="1" dirty="0">
                                <a:latin typeface="Cambria Math" panose="02040503050406030204" pitchFamily="18" charset="0"/>
                              </a:rPr>
                              <m:t>1</m:t>
                            </m:r>
                          </m:sub>
                        </m:sSub>
                      </m:num>
                      <m:den>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𝑀𝑈</m:t>
                            </m:r>
                          </m:e>
                          <m:sub>
                            <m:r>
                              <a:rPr lang="en-US" altLang="zh-CN" sz="1600" i="1" dirty="0">
                                <a:latin typeface="Cambria Math" panose="02040503050406030204" pitchFamily="18" charset="0"/>
                              </a:rPr>
                              <m:t>2</m:t>
                            </m:r>
                          </m:sub>
                        </m:sSub>
                      </m:den>
                    </m:f>
                  </m:oMath>
                </a14:m>
                <a:r>
                  <a:rPr lang="zh-CN" altLang="en-US" sz="1600" dirty="0">
                    <a:latin typeface="微软雅黑" panose="020B0503020204020204" pitchFamily="34" charset="-122"/>
                    <a:ea typeface="微软雅黑" panose="020B0503020204020204" pitchFamily="34" charset="-122"/>
                  </a:rPr>
                  <a:t>，</a:t>
                </a:r>
                <a:endParaRPr lang="en-US" altLang="zh-CN" sz="1600" dirty="0">
                  <a:latin typeface="微软雅黑" panose="020B0503020204020204" pitchFamily="34" charset="-122"/>
                  <a:ea typeface="微软雅黑" panose="020B0503020204020204" pitchFamily="34" charset="-122"/>
                </a:endParaRPr>
              </a:p>
              <a:p>
                <a:pPr lvl="1" indent="-228600" eaLnBrk="1" hangingPunct="1">
                  <a:lnSpc>
                    <a:spcPct val="150000"/>
                  </a:lnSpc>
                  <a:spcAft>
                    <a:spcPts val="0"/>
                  </a:spcAft>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因为</a:t>
                </a:r>
                <a14:m>
                  <m:oMath xmlns:m="http://schemas.openxmlformats.org/officeDocument/2006/math">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𝑄</m:t>
                        </m:r>
                      </m:e>
                      <m:sub>
                        <m:r>
                          <a:rPr lang="en-US" altLang="zh-CN" sz="1600" i="1" dirty="0">
                            <a:latin typeface="Cambria Math" panose="02040503050406030204" pitchFamily="18" charset="0"/>
                          </a:rPr>
                          <m:t>1</m:t>
                        </m:r>
                      </m:sub>
                    </m:sSub>
                  </m:oMath>
                </a14:m>
                <a:r>
                  <a:rPr lang="en-US" altLang="zh-CN" sz="1600" dirty="0">
                    <a:latin typeface="微软雅黑" panose="020B0503020204020204" pitchFamily="34" charset="-122"/>
                    <a:ea typeface="微软雅黑" panose="020B0503020204020204" pitchFamily="34" charset="-122"/>
                    <a:sym typeface="Wingdings" panose="05000000000000000000" pitchFamily="2" charset="2"/>
                  </a:rPr>
                  <a:t>↑</a:t>
                </a:r>
                <a14:m>
                  <m:oMath xmlns:m="http://schemas.openxmlformats.org/officeDocument/2006/math">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𝑀𝑈</m:t>
                        </m:r>
                      </m:e>
                      <m:sub>
                        <m:r>
                          <a:rPr lang="en-US" altLang="zh-CN" sz="1600" i="1" dirty="0">
                            <a:latin typeface="Cambria Math" panose="02040503050406030204" pitchFamily="18" charset="0"/>
                          </a:rPr>
                          <m:t>1</m:t>
                        </m:r>
                      </m:sub>
                    </m:sSub>
                  </m:oMath>
                </a14:m>
                <a:r>
                  <a:rPr lang="zh-CN" altLang="en-US" sz="1600" dirty="0">
                    <a:latin typeface="微软雅黑" panose="020B0503020204020204" pitchFamily="34" charset="-122"/>
                    <a:ea typeface="微软雅黑" panose="020B0503020204020204" pitchFamily="34" charset="-122"/>
                  </a:rPr>
                  <a:t>↓，</a:t>
                </a:r>
                <a14:m>
                  <m:oMath xmlns:m="http://schemas.openxmlformats.org/officeDocument/2006/math">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𝑄</m:t>
                        </m:r>
                      </m:e>
                      <m:sub>
                        <m:r>
                          <a:rPr lang="en-US" altLang="zh-CN" sz="1600" b="0" i="1" dirty="0" smtClean="0">
                            <a:latin typeface="Cambria Math" panose="02040503050406030204" pitchFamily="18" charset="0"/>
                          </a:rPr>
                          <m:t>2</m:t>
                        </m:r>
                      </m:sub>
                    </m:sSub>
                  </m:oMath>
                </a14:m>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sym typeface="Wingdings" panose="05000000000000000000" pitchFamily="2" charset="2"/>
                  </a:rPr>
                  <a:t></a:t>
                </a:r>
                <a14:m>
                  <m:oMath xmlns:m="http://schemas.openxmlformats.org/officeDocument/2006/math">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𝑀𝑈</m:t>
                        </m:r>
                      </m:e>
                      <m:sub>
                        <m:r>
                          <a:rPr lang="en-US" altLang="zh-CN" sz="1600" i="1" dirty="0">
                            <a:latin typeface="Cambria Math" panose="02040503050406030204" pitchFamily="18" charset="0"/>
                          </a:rPr>
                          <m:t>2</m:t>
                        </m:r>
                      </m:sub>
                    </m:sSub>
                  </m:oMath>
                </a14:m>
                <a:r>
                  <a:rPr lang="en-US" altLang="zh-CN" sz="1600" dirty="0">
                    <a:latin typeface="微软雅黑" panose="020B0503020204020204" pitchFamily="34" charset="-122"/>
                    <a:ea typeface="微软雅黑" panose="020B0503020204020204" pitchFamily="34" charset="-122"/>
                    <a:sym typeface="Wingdings" panose="05000000000000000000" pitchFamily="2" charset="2"/>
                  </a:rPr>
                  <a:t>↑</a:t>
                </a:r>
                <a:r>
                  <a:rPr lang="zh-CN" altLang="en-US" sz="1600" dirty="0">
                    <a:latin typeface="微软雅黑" panose="020B0503020204020204" pitchFamily="34" charset="-122"/>
                    <a:ea typeface="微软雅黑" panose="020B0503020204020204" pitchFamily="34" charset="-122"/>
                  </a:rPr>
                  <a:t>，</a:t>
                </a:r>
                <a:endParaRPr lang="en-US" altLang="zh-CN" sz="1600" dirty="0">
                  <a:latin typeface="微软雅黑" panose="020B0503020204020204" pitchFamily="34" charset="-122"/>
                  <a:ea typeface="微软雅黑" panose="020B0503020204020204" pitchFamily="34" charset="-122"/>
                </a:endParaRPr>
              </a:p>
              <a:p>
                <a:pPr lvl="1" indent="-228600" eaLnBrk="1" hangingPunct="1">
                  <a:lnSpc>
                    <a:spcPct val="150000"/>
                  </a:lnSpc>
                  <a:spcAft>
                    <a:spcPts val="600"/>
                  </a:spcAft>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所以</a:t>
                </a:r>
                <a14:m>
                  <m:oMath xmlns:m="http://schemas.openxmlformats.org/officeDocument/2006/math">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𝑄</m:t>
                        </m:r>
                      </m:e>
                      <m:sub>
                        <m:r>
                          <a:rPr lang="en-US" altLang="zh-CN" sz="1600" i="1" dirty="0">
                            <a:latin typeface="Cambria Math" panose="02040503050406030204" pitchFamily="18" charset="0"/>
                          </a:rPr>
                          <m:t>1</m:t>
                        </m:r>
                      </m:sub>
                    </m:sSub>
                  </m:oMath>
                </a14:m>
                <a:r>
                  <a:rPr lang="en-US" altLang="zh-CN" sz="1600" dirty="0">
                    <a:latin typeface="微软雅黑" panose="020B0503020204020204" pitchFamily="34" charset="-122"/>
                    <a:ea typeface="微软雅黑" panose="020B0503020204020204" pitchFamily="34" charset="-122"/>
                    <a:sym typeface="Wingdings" panose="05000000000000000000" pitchFamily="2" charset="2"/>
                  </a:rPr>
                  <a:t>↑</a:t>
                </a:r>
                <a14:m>
                  <m:oMath xmlns:m="http://schemas.openxmlformats.org/officeDocument/2006/math">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𝑄</m:t>
                        </m:r>
                      </m:e>
                      <m:sub>
                        <m:r>
                          <a:rPr lang="en-US" altLang="zh-CN" sz="1600" b="0" i="1" dirty="0" smtClean="0">
                            <a:latin typeface="Cambria Math" panose="02040503050406030204" pitchFamily="18" charset="0"/>
                          </a:rPr>
                          <m:t>2</m:t>
                        </m:r>
                      </m:sub>
                    </m:sSub>
                  </m:oMath>
                </a14:m>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sym typeface="Wingdings" panose="05000000000000000000" pitchFamily="2" charset="2"/>
                  </a:rPr>
                  <a:t></a:t>
                </a:r>
                <a14:m>
                  <m:oMath xmlns:m="http://schemas.openxmlformats.org/officeDocument/2006/math">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𝑀𝑈</m:t>
                        </m:r>
                      </m:e>
                      <m:sub>
                        <m:r>
                          <a:rPr lang="en-US" altLang="zh-CN" sz="1600" i="1" dirty="0">
                            <a:latin typeface="Cambria Math" panose="02040503050406030204" pitchFamily="18" charset="0"/>
                          </a:rPr>
                          <m:t>1</m:t>
                        </m:r>
                      </m:sub>
                    </m:sSub>
                  </m:oMath>
                </a14:m>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and </a:t>
                </a:r>
                <a14:m>
                  <m:oMath xmlns:m="http://schemas.openxmlformats.org/officeDocument/2006/math">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𝑀𝑈</m:t>
                        </m:r>
                      </m:e>
                      <m:sub>
                        <m:r>
                          <a:rPr lang="en-US" altLang="zh-CN" sz="1600" i="1" dirty="0">
                            <a:latin typeface="Cambria Math" panose="02040503050406030204" pitchFamily="18" charset="0"/>
                          </a:rPr>
                          <m:t>2</m:t>
                        </m:r>
                      </m:sub>
                    </m:sSub>
                  </m:oMath>
                </a14:m>
                <a:r>
                  <a:rPr lang="en-US" altLang="zh-CN" sz="1600" dirty="0">
                    <a:latin typeface="微软雅黑" panose="020B0503020204020204" pitchFamily="34" charset="-122"/>
                    <a:ea typeface="微软雅黑" panose="020B0503020204020204" pitchFamily="34" charset="-122"/>
                    <a:sym typeface="Wingdings" panose="05000000000000000000" pitchFamily="2" charset="2"/>
                  </a:rPr>
                  <a:t>↑</a:t>
                </a:r>
                <a14:m>
                  <m:oMath xmlns:m="http://schemas.openxmlformats.org/officeDocument/2006/math">
                    <m:f>
                      <m:fPr>
                        <m:ctrlPr>
                          <a:rPr lang="en-US" altLang="zh-CN" sz="1600" i="1" dirty="0">
                            <a:latin typeface="Cambria Math" panose="02040503050406030204" pitchFamily="18" charset="0"/>
                          </a:rPr>
                        </m:ctrlPr>
                      </m:fPr>
                      <m:num>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𝑀𝑈</m:t>
                            </m:r>
                          </m:e>
                          <m:sub>
                            <m:r>
                              <a:rPr lang="en-US" altLang="zh-CN" sz="1600" i="1" dirty="0">
                                <a:latin typeface="Cambria Math" panose="02040503050406030204" pitchFamily="18" charset="0"/>
                              </a:rPr>
                              <m:t>1</m:t>
                            </m:r>
                          </m:sub>
                        </m:sSub>
                      </m:num>
                      <m:den>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𝑀𝑈</m:t>
                            </m:r>
                          </m:e>
                          <m:sub>
                            <m:r>
                              <a:rPr lang="en-US" altLang="zh-CN" sz="1600" i="1" dirty="0">
                                <a:latin typeface="Cambria Math" panose="02040503050406030204" pitchFamily="18" charset="0"/>
                              </a:rPr>
                              <m:t>2</m:t>
                            </m:r>
                          </m:sub>
                        </m:sSub>
                      </m:den>
                    </m:f>
                  </m:oMath>
                </a14:m>
                <a:r>
                  <a:rPr lang="zh-CN" altLang="en-US" sz="1600" dirty="0">
                    <a:latin typeface="微软雅黑" panose="020B0503020204020204" pitchFamily="34" charset="-122"/>
                    <a:ea typeface="微软雅黑" panose="020B0503020204020204" pitchFamily="34" charset="-122"/>
                  </a:rPr>
                  <a:t> ↓</a:t>
                </a:r>
                <a:endParaRPr lang="en-US" altLang="zh-CN" sz="1600" dirty="0">
                  <a:latin typeface="微软雅黑" panose="020B0503020204020204" pitchFamily="34" charset="-122"/>
                  <a:ea typeface="微软雅黑" panose="020B0503020204020204" pitchFamily="34" charset="-122"/>
                </a:endParaRPr>
              </a:p>
            </p:txBody>
          </p:sp>
        </mc:Choice>
        <mc:Fallback xmlns="">
          <p:sp>
            <p:nvSpPr>
              <p:cNvPr id="7170" name="Rectangle 3"/>
              <p:cNvSpPr>
                <a:spLocks noGrp="1" noRot="1" noChangeAspect="1" noMove="1" noResize="1" noEditPoints="1" noAdjustHandles="1" noChangeArrowheads="1" noChangeShapeType="1" noTextEdit="1"/>
              </p:cNvSpPr>
              <p:nvPr>
                <p:ph type="body" idx="4294967295"/>
              </p:nvPr>
            </p:nvSpPr>
            <p:spPr>
              <a:xfrm>
                <a:off x="880929" y="3022121"/>
                <a:ext cx="7872636" cy="3574355"/>
              </a:xfrm>
              <a:blipFill>
                <a:blip r:embed="rId5"/>
                <a:stretch>
                  <a:fillRect t="-171"/>
                </a:stretch>
              </a:blipFill>
            </p:spPr>
            <p:txBody>
              <a:bodyPr/>
              <a:lstStyle/>
              <a:p>
                <a:r>
                  <a:rPr lang="zh-CN" altLang="en-US">
                    <a:noFill/>
                  </a:rPr>
                  <a:t> </a:t>
                </a:r>
              </a:p>
            </p:txBody>
          </p:sp>
        </mc:Fallback>
      </mc:AlternateContent>
      <p:sp>
        <p:nvSpPr>
          <p:cNvPr id="84" name="弧形 59">
            <a:extLst>
              <a:ext uri="{FF2B5EF4-FFF2-40B4-BE49-F238E27FC236}">
                <a16:creationId xmlns:a16="http://schemas.microsoft.com/office/drawing/2014/main" id="{3AE952B3-CA03-4148-8E1E-50A89FA59CAB}"/>
              </a:ext>
            </a:extLst>
          </p:cNvPr>
          <p:cNvSpPr>
            <a:spLocks noChangeArrowheads="1"/>
          </p:cNvSpPr>
          <p:nvPr/>
        </p:nvSpPr>
        <p:spPr bwMode="auto">
          <a:xfrm rot="10800000">
            <a:off x="6748039" y="2491821"/>
            <a:ext cx="2961714" cy="2823153"/>
          </a:xfrm>
          <a:custGeom>
            <a:avLst/>
            <a:gdLst>
              <a:gd name="T0" fmla="*/ 1900221 w 3800438"/>
              <a:gd name="T1" fmla="*/ 0 h 3621847"/>
              <a:gd name="T2" fmla="*/ 1900219 w 3800438"/>
              <a:gd name="T3" fmla="*/ 1810924 h 3621847"/>
              <a:gd name="T4" fmla="*/ 3800438 w 3800438"/>
              <a:gd name="T5" fmla="*/ 1810924 h 3621847"/>
              <a:gd name="T6" fmla="*/ 11796480 60000 65536"/>
              <a:gd name="T7" fmla="*/ 11796480 60000 65536"/>
              <a:gd name="T8" fmla="*/ 5898240 60000 65536"/>
              <a:gd name="T9" fmla="*/ 1900221 w 3800438"/>
              <a:gd name="T10" fmla="*/ 0 h 3621847"/>
              <a:gd name="T11" fmla="*/ 3800438 w 3800438"/>
              <a:gd name="T12" fmla="*/ 1810924 h 3621847"/>
            </a:gdLst>
            <a:ahLst/>
            <a:cxnLst>
              <a:cxn ang="T6">
                <a:pos x="T0" y="T1"/>
              </a:cxn>
              <a:cxn ang="T7">
                <a:pos x="T2" y="T3"/>
              </a:cxn>
              <a:cxn ang="T8">
                <a:pos x="T4" y="T5"/>
              </a:cxn>
            </a:cxnLst>
            <a:rect l="T9" t="T10" r="T11" b="T12"/>
            <a:pathLst>
              <a:path w="3800438" h="3621847" stroke="0">
                <a:moveTo>
                  <a:pt x="1900221" y="0"/>
                </a:moveTo>
                <a:lnTo>
                  <a:pt x="1900221" y="0"/>
                </a:lnTo>
                <a:cubicBezTo>
                  <a:pt x="2949682" y="1"/>
                  <a:pt x="3800438" y="810779"/>
                  <a:pt x="3800438" y="1810924"/>
                </a:cubicBezTo>
                <a:cubicBezTo>
                  <a:pt x="3800438" y="1810925"/>
                  <a:pt x="3800437" y="1810926"/>
                  <a:pt x="3800437" y="1810927"/>
                </a:cubicBezTo>
                <a:lnTo>
                  <a:pt x="1900219" y="1810924"/>
                </a:lnTo>
                <a:close/>
              </a:path>
              <a:path w="3800438" h="3621847" fill="none">
                <a:moveTo>
                  <a:pt x="1900221" y="0"/>
                </a:moveTo>
                <a:lnTo>
                  <a:pt x="1900221" y="0"/>
                </a:lnTo>
                <a:cubicBezTo>
                  <a:pt x="2949682" y="1"/>
                  <a:pt x="3800438" y="810779"/>
                  <a:pt x="3800438" y="1810924"/>
                </a:cubicBezTo>
                <a:cubicBezTo>
                  <a:pt x="3800438" y="1810925"/>
                  <a:pt x="3800437" y="1810926"/>
                  <a:pt x="3800437" y="1810927"/>
                </a:cubicBezTo>
              </a:path>
            </a:pathLst>
          </a:custGeom>
          <a:noFill/>
          <a:ln w="38100" cmpd="sng">
            <a:solidFill>
              <a:srgbClr val="F3C97F"/>
            </a:solidFill>
            <a:miter lim="800000"/>
            <a:headEnd/>
            <a:tailEnd/>
          </a:ln>
          <a:effectLst>
            <a:outerShdw dist="23000" dir="5400000" algn="ctr" rotWithShape="0">
              <a:srgbClr val="000000">
                <a:alpha val="32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dirty="0"/>
          </a:p>
        </p:txBody>
      </p:sp>
      <p:grpSp>
        <p:nvGrpSpPr>
          <p:cNvPr id="3" name="组合 2">
            <a:extLst>
              <a:ext uri="{FF2B5EF4-FFF2-40B4-BE49-F238E27FC236}">
                <a16:creationId xmlns:a16="http://schemas.microsoft.com/office/drawing/2014/main" id="{5294336E-EE57-40EB-B2B6-F884D7175D31}"/>
              </a:ext>
            </a:extLst>
          </p:cNvPr>
          <p:cNvGrpSpPr/>
          <p:nvPr/>
        </p:nvGrpSpPr>
        <p:grpSpPr>
          <a:xfrm>
            <a:off x="5956670" y="3717452"/>
            <a:ext cx="3164754" cy="2501655"/>
            <a:chOff x="5395420" y="2967468"/>
            <a:chExt cx="3164754" cy="2501655"/>
          </a:xfrm>
        </p:grpSpPr>
        <p:cxnSp>
          <p:nvCxnSpPr>
            <p:cNvPr id="82" name="直接箭头连接符 56">
              <a:extLst>
                <a:ext uri="{FF2B5EF4-FFF2-40B4-BE49-F238E27FC236}">
                  <a16:creationId xmlns:a16="http://schemas.microsoft.com/office/drawing/2014/main" id="{7489B410-854E-4400-99F4-EEAA852D1CDD}"/>
                </a:ext>
              </a:extLst>
            </p:cNvPr>
            <p:cNvCxnSpPr>
              <a:cxnSpLocks noChangeShapeType="1"/>
            </p:cNvCxnSpPr>
            <p:nvPr/>
          </p:nvCxnSpPr>
          <p:spPr bwMode="auto">
            <a:xfrm>
              <a:off x="5538974" y="5227721"/>
              <a:ext cx="2513869" cy="1237"/>
            </a:xfrm>
            <a:prstGeom prst="straightConnector1">
              <a:avLst/>
            </a:prstGeom>
            <a:noFill/>
            <a:ln w="9525" cmpd="sng">
              <a:solidFill>
                <a:srgbClr val="A6A6A6"/>
              </a:solidFill>
              <a:round/>
              <a:headEnd/>
              <a:tailEnd type="stealth" w="med" len="lg"/>
            </a:ln>
            <a:extLst>
              <a:ext uri="{909E8E84-426E-40DD-AFC4-6F175D3DCCD1}">
                <a14:hiddenFill xmlns:a14="http://schemas.microsoft.com/office/drawing/2010/main">
                  <a:noFill/>
                </a14:hiddenFill>
              </a:ext>
            </a:extLst>
          </p:spPr>
        </p:cxnSp>
        <p:cxnSp>
          <p:nvCxnSpPr>
            <p:cNvPr id="83" name="直接箭头连接符 57">
              <a:extLst>
                <a:ext uri="{FF2B5EF4-FFF2-40B4-BE49-F238E27FC236}">
                  <a16:creationId xmlns:a16="http://schemas.microsoft.com/office/drawing/2014/main" id="{34C22E31-38D5-4877-BC29-686FF69BC24C}"/>
                </a:ext>
              </a:extLst>
            </p:cNvPr>
            <p:cNvCxnSpPr>
              <a:cxnSpLocks noChangeShapeType="1"/>
            </p:cNvCxnSpPr>
            <p:nvPr/>
          </p:nvCxnSpPr>
          <p:spPr bwMode="auto">
            <a:xfrm rot="16200000" flipV="1">
              <a:off x="4402042" y="4077182"/>
              <a:ext cx="2260254" cy="40825"/>
            </a:xfrm>
            <a:prstGeom prst="straightConnector1">
              <a:avLst/>
            </a:prstGeom>
            <a:noFill/>
            <a:ln w="9525" cmpd="sng">
              <a:solidFill>
                <a:srgbClr val="A6A6A6"/>
              </a:solidFill>
              <a:round/>
              <a:headEnd/>
              <a:tailEnd type="stealth" w="med" len="lg"/>
            </a:ln>
            <a:extLst>
              <a:ext uri="{909E8E84-426E-40DD-AFC4-6F175D3DCCD1}">
                <a14:hiddenFill xmlns:a14="http://schemas.microsoft.com/office/drawing/2010/main">
                  <a:noFill/>
                </a14:hiddenFill>
              </a:ext>
            </a:extLst>
          </p:spPr>
        </p:cxnSp>
        <p:graphicFrame>
          <p:nvGraphicFramePr>
            <p:cNvPr id="78" name="Object 19">
              <a:extLst>
                <a:ext uri="{FF2B5EF4-FFF2-40B4-BE49-F238E27FC236}">
                  <a16:creationId xmlns:a16="http://schemas.microsoft.com/office/drawing/2014/main" id="{B3349770-5F4B-4F1F-8B29-9FF281367A28}"/>
                </a:ext>
              </a:extLst>
            </p:cNvPr>
            <p:cNvGraphicFramePr>
              <a:graphicFrameLocks noChangeAspect="1"/>
            </p:cNvGraphicFramePr>
            <p:nvPr>
              <p:extLst>
                <p:ext uri="{D42A27DB-BD31-4B8C-83A1-F6EECF244321}">
                  <p14:modId xmlns:p14="http://schemas.microsoft.com/office/powerpoint/2010/main" val="1160603147"/>
                </p:ext>
              </p:extLst>
            </p:nvPr>
          </p:nvGraphicFramePr>
          <p:xfrm>
            <a:off x="5395420" y="5275095"/>
            <a:ext cx="138561" cy="194028"/>
          </p:xfrm>
          <a:graphic>
            <a:graphicData uri="http://schemas.openxmlformats.org/presentationml/2006/ole">
              <mc:AlternateContent xmlns:mc="http://schemas.openxmlformats.org/markup-compatibility/2006">
                <mc:Choice xmlns:v="urn:schemas-microsoft-com:vml" Requires="v">
                  <p:oleObj spid="_x0000_s86922" r:id="rId6" imgW="127262" imgH="178040" progId="">
                    <p:embed/>
                  </p:oleObj>
                </mc:Choice>
                <mc:Fallback>
                  <p:oleObj r:id="rId6" imgW="127262" imgH="178040" progId="">
                    <p:embed/>
                    <p:pic>
                      <p:nvPicPr>
                        <p:cNvPr id="13" name="Object 1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95420" y="5275095"/>
                          <a:ext cx="138561" cy="1940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9" name="Object 24">
              <a:extLst>
                <a:ext uri="{FF2B5EF4-FFF2-40B4-BE49-F238E27FC236}">
                  <a16:creationId xmlns:a16="http://schemas.microsoft.com/office/drawing/2014/main" id="{C517BCFA-242C-452D-8156-A98350B6B2A0}"/>
                </a:ext>
              </a:extLst>
            </p:cNvPr>
            <p:cNvGraphicFramePr>
              <a:graphicFrameLocks noChangeAspect="1"/>
            </p:cNvGraphicFramePr>
            <p:nvPr>
              <p:extLst>
                <p:ext uri="{D42A27DB-BD31-4B8C-83A1-F6EECF244321}">
                  <p14:modId xmlns:p14="http://schemas.microsoft.com/office/powerpoint/2010/main" val="2447452226"/>
                </p:ext>
              </p:extLst>
            </p:nvPr>
          </p:nvGraphicFramePr>
          <p:xfrm>
            <a:off x="5990074" y="3566988"/>
            <a:ext cx="166273" cy="177942"/>
          </p:xfrm>
          <a:graphic>
            <a:graphicData uri="http://schemas.openxmlformats.org/presentationml/2006/ole">
              <mc:AlternateContent xmlns:mc="http://schemas.openxmlformats.org/markup-compatibility/2006">
                <mc:Choice xmlns:v="urn:schemas-microsoft-com:vml" Requires="v">
                  <p:oleObj spid="_x0000_s86923" r:id="rId8" imgW="152783" imgH="165489" progId="">
                    <p:embed/>
                  </p:oleObj>
                </mc:Choice>
                <mc:Fallback>
                  <p:oleObj r:id="rId8" imgW="152783" imgH="165489" progId="">
                    <p:embed/>
                    <p:pic>
                      <p:nvPicPr>
                        <p:cNvPr id="14" name="Object 2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990074" y="3566988"/>
                          <a:ext cx="166273" cy="177942"/>
                        </a:xfrm>
                        <a:prstGeom prst="rect">
                          <a:avLst/>
                        </a:prstGeom>
                        <a:noFill/>
                        <a:ln>
                          <a:noFill/>
                        </a:ln>
                        <a:effectLst/>
                      </p:spPr>
                    </p:pic>
                  </p:oleObj>
                </mc:Fallback>
              </mc:AlternateContent>
            </a:graphicData>
          </a:graphic>
        </p:graphicFrame>
        <p:graphicFrame>
          <p:nvGraphicFramePr>
            <p:cNvPr id="80" name="Object 25">
              <a:extLst>
                <a:ext uri="{FF2B5EF4-FFF2-40B4-BE49-F238E27FC236}">
                  <a16:creationId xmlns:a16="http://schemas.microsoft.com/office/drawing/2014/main" id="{0AAE8AD6-D2E3-485E-9F9F-B475B1FA693C}"/>
                </a:ext>
              </a:extLst>
            </p:cNvPr>
            <p:cNvGraphicFramePr>
              <a:graphicFrameLocks noChangeAspect="1"/>
            </p:cNvGraphicFramePr>
            <p:nvPr>
              <p:extLst>
                <p:ext uri="{D42A27DB-BD31-4B8C-83A1-F6EECF244321}">
                  <p14:modId xmlns:p14="http://schemas.microsoft.com/office/powerpoint/2010/main" val="2519699131"/>
                </p:ext>
              </p:extLst>
            </p:nvPr>
          </p:nvGraphicFramePr>
          <p:xfrm>
            <a:off x="6444329" y="4302265"/>
            <a:ext cx="166273" cy="180169"/>
          </p:xfrm>
          <a:graphic>
            <a:graphicData uri="http://schemas.openxmlformats.org/presentationml/2006/ole">
              <mc:AlternateContent xmlns:mc="http://schemas.openxmlformats.org/markup-compatibility/2006">
                <mc:Choice xmlns:v="urn:schemas-microsoft-com:vml" Requires="v">
                  <p:oleObj spid="_x0000_s86924" r:id="rId10" imgW="152783" imgH="165489" progId="">
                    <p:embed/>
                  </p:oleObj>
                </mc:Choice>
                <mc:Fallback>
                  <p:oleObj r:id="rId10" imgW="152783" imgH="165489" progId="">
                    <p:embed/>
                    <p:pic>
                      <p:nvPicPr>
                        <p:cNvPr id="15" name="Object 2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444329" y="4302265"/>
                          <a:ext cx="166273" cy="1801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1" name="Object 26">
              <a:extLst>
                <a:ext uri="{FF2B5EF4-FFF2-40B4-BE49-F238E27FC236}">
                  <a16:creationId xmlns:a16="http://schemas.microsoft.com/office/drawing/2014/main" id="{04E80F34-19C1-4173-A40F-44842A8B2CA5}"/>
                </a:ext>
              </a:extLst>
            </p:cNvPr>
            <p:cNvGraphicFramePr>
              <a:graphicFrameLocks noChangeAspect="1"/>
            </p:cNvGraphicFramePr>
            <p:nvPr>
              <p:extLst>
                <p:ext uri="{D42A27DB-BD31-4B8C-83A1-F6EECF244321}">
                  <p14:modId xmlns:p14="http://schemas.microsoft.com/office/powerpoint/2010/main" val="2015451789"/>
                </p:ext>
              </p:extLst>
            </p:nvPr>
          </p:nvGraphicFramePr>
          <p:xfrm>
            <a:off x="6970097" y="4508528"/>
            <a:ext cx="166273" cy="194028"/>
          </p:xfrm>
          <a:graphic>
            <a:graphicData uri="http://schemas.openxmlformats.org/presentationml/2006/ole">
              <mc:AlternateContent xmlns:mc="http://schemas.openxmlformats.org/markup-compatibility/2006">
                <mc:Choice xmlns:v="urn:schemas-microsoft-com:vml" Requires="v">
                  <p:oleObj spid="_x0000_s86925" r:id="rId12" imgW="152717" imgH="178117" progId="">
                    <p:embed/>
                  </p:oleObj>
                </mc:Choice>
                <mc:Fallback>
                  <p:oleObj r:id="rId12" imgW="152717" imgH="178117" progId="">
                    <p:embed/>
                    <p:pic>
                      <p:nvPicPr>
                        <p:cNvPr id="16" name="Object 2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970097" y="4508528"/>
                          <a:ext cx="166273" cy="1940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4" name="椭圆 28">
              <a:extLst>
                <a:ext uri="{FF2B5EF4-FFF2-40B4-BE49-F238E27FC236}">
                  <a16:creationId xmlns:a16="http://schemas.microsoft.com/office/drawing/2014/main" id="{E9380513-CC05-4DC8-8E86-758903F12E0D}"/>
                </a:ext>
              </a:extLst>
            </p:cNvPr>
            <p:cNvSpPr>
              <a:spLocks noChangeArrowheads="1"/>
            </p:cNvSpPr>
            <p:nvPr/>
          </p:nvSpPr>
          <p:spPr bwMode="auto">
            <a:xfrm flipH="1" flipV="1">
              <a:off x="6238576" y="3699906"/>
              <a:ext cx="50723" cy="50722"/>
            </a:xfrm>
            <a:prstGeom prst="ellipse">
              <a:avLst/>
            </a:prstGeom>
            <a:solidFill>
              <a:srgbClr val="BB1528"/>
            </a:solidFill>
            <a:ln w="25400" cmpd="sng">
              <a:solidFill>
                <a:srgbClr val="BB1528"/>
              </a:solidFill>
              <a:round/>
              <a:headEnd/>
              <a:tailEnd/>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a:solidFill>
                  <a:srgbClr val="FFFFFF"/>
                </a:solidFill>
              </a:endParaRPr>
            </a:p>
          </p:txBody>
        </p:sp>
        <p:sp>
          <p:nvSpPr>
            <p:cNvPr id="75" name="椭圆 29">
              <a:extLst>
                <a:ext uri="{FF2B5EF4-FFF2-40B4-BE49-F238E27FC236}">
                  <a16:creationId xmlns:a16="http://schemas.microsoft.com/office/drawing/2014/main" id="{CDE430C0-8C74-414A-9E68-46AB0EA0EA1A}"/>
                </a:ext>
              </a:extLst>
            </p:cNvPr>
            <p:cNvSpPr>
              <a:spLocks noChangeArrowheads="1"/>
            </p:cNvSpPr>
            <p:nvPr/>
          </p:nvSpPr>
          <p:spPr bwMode="auto">
            <a:xfrm>
              <a:off x="6640029" y="4247906"/>
              <a:ext cx="50722" cy="50722"/>
            </a:xfrm>
            <a:prstGeom prst="ellipse">
              <a:avLst/>
            </a:prstGeom>
            <a:solidFill>
              <a:srgbClr val="BB1528"/>
            </a:solidFill>
            <a:ln w="25400" cmpd="sng">
              <a:solidFill>
                <a:srgbClr val="BB1528"/>
              </a:solidFill>
              <a:round/>
              <a:headEnd/>
              <a:tailEnd/>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a:solidFill>
                  <a:srgbClr val="FFFFFF"/>
                </a:solidFill>
              </a:endParaRPr>
            </a:p>
          </p:txBody>
        </p:sp>
        <p:sp>
          <p:nvSpPr>
            <p:cNvPr id="76" name="椭圆 31">
              <a:extLst>
                <a:ext uri="{FF2B5EF4-FFF2-40B4-BE49-F238E27FC236}">
                  <a16:creationId xmlns:a16="http://schemas.microsoft.com/office/drawing/2014/main" id="{4A5545C1-3EEA-45D2-BB5E-1F81F59ED210}"/>
                </a:ext>
              </a:extLst>
            </p:cNvPr>
            <p:cNvSpPr>
              <a:spLocks noChangeArrowheads="1"/>
            </p:cNvSpPr>
            <p:nvPr/>
          </p:nvSpPr>
          <p:spPr bwMode="auto">
            <a:xfrm>
              <a:off x="7053234" y="4494097"/>
              <a:ext cx="50722" cy="50723"/>
            </a:xfrm>
            <a:prstGeom prst="ellipse">
              <a:avLst/>
            </a:prstGeom>
            <a:solidFill>
              <a:srgbClr val="BB1528"/>
            </a:solidFill>
            <a:ln w="25400" cmpd="sng">
              <a:solidFill>
                <a:srgbClr val="BB1528"/>
              </a:solidFill>
              <a:round/>
              <a:headEnd/>
              <a:tailEnd/>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a:solidFill>
                  <a:srgbClr val="FFFFFF"/>
                </a:solidFill>
              </a:endParaRPr>
            </a:p>
          </p:txBody>
        </p:sp>
        <p:sp>
          <p:nvSpPr>
            <p:cNvPr id="22" name="矩形 21">
              <a:extLst>
                <a:ext uri="{FF2B5EF4-FFF2-40B4-BE49-F238E27FC236}">
                  <a16:creationId xmlns:a16="http://schemas.microsoft.com/office/drawing/2014/main" id="{90729294-5C8A-4D0C-9746-4E3826EFB9A1}"/>
                </a:ext>
              </a:extLst>
            </p:cNvPr>
            <p:cNvSpPr/>
            <p:nvPr/>
          </p:nvSpPr>
          <p:spPr>
            <a:xfrm>
              <a:off x="6690751" y="3264519"/>
              <a:ext cx="1869423" cy="338554"/>
            </a:xfrm>
            <a:prstGeom prst="rect">
              <a:avLst/>
            </a:prstGeom>
          </p:spPr>
          <p:txBody>
            <a:bodyPr wrap="none">
              <a:spAutoFit/>
            </a:bodyPr>
            <a:lstStyle/>
            <a:p>
              <a:r>
                <a:rPr lang="zh-CN" altLang="en-US" sz="1600" dirty="0">
                  <a:latin typeface="微软雅黑" panose="020B0503020204020204" pitchFamily="34" charset="-122"/>
                  <a:ea typeface="微软雅黑" panose="020B0503020204020204" pitchFamily="34" charset="-122"/>
                </a:rPr>
                <a:t>斜率绝对值为</a:t>
              </a:r>
              <a:r>
                <a:rPr lang="en-US" altLang="zh-CN" sz="1600" dirty="0">
                  <a:latin typeface="微软雅黑" panose="020B0503020204020204" pitchFamily="34" charset="-122"/>
                  <a:ea typeface="微软雅黑" panose="020B0503020204020204" pitchFamily="34" charset="-122"/>
                </a:rPr>
                <a:t>MRS</a:t>
              </a:r>
              <a:endParaRPr lang="zh-CN" altLang="en-US" sz="1600" dirty="0">
                <a:latin typeface="微软雅黑" panose="020B0503020204020204" pitchFamily="34" charset="-122"/>
                <a:ea typeface="微软雅黑" panose="020B0503020204020204" pitchFamily="34" charset="-122"/>
              </a:endParaRPr>
            </a:p>
          </p:txBody>
        </p:sp>
      </p:grpSp>
      <p:sp>
        <p:nvSpPr>
          <p:cNvPr id="21" name="Rectangle 3">
            <a:extLst>
              <a:ext uri="{FF2B5EF4-FFF2-40B4-BE49-F238E27FC236}">
                <a16:creationId xmlns:a16="http://schemas.microsoft.com/office/drawing/2014/main" id="{B7CA0174-DA62-4579-82D9-DFBB0E0BA6E0}"/>
              </a:ext>
            </a:extLst>
          </p:cNvPr>
          <p:cNvSpPr txBox="1">
            <a:spLocks noChangeArrowheads="1"/>
          </p:cNvSpPr>
          <p:nvPr/>
        </p:nvSpPr>
        <p:spPr bwMode="auto">
          <a:xfrm>
            <a:off x="1100059" y="1803704"/>
            <a:ext cx="7559128" cy="1193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2" indent="0" defTabSz="457200" eaLnBrk="1" hangingPunct="1">
              <a:lnSpc>
                <a:spcPts val="2600"/>
              </a:lnSpc>
              <a:spcBef>
                <a:spcPct val="0"/>
              </a:spcBef>
              <a:spcAft>
                <a:spcPts val="1800"/>
              </a:spcAft>
              <a:buNone/>
              <a:defRPr/>
            </a:pPr>
            <a:r>
              <a:rPr lang="zh-CN" altLang="en-US" sz="1800" spc="150" dirty="0">
                <a:solidFill>
                  <a:srgbClr val="000000"/>
                </a:solidFill>
                <a:latin typeface="微软雅黑" panose="020B0503020204020204" pitchFamily="34" charset="-122"/>
                <a:ea typeface="微软雅黑" panose="020B0503020204020204" pitchFamily="34" charset="-122"/>
              </a:rPr>
              <a:t>是指在保持效用水平不变的条件下，随着一种商品消费数量的增加，消费者增加一单位该商品的消费而愿意放弃的另外一种商品的消费数量逐渐减少。该规律与前面无差异曲线凸向原点的特点一致。</a:t>
            </a:r>
            <a:endParaRPr lang="en-US" altLang="zh-CN" sz="1800" spc="150" dirty="0">
              <a:solidFill>
                <a:srgbClr val="000000"/>
              </a:solidFill>
              <a:latin typeface="微软雅黑" panose="020B0503020204020204" pitchFamily="34" charset="-122"/>
              <a:ea typeface="微软雅黑" panose="020B0503020204020204" pitchFamily="34" charset="-122"/>
            </a:endParaRPr>
          </a:p>
        </p:txBody>
      </p:sp>
      <p:sp>
        <p:nvSpPr>
          <p:cNvPr id="23" name="矩形 22">
            <a:extLst>
              <a:ext uri="{FF2B5EF4-FFF2-40B4-BE49-F238E27FC236}">
                <a16:creationId xmlns:a16="http://schemas.microsoft.com/office/drawing/2014/main" id="{129B3D3C-832A-4F29-81D6-2A0DBE7E25C4}"/>
              </a:ext>
            </a:extLst>
          </p:cNvPr>
          <p:cNvSpPr/>
          <p:nvPr/>
        </p:nvSpPr>
        <p:spPr>
          <a:xfrm>
            <a:off x="6593747" y="0"/>
            <a:ext cx="2550253" cy="369332"/>
          </a:xfrm>
          <a:prstGeom prst="rect">
            <a:avLst/>
          </a:prstGeom>
        </p:spPr>
        <p:txBody>
          <a:bodyPr wrap="squar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 第二节  </a:t>
            </a:r>
            <a:r>
              <a:rPr lang="zh-CN" altLang="en-US" spc="150" dirty="0">
                <a:latin typeface="微软雅黑" panose="020B0503020204020204" pitchFamily="34" charset="-122"/>
                <a:ea typeface="微软雅黑" panose="020B0503020204020204" pitchFamily="34" charset="-122"/>
              </a:rPr>
              <a:t>无差异曲线</a:t>
            </a:r>
            <a:endParaRPr lang="zh-CN" altLang="en-US" spc="150" dirty="0">
              <a:solidFill>
                <a:srgbClr val="000000"/>
              </a:solidFill>
              <a:latin typeface="微软雅黑" panose="020B0503020204020204" pitchFamily="34" charset="-122"/>
              <a:ea typeface="微软雅黑" panose="020B0503020204020204" pitchFamily="34" charset="-122"/>
            </a:endParaRPr>
          </a:p>
        </p:txBody>
      </p:sp>
      <p:sp>
        <p:nvSpPr>
          <p:cNvPr id="24" name="矩形 23">
            <a:extLst>
              <a:ext uri="{FF2B5EF4-FFF2-40B4-BE49-F238E27FC236}">
                <a16:creationId xmlns:a16="http://schemas.microsoft.com/office/drawing/2014/main" id="{F19CA0A4-D1A3-4579-8B3E-4819288190C7}"/>
              </a:ext>
            </a:extLst>
          </p:cNvPr>
          <p:cNvSpPr/>
          <p:nvPr/>
        </p:nvSpPr>
        <p:spPr>
          <a:xfrm>
            <a:off x="467544" y="548680"/>
            <a:ext cx="4435830"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三、边际替代率及其递减规律</a:t>
            </a:r>
          </a:p>
        </p:txBody>
      </p:sp>
      <p:grpSp>
        <p:nvGrpSpPr>
          <p:cNvPr id="20" name="组合 19">
            <a:extLst>
              <a:ext uri="{FF2B5EF4-FFF2-40B4-BE49-F238E27FC236}">
                <a16:creationId xmlns:a16="http://schemas.microsoft.com/office/drawing/2014/main" id="{40DC116F-3F81-4AAD-9FBE-4250AE5D2ED7}"/>
              </a:ext>
            </a:extLst>
          </p:cNvPr>
          <p:cNvGrpSpPr/>
          <p:nvPr/>
        </p:nvGrpSpPr>
        <p:grpSpPr>
          <a:xfrm>
            <a:off x="467544" y="1213829"/>
            <a:ext cx="3509370" cy="461665"/>
            <a:chOff x="467544" y="1161144"/>
            <a:chExt cx="3806023" cy="659493"/>
          </a:xfrm>
        </p:grpSpPr>
        <p:sp>
          <p:nvSpPr>
            <p:cNvPr id="25" name="MH_Text_1">
              <a:extLst>
                <a:ext uri="{FF2B5EF4-FFF2-40B4-BE49-F238E27FC236}">
                  <a16:creationId xmlns:a16="http://schemas.microsoft.com/office/drawing/2014/main" id="{8D503BEA-6C6E-49BD-8CBD-D25B2C126B3E}"/>
                </a:ext>
              </a:extLst>
            </p:cNvPr>
            <p:cNvSpPr/>
            <p:nvPr>
              <p:custDataLst>
                <p:tags r:id="rId2"/>
              </p:custDataLst>
            </p:nvPr>
          </p:nvSpPr>
          <p:spPr bwMode="auto">
            <a:xfrm>
              <a:off x="467544" y="1161144"/>
              <a:ext cx="3806023" cy="659493"/>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algn="ctr">
                <a:defRPr/>
              </a:pPr>
              <a:r>
                <a:rPr lang="zh-CN" altLang="en-US" sz="2000" spc="150" dirty="0">
                  <a:solidFill>
                    <a:srgbClr val="000000"/>
                  </a:solidFill>
                  <a:latin typeface="微软雅黑" panose="020B0503020204020204" pitchFamily="34" charset="-122"/>
                  <a:ea typeface="微软雅黑" panose="020B0503020204020204" pitchFamily="34" charset="-122"/>
                </a:rPr>
                <a:t>商品的边际替代率递减规律</a:t>
              </a:r>
            </a:p>
          </p:txBody>
        </p:sp>
        <p:sp>
          <p:nvSpPr>
            <p:cNvPr id="26" name="MH_Other_2">
              <a:extLst>
                <a:ext uri="{FF2B5EF4-FFF2-40B4-BE49-F238E27FC236}">
                  <a16:creationId xmlns:a16="http://schemas.microsoft.com/office/drawing/2014/main" id="{6B1A95F9-5C18-4A74-A1C7-FDC4775E7401}"/>
                </a:ext>
              </a:extLst>
            </p:cNvPr>
            <p:cNvSpPr/>
            <p:nvPr>
              <p:custDataLst>
                <p:tags r:id="rId3"/>
              </p:custDataLst>
            </p:nvPr>
          </p:nvSpPr>
          <p:spPr bwMode="auto">
            <a:xfrm rot="10800000">
              <a:off x="4004344" y="1240922"/>
              <a:ext cx="189743" cy="162838"/>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
        <p:nvSpPr>
          <p:cNvPr id="27" name="标注: 线形 26">
            <a:extLst>
              <a:ext uri="{FF2B5EF4-FFF2-40B4-BE49-F238E27FC236}">
                <a16:creationId xmlns:a16="http://schemas.microsoft.com/office/drawing/2014/main" id="{74025CD2-96ED-4263-8BD7-7BC47BF83A5B}"/>
              </a:ext>
            </a:extLst>
          </p:cNvPr>
          <p:cNvSpPr/>
          <p:nvPr/>
        </p:nvSpPr>
        <p:spPr bwMode="auto">
          <a:xfrm>
            <a:off x="5781390" y="534260"/>
            <a:ext cx="3185272" cy="1028936"/>
          </a:xfrm>
          <a:prstGeom prst="borderCallout1">
            <a:avLst>
              <a:gd name="adj1" fmla="val 49100"/>
              <a:gd name="adj2" fmla="val -775"/>
              <a:gd name="adj3" fmla="val 61139"/>
              <a:gd name="adj4" fmla="val -12636"/>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边际替代率递减规律反映出两种商品对消费者而言稀缺程度的相对变动，也反映出它们满足消费者偏好的相对能力的变动。</a:t>
            </a:r>
          </a:p>
        </p:txBody>
      </p:sp>
      <p:sp>
        <p:nvSpPr>
          <p:cNvPr id="2" name="标注: 线形 1">
            <a:extLst>
              <a:ext uri="{FF2B5EF4-FFF2-40B4-BE49-F238E27FC236}">
                <a16:creationId xmlns:a16="http://schemas.microsoft.com/office/drawing/2014/main" id="{0AD00FA7-F73A-4C5C-B080-FE67F541CAC7}"/>
              </a:ext>
            </a:extLst>
          </p:cNvPr>
          <p:cNvSpPr/>
          <p:nvPr/>
        </p:nvSpPr>
        <p:spPr bwMode="auto">
          <a:xfrm>
            <a:off x="-50797" y="5361582"/>
            <a:ext cx="1863452" cy="663497"/>
          </a:xfrm>
          <a:prstGeom prst="borderCallout1">
            <a:avLst>
              <a:gd name="adj1" fmla="val -19242"/>
              <a:gd name="adj2" fmla="val 44394"/>
              <a:gd name="adj3" fmla="val -43083"/>
              <a:gd name="adj4" fmla="val 10058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借助于边际效用及其递减规律</a:t>
            </a:r>
          </a:p>
        </p:txBody>
      </p:sp>
    </p:spTree>
    <p:extLst>
      <p:ext uri="{BB962C8B-B14F-4D97-AF65-F5344CB8AC3E}">
        <p14:creationId xmlns:p14="http://schemas.microsoft.com/office/powerpoint/2010/main" val="1700694983"/>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barn(inVertical)">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1000"/>
                                        <p:tgtEl>
                                          <p:spTgt spid="21"/>
                                        </p:tgtEl>
                                      </p:cBhvr>
                                    </p:animEffect>
                                    <p:anim calcmode="lin" valueType="num">
                                      <p:cBhvr>
                                        <p:cTn id="13" dur="1000" fill="hold"/>
                                        <p:tgtEl>
                                          <p:spTgt spid="21"/>
                                        </p:tgtEl>
                                        <p:attrNameLst>
                                          <p:attrName>ppt_x</p:attrName>
                                        </p:attrNameLst>
                                      </p:cBhvr>
                                      <p:tavLst>
                                        <p:tav tm="0">
                                          <p:val>
                                            <p:strVal val="#ppt_x"/>
                                          </p:val>
                                        </p:tav>
                                        <p:tav tm="100000">
                                          <p:val>
                                            <p:strVal val="#ppt_x"/>
                                          </p:val>
                                        </p:tav>
                                      </p:tavLst>
                                    </p:anim>
                                    <p:anim calcmode="lin" valueType="num">
                                      <p:cBhvr>
                                        <p:cTn id="14"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8" presetClass="entr" presetSubtype="6" fill="hold" nodeType="clickEffect">
                                  <p:stCondLst>
                                    <p:cond delay="0"/>
                                  </p:stCondLst>
                                  <p:childTnLst>
                                    <p:set>
                                      <p:cBhvr>
                                        <p:cTn id="18" dur="1" fill="hold">
                                          <p:stCondLst>
                                            <p:cond delay="0"/>
                                          </p:stCondLst>
                                        </p:cTn>
                                        <p:tgtEl>
                                          <p:spTgt spid="7170">
                                            <p:txEl>
                                              <p:pRg st="0" end="0"/>
                                            </p:txEl>
                                          </p:spTgt>
                                        </p:tgtEl>
                                        <p:attrNameLst>
                                          <p:attrName>style.visibility</p:attrName>
                                        </p:attrNameLst>
                                      </p:cBhvr>
                                      <p:to>
                                        <p:strVal val="visible"/>
                                      </p:to>
                                    </p:set>
                                    <p:animEffect transition="in" filter="strips(downRight)">
                                      <p:cBhvr>
                                        <p:cTn id="19" dur="500"/>
                                        <p:tgtEl>
                                          <p:spTgt spid="7170">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8" presetClass="entr" presetSubtype="6" fill="hold" nodeType="clickEffect">
                                  <p:stCondLst>
                                    <p:cond delay="0"/>
                                  </p:stCondLst>
                                  <p:childTnLst>
                                    <p:set>
                                      <p:cBhvr>
                                        <p:cTn id="23" dur="1" fill="hold">
                                          <p:stCondLst>
                                            <p:cond delay="0"/>
                                          </p:stCondLst>
                                        </p:cTn>
                                        <p:tgtEl>
                                          <p:spTgt spid="7170">
                                            <p:txEl>
                                              <p:pRg st="1" end="1"/>
                                            </p:txEl>
                                          </p:spTgt>
                                        </p:tgtEl>
                                        <p:attrNameLst>
                                          <p:attrName>style.visibility</p:attrName>
                                        </p:attrNameLst>
                                      </p:cBhvr>
                                      <p:to>
                                        <p:strVal val="visible"/>
                                      </p:to>
                                    </p:set>
                                    <p:animEffect transition="in" filter="strips(downRight)">
                                      <p:cBhvr>
                                        <p:cTn id="24" dur="500"/>
                                        <p:tgtEl>
                                          <p:spTgt spid="7170">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8" presetClass="entr" presetSubtype="6" fill="hold" nodeType="clickEffect">
                                  <p:stCondLst>
                                    <p:cond delay="0"/>
                                  </p:stCondLst>
                                  <p:childTnLst>
                                    <p:set>
                                      <p:cBhvr>
                                        <p:cTn id="28" dur="1" fill="hold">
                                          <p:stCondLst>
                                            <p:cond delay="0"/>
                                          </p:stCondLst>
                                        </p:cTn>
                                        <p:tgtEl>
                                          <p:spTgt spid="7170">
                                            <p:txEl>
                                              <p:pRg st="2" end="2"/>
                                            </p:txEl>
                                          </p:spTgt>
                                        </p:tgtEl>
                                        <p:attrNameLst>
                                          <p:attrName>style.visibility</p:attrName>
                                        </p:attrNameLst>
                                      </p:cBhvr>
                                      <p:to>
                                        <p:strVal val="visible"/>
                                      </p:to>
                                    </p:set>
                                    <p:animEffect transition="in" filter="strips(downRight)">
                                      <p:cBhvr>
                                        <p:cTn id="29" dur="500"/>
                                        <p:tgtEl>
                                          <p:spTgt spid="7170">
                                            <p:txEl>
                                              <p:pRg st="2" end="2"/>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8" presetClass="entr" presetSubtype="6" fill="hold" nodeType="clickEffect">
                                  <p:stCondLst>
                                    <p:cond delay="0"/>
                                  </p:stCondLst>
                                  <p:childTnLst>
                                    <p:set>
                                      <p:cBhvr>
                                        <p:cTn id="33" dur="1" fill="hold">
                                          <p:stCondLst>
                                            <p:cond delay="0"/>
                                          </p:stCondLst>
                                        </p:cTn>
                                        <p:tgtEl>
                                          <p:spTgt spid="7170">
                                            <p:txEl>
                                              <p:pRg st="3" end="3"/>
                                            </p:txEl>
                                          </p:spTgt>
                                        </p:tgtEl>
                                        <p:attrNameLst>
                                          <p:attrName>style.visibility</p:attrName>
                                        </p:attrNameLst>
                                      </p:cBhvr>
                                      <p:to>
                                        <p:strVal val="visible"/>
                                      </p:to>
                                    </p:set>
                                    <p:animEffect transition="in" filter="strips(downRight)">
                                      <p:cBhvr>
                                        <p:cTn id="34" dur="500"/>
                                        <p:tgtEl>
                                          <p:spTgt spid="7170">
                                            <p:txEl>
                                              <p:pRg st="3" end="3"/>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8" presetClass="entr" presetSubtype="6" fill="hold" nodeType="clickEffect">
                                  <p:stCondLst>
                                    <p:cond delay="0"/>
                                  </p:stCondLst>
                                  <p:childTnLst>
                                    <p:set>
                                      <p:cBhvr>
                                        <p:cTn id="38" dur="1" fill="hold">
                                          <p:stCondLst>
                                            <p:cond delay="0"/>
                                          </p:stCondLst>
                                        </p:cTn>
                                        <p:tgtEl>
                                          <p:spTgt spid="7170">
                                            <p:txEl>
                                              <p:pRg st="4" end="4"/>
                                            </p:txEl>
                                          </p:spTgt>
                                        </p:tgtEl>
                                        <p:attrNameLst>
                                          <p:attrName>style.visibility</p:attrName>
                                        </p:attrNameLst>
                                      </p:cBhvr>
                                      <p:to>
                                        <p:strVal val="visible"/>
                                      </p:to>
                                    </p:set>
                                    <p:animEffect transition="in" filter="strips(downRight)">
                                      <p:cBhvr>
                                        <p:cTn id="39" dur="500"/>
                                        <p:tgtEl>
                                          <p:spTgt spid="7170">
                                            <p:txEl>
                                              <p:pRg st="4" end="4"/>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8" presetClass="entr" presetSubtype="6" fill="hold" nodeType="clickEffect">
                                  <p:stCondLst>
                                    <p:cond delay="0"/>
                                  </p:stCondLst>
                                  <p:childTnLst>
                                    <p:set>
                                      <p:cBhvr>
                                        <p:cTn id="43" dur="1" fill="hold">
                                          <p:stCondLst>
                                            <p:cond delay="0"/>
                                          </p:stCondLst>
                                        </p:cTn>
                                        <p:tgtEl>
                                          <p:spTgt spid="7170">
                                            <p:txEl>
                                              <p:pRg st="5" end="5"/>
                                            </p:txEl>
                                          </p:spTgt>
                                        </p:tgtEl>
                                        <p:attrNameLst>
                                          <p:attrName>style.visibility</p:attrName>
                                        </p:attrNameLst>
                                      </p:cBhvr>
                                      <p:to>
                                        <p:strVal val="visible"/>
                                      </p:to>
                                    </p:set>
                                    <p:animEffect transition="in" filter="strips(downRight)">
                                      <p:cBhvr>
                                        <p:cTn id="44" dur="500"/>
                                        <p:tgtEl>
                                          <p:spTgt spid="7170">
                                            <p:txEl>
                                              <p:pRg st="5" end="5"/>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3"/>
                                        </p:tgtEl>
                                        <p:attrNameLst>
                                          <p:attrName>style.visibility</p:attrName>
                                        </p:attrNameLst>
                                      </p:cBhvr>
                                      <p:to>
                                        <p:strVal val="visible"/>
                                      </p:to>
                                    </p:set>
                                    <p:animEffect transition="in" filter="fade">
                                      <p:cBhvr>
                                        <p:cTn id="49" dur="500"/>
                                        <p:tgtEl>
                                          <p:spTgt spid="3"/>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84"/>
                                        </p:tgtEl>
                                        <p:attrNameLst>
                                          <p:attrName>style.visibility</p:attrName>
                                        </p:attrNameLst>
                                      </p:cBhvr>
                                      <p:to>
                                        <p:strVal val="visible"/>
                                      </p:to>
                                    </p:set>
                                    <p:animEffect transition="in" filter="fade">
                                      <p:cBhvr>
                                        <p:cTn id="54" dur="500"/>
                                        <p:tgtEl>
                                          <p:spTgt spid="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animBg="1"/>
      <p:bldP spid="21"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Rectangle 3">
            <a:extLst>
              <a:ext uri="{FF2B5EF4-FFF2-40B4-BE49-F238E27FC236}">
                <a16:creationId xmlns:a16="http://schemas.microsoft.com/office/drawing/2014/main" id="{DEAECA0B-415F-4F05-A417-7169470ED106}"/>
              </a:ext>
            </a:extLst>
          </p:cNvPr>
          <p:cNvSpPr txBox="1">
            <a:spLocks noChangeArrowheads="1"/>
          </p:cNvSpPr>
          <p:nvPr/>
        </p:nvSpPr>
        <p:spPr bwMode="auto">
          <a:xfrm>
            <a:off x="1123810" y="1251152"/>
            <a:ext cx="7559128" cy="501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defTabSz="457200" eaLnBrk="1" hangingPunct="1">
              <a:lnSpc>
                <a:spcPts val="3000"/>
              </a:lnSpc>
              <a:spcBef>
                <a:spcPct val="0"/>
              </a:spcBef>
              <a:spcAft>
                <a:spcPts val="300"/>
              </a:spcAft>
              <a:buNone/>
            </a:pPr>
            <a:r>
              <a:rPr lang="zh-CN" altLang="en-US" sz="2000" spc="150" dirty="0">
                <a:solidFill>
                  <a:srgbClr val="BB1528"/>
                </a:solidFill>
                <a:latin typeface="微软雅黑" panose="020B0503020204020204" pitchFamily="34" charset="-122"/>
                <a:ea typeface="微软雅黑" panose="020B0503020204020204" pitchFamily="34" charset="-122"/>
              </a:rPr>
              <a:t>边际替代率（绝对值）递减与凸向原点的无差异曲线</a:t>
            </a:r>
            <a:endParaRPr lang="zh-CN" altLang="en-US" sz="2000" spc="150" dirty="0">
              <a:solidFill>
                <a:srgbClr val="000000"/>
              </a:solidFill>
              <a:latin typeface="微软雅黑" panose="020B0503020204020204" pitchFamily="34" charset="-122"/>
              <a:ea typeface="微软雅黑" panose="020B0503020204020204" pitchFamily="34" charset="-122"/>
            </a:endParaRPr>
          </a:p>
          <a:p>
            <a:pPr marL="285750" lvl="2" indent="-285750" defTabSz="457200" eaLnBrk="1" hangingPunct="1">
              <a:lnSpc>
                <a:spcPts val="2600"/>
              </a:lnSpc>
              <a:spcBef>
                <a:spcPct val="0"/>
              </a:spcBef>
              <a:buFont typeface="Wingdings" panose="05000000000000000000" pitchFamily="2" charset="2"/>
              <a:buChar char="u"/>
              <a:defRPr/>
            </a:pPr>
            <a:endParaRPr lang="en-US" altLang="zh-CN" sz="2000" spc="150" dirty="0">
              <a:solidFill>
                <a:srgbClr val="000000"/>
              </a:solidFill>
              <a:latin typeface="微软雅黑" panose="020B0503020204020204" pitchFamily="34" charset="-122"/>
              <a:ea typeface="微软雅黑" panose="020B0503020204020204" pitchFamily="34" charset="-122"/>
            </a:endParaRPr>
          </a:p>
          <a:p>
            <a:pPr marL="538163" lvl="3" indent="-261938" defTabSz="457200" eaLnBrk="1" hangingPunct="1">
              <a:lnSpc>
                <a:spcPts val="2600"/>
              </a:lnSpc>
              <a:spcAft>
                <a:spcPts val="600"/>
              </a:spcAft>
              <a:buFont typeface="Wingdings" panose="05000000000000000000" pitchFamily="2" charset="2"/>
              <a:buChar char="Ø"/>
            </a:pPr>
            <a:endParaRPr lang="en-US" altLang="zh-CN" spc="150" dirty="0">
              <a:solidFill>
                <a:srgbClr val="000000"/>
              </a:solidFill>
              <a:latin typeface="微软雅黑" panose="020B0503020204020204" pitchFamily="34" charset="-122"/>
              <a:ea typeface="微软雅黑" panose="020B0503020204020204" pitchFamily="34" charset="-122"/>
            </a:endParaRPr>
          </a:p>
          <a:p>
            <a:pPr marL="538163" lvl="3" indent="-261938" defTabSz="457200" eaLnBrk="1" hangingPunct="1">
              <a:lnSpc>
                <a:spcPts val="2600"/>
              </a:lnSpc>
              <a:spcAft>
                <a:spcPts val="600"/>
              </a:spcAft>
              <a:buFont typeface="Wingdings" panose="05000000000000000000" pitchFamily="2" charset="2"/>
              <a:buChar char="Ø"/>
            </a:pPr>
            <a:endParaRPr lang="zh-CN" altLang="en-US" spc="150" dirty="0">
              <a:solidFill>
                <a:srgbClr val="000000"/>
              </a:solidFill>
              <a:latin typeface="微软雅黑" panose="020B0503020204020204" pitchFamily="34" charset="-122"/>
              <a:ea typeface="微软雅黑" panose="020B0503020204020204" pitchFamily="34" charset="-122"/>
            </a:endParaRPr>
          </a:p>
        </p:txBody>
      </p:sp>
      <p:grpSp>
        <p:nvGrpSpPr>
          <p:cNvPr id="2" name="组合 1">
            <a:extLst>
              <a:ext uri="{FF2B5EF4-FFF2-40B4-BE49-F238E27FC236}">
                <a16:creationId xmlns:a16="http://schemas.microsoft.com/office/drawing/2014/main" id="{C90B3D0C-B339-4C9D-9B54-CA2589D2D105}"/>
              </a:ext>
            </a:extLst>
          </p:cNvPr>
          <p:cNvGrpSpPr/>
          <p:nvPr/>
        </p:nvGrpSpPr>
        <p:grpSpPr>
          <a:xfrm>
            <a:off x="1252391" y="1865048"/>
            <a:ext cx="6931857" cy="4229155"/>
            <a:chOff x="1252391" y="1865048"/>
            <a:chExt cx="6931857" cy="4229155"/>
          </a:xfrm>
        </p:grpSpPr>
        <p:sp>
          <p:nvSpPr>
            <p:cNvPr id="23" name="Rectangle 2067">
              <a:extLst>
                <a:ext uri="{FF2B5EF4-FFF2-40B4-BE49-F238E27FC236}">
                  <a16:creationId xmlns:a16="http://schemas.microsoft.com/office/drawing/2014/main" id="{1058BCE9-6B16-46F2-B8E3-BB7A6B86342D}"/>
                </a:ext>
              </a:extLst>
            </p:cNvPr>
            <p:cNvSpPr>
              <a:spLocks noChangeArrowheads="1"/>
            </p:cNvSpPr>
            <p:nvPr/>
          </p:nvSpPr>
          <p:spPr bwMode="auto">
            <a:xfrm>
              <a:off x="1252391" y="1865048"/>
              <a:ext cx="83602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1400" dirty="0">
                  <a:solidFill>
                    <a:srgbClr val="000000"/>
                  </a:solidFill>
                  <a:latin typeface="微软雅黑" panose="020B0503020204020204" pitchFamily="34" charset="-122"/>
                  <a:ea typeface="微软雅黑" panose="020B0503020204020204" pitchFamily="34" charset="-122"/>
                </a:rPr>
                <a:t>Quantity</a:t>
              </a:r>
              <a:endParaRPr kumimoji="0" lang="en-US" altLang="zh-CN" sz="1400" dirty="0">
                <a:latin typeface="微软雅黑" panose="020B0503020204020204" pitchFamily="34" charset="-122"/>
                <a:ea typeface="微软雅黑" panose="020B0503020204020204" pitchFamily="34" charset="-122"/>
              </a:endParaRPr>
            </a:p>
          </p:txBody>
        </p:sp>
        <p:sp>
          <p:nvSpPr>
            <p:cNvPr id="25" name="Freeform 2064">
              <a:extLst>
                <a:ext uri="{FF2B5EF4-FFF2-40B4-BE49-F238E27FC236}">
                  <a16:creationId xmlns:a16="http://schemas.microsoft.com/office/drawing/2014/main" id="{483D8F64-4069-4DFD-9F91-8BDA12A2CCB9}"/>
                </a:ext>
              </a:extLst>
            </p:cNvPr>
            <p:cNvSpPr>
              <a:spLocks/>
            </p:cNvSpPr>
            <p:nvPr/>
          </p:nvSpPr>
          <p:spPr bwMode="auto">
            <a:xfrm>
              <a:off x="2048135" y="1900809"/>
              <a:ext cx="6098456" cy="3932806"/>
            </a:xfrm>
            <a:custGeom>
              <a:avLst/>
              <a:gdLst>
                <a:gd name="T0" fmla="*/ 0 w 4458"/>
                <a:gd name="T1" fmla="*/ 0 h 2913"/>
                <a:gd name="T2" fmla="*/ 0 w 4458"/>
                <a:gd name="T3" fmla="*/ 4624387 h 2913"/>
                <a:gd name="T4" fmla="*/ 7077075 w 4458"/>
                <a:gd name="T5" fmla="*/ 4624387 h 2913"/>
                <a:gd name="T6" fmla="*/ 0 60000 65536"/>
                <a:gd name="T7" fmla="*/ 0 60000 65536"/>
                <a:gd name="T8" fmla="*/ 0 60000 65536"/>
              </a:gdLst>
              <a:ahLst/>
              <a:cxnLst>
                <a:cxn ang="T6">
                  <a:pos x="T0" y="T1"/>
                </a:cxn>
                <a:cxn ang="T7">
                  <a:pos x="T2" y="T3"/>
                </a:cxn>
                <a:cxn ang="T8">
                  <a:pos x="T4" y="T5"/>
                </a:cxn>
              </a:cxnLst>
              <a:rect l="0" t="0" r="r" b="b"/>
              <a:pathLst>
                <a:path w="4458" h="2913">
                  <a:moveTo>
                    <a:pt x="0" y="0"/>
                  </a:moveTo>
                  <a:lnTo>
                    <a:pt x="0" y="2913"/>
                  </a:lnTo>
                  <a:lnTo>
                    <a:pt x="4458" y="2913"/>
                  </a:ln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400">
                <a:latin typeface="微软雅黑" panose="020B0503020204020204" pitchFamily="34" charset="-122"/>
                <a:ea typeface="微软雅黑" panose="020B0503020204020204" pitchFamily="34" charset="-122"/>
              </a:endParaRPr>
            </a:p>
          </p:txBody>
        </p:sp>
        <p:sp>
          <p:nvSpPr>
            <p:cNvPr id="26" name="Rectangle 2065">
              <a:extLst>
                <a:ext uri="{FF2B5EF4-FFF2-40B4-BE49-F238E27FC236}">
                  <a16:creationId xmlns:a16="http://schemas.microsoft.com/office/drawing/2014/main" id="{0D8CDD42-F297-4C85-99A6-10D23E06256F}"/>
                </a:ext>
              </a:extLst>
            </p:cNvPr>
            <p:cNvSpPr>
              <a:spLocks noChangeArrowheads="1"/>
            </p:cNvSpPr>
            <p:nvPr/>
          </p:nvSpPr>
          <p:spPr bwMode="auto">
            <a:xfrm>
              <a:off x="7395571" y="5873287"/>
              <a:ext cx="788677"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1400" dirty="0">
                  <a:solidFill>
                    <a:srgbClr val="000000"/>
                  </a:solidFill>
                  <a:latin typeface="微软雅黑" panose="020B0503020204020204" pitchFamily="34" charset="-122"/>
                  <a:ea typeface="微软雅黑" panose="020B0503020204020204" pitchFamily="34" charset="-122"/>
                </a:rPr>
                <a:t>Quantity</a:t>
              </a:r>
              <a:endParaRPr kumimoji="0" lang="en-US" altLang="zh-CN" sz="1400" dirty="0">
                <a:latin typeface="微软雅黑" panose="020B0503020204020204" pitchFamily="34" charset="-122"/>
                <a:ea typeface="微软雅黑" panose="020B0503020204020204" pitchFamily="34" charset="-122"/>
              </a:endParaRPr>
            </a:p>
          </p:txBody>
        </p:sp>
        <p:sp>
          <p:nvSpPr>
            <p:cNvPr id="27" name="Rectangle 2068">
              <a:extLst>
                <a:ext uri="{FF2B5EF4-FFF2-40B4-BE49-F238E27FC236}">
                  <a16:creationId xmlns:a16="http://schemas.microsoft.com/office/drawing/2014/main" id="{2755A3FC-96DC-433D-97FE-5BAB478843F6}"/>
                </a:ext>
              </a:extLst>
            </p:cNvPr>
            <p:cNvSpPr>
              <a:spLocks noChangeArrowheads="1"/>
            </p:cNvSpPr>
            <p:nvPr/>
          </p:nvSpPr>
          <p:spPr bwMode="auto">
            <a:xfrm>
              <a:off x="1286778" y="2091570"/>
              <a:ext cx="71885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1400" dirty="0">
                  <a:solidFill>
                    <a:srgbClr val="000000"/>
                  </a:solidFill>
                  <a:latin typeface="微软雅黑" panose="020B0503020204020204" pitchFamily="34" charset="-122"/>
                  <a:ea typeface="微软雅黑" panose="020B0503020204020204" pitchFamily="34" charset="-122"/>
                </a:rPr>
                <a:t>of Pepsi</a:t>
              </a:r>
              <a:endParaRPr kumimoji="0" lang="en-US" altLang="zh-CN" sz="1400" dirty="0">
                <a:latin typeface="微软雅黑" panose="020B0503020204020204" pitchFamily="34" charset="-122"/>
                <a:ea typeface="微软雅黑" panose="020B0503020204020204" pitchFamily="34" charset="-122"/>
              </a:endParaRPr>
            </a:p>
          </p:txBody>
        </p:sp>
        <p:sp>
          <p:nvSpPr>
            <p:cNvPr id="28" name="Rectangle 2069">
              <a:extLst>
                <a:ext uri="{FF2B5EF4-FFF2-40B4-BE49-F238E27FC236}">
                  <a16:creationId xmlns:a16="http://schemas.microsoft.com/office/drawing/2014/main" id="{90CDAC27-0FB4-45C7-B55A-021F5D029C25}"/>
                </a:ext>
              </a:extLst>
            </p:cNvPr>
            <p:cNvSpPr>
              <a:spLocks noChangeArrowheads="1"/>
            </p:cNvSpPr>
            <p:nvPr/>
          </p:nvSpPr>
          <p:spPr bwMode="auto">
            <a:xfrm>
              <a:off x="1856618" y="5878759"/>
              <a:ext cx="10579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1400" dirty="0">
                  <a:solidFill>
                    <a:srgbClr val="000000"/>
                  </a:solidFill>
                  <a:latin typeface="微软雅黑" panose="020B0503020204020204" pitchFamily="34" charset="-122"/>
                  <a:ea typeface="微软雅黑" panose="020B0503020204020204" pitchFamily="34" charset="-122"/>
                </a:rPr>
                <a:t>0</a:t>
              </a:r>
              <a:endParaRPr kumimoji="0" lang="en-US" altLang="zh-CN" sz="1400" dirty="0">
                <a:latin typeface="微软雅黑" panose="020B0503020204020204" pitchFamily="34" charset="-122"/>
                <a:ea typeface="微软雅黑" panose="020B0503020204020204" pitchFamily="34" charset="-122"/>
              </a:endParaRPr>
            </a:p>
          </p:txBody>
        </p:sp>
        <p:grpSp>
          <p:nvGrpSpPr>
            <p:cNvPr id="29" name="Group 2070">
              <a:extLst>
                <a:ext uri="{FF2B5EF4-FFF2-40B4-BE49-F238E27FC236}">
                  <a16:creationId xmlns:a16="http://schemas.microsoft.com/office/drawing/2014/main" id="{53EADC68-26B3-491F-A85B-6626F633EE55}"/>
                </a:ext>
              </a:extLst>
            </p:cNvPr>
            <p:cNvGrpSpPr>
              <a:grpSpLocks/>
            </p:cNvGrpSpPr>
            <p:nvPr/>
          </p:nvGrpSpPr>
          <p:grpSpPr bwMode="auto">
            <a:xfrm>
              <a:off x="3179456" y="2307014"/>
              <a:ext cx="4740052" cy="3410322"/>
              <a:chOff x="1603" y="1093"/>
              <a:chExt cx="3465" cy="2526"/>
            </a:xfrm>
          </p:grpSpPr>
          <p:sp>
            <p:nvSpPr>
              <p:cNvPr id="70" name="Freeform 2071">
                <a:extLst>
                  <a:ext uri="{FF2B5EF4-FFF2-40B4-BE49-F238E27FC236}">
                    <a16:creationId xmlns:a16="http://schemas.microsoft.com/office/drawing/2014/main" id="{CE8E5B00-BE6A-4A98-A1C1-4EBB45D57A4C}"/>
                  </a:ext>
                </a:extLst>
              </p:cNvPr>
              <p:cNvSpPr>
                <a:spLocks/>
              </p:cNvSpPr>
              <p:nvPr/>
            </p:nvSpPr>
            <p:spPr bwMode="auto">
              <a:xfrm>
                <a:off x="1603" y="1093"/>
                <a:ext cx="2680" cy="2285"/>
              </a:xfrm>
              <a:custGeom>
                <a:avLst/>
                <a:gdLst>
                  <a:gd name="T0" fmla="*/ 0 w 214"/>
                  <a:gd name="T1" fmla="*/ 0 h 182"/>
                  <a:gd name="T2" fmla="*/ 463 w 214"/>
                  <a:gd name="T3" fmla="*/ 1281 h 182"/>
                  <a:gd name="T4" fmla="*/ 2192 w 214"/>
                  <a:gd name="T5" fmla="*/ 2122 h 182"/>
                  <a:gd name="T6" fmla="*/ 2680 w 214"/>
                  <a:gd name="T7" fmla="*/ 2285 h 18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4" h="182">
                    <a:moveTo>
                      <a:pt x="0" y="0"/>
                    </a:moveTo>
                    <a:cubicBezTo>
                      <a:pt x="5" y="45"/>
                      <a:pt x="8" y="77"/>
                      <a:pt x="37" y="102"/>
                    </a:cubicBezTo>
                    <a:cubicBezTo>
                      <a:pt x="71" y="131"/>
                      <a:pt x="146" y="158"/>
                      <a:pt x="175" y="169"/>
                    </a:cubicBezTo>
                    <a:cubicBezTo>
                      <a:pt x="191" y="174"/>
                      <a:pt x="205" y="179"/>
                      <a:pt x="214" y="182"/>
                    </a:cubicBezTo>
                  </a:path>
                </a:pathLst>
              </a:custGeom>
              <a:noFill/>
              <a:ln w="60325">
                <a:solidFill>
                  <a:srgbClr val="F3C97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400" dirty="0">
                  <a:latin typeface="微软雅黑" panose="020B0503020204020204" pitchFamily="34" charset="-122"/>
                  <a:ea typeface="微软雅黑" panose="020B0503020204020204" pitchFamily="34" charset="-122"/>
                </a:endParaRPr>
              </a:p>
            </p:txBody>
          </p:sp>
          <p:sp>
            <p:nvSpPr>
              <p:cNvPr id="71" name="Rectangle 2072">
                <a:extLst>
                  <a:ext uri="{FF2B5EF4-FFF2-40B4-BE49-F238E27FC236}">
                    <a16:creationId xmlns:a16="http://schemas.microsoft.com/office/drawing/2014/main" id="{DB5ABEC2-068F-46A4-8B3E-85D10254E571}"/>
                  </a:ext>
                </a:extLst>
              </p:cNvPr>
              <p:cNvSpPr>
                <a:spLocks noChangeArrowheads="1"/>
              </p:cNvSpPr>
              <p:nvPr/>
            </p:nvSpPr>
            <p:spPr bwMode="auto">
              <a:xfrm>
                <a:off x="4318" y="3295"/>
                <a:ext cx="750"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1400">
                    <a:solidFill>
                      <a:srgbClr val="000000"/>
                    </a:solidFill>
                    <a:latin typeface="微软雅黑" panose="020B0503020204020204" pitchFamily="34" charset="-122"/>
                    <a:ea typeface="微软雅黑" panose="020B0503020204020204" pitchFamily="34" charset="-122"/>
                  </a:rPr>
                  <a:t>Indifference</a:t>
                </a:r>
                <a:endParaRPr kumimoji="0" lang="en-US" altLang="zh-CN" sz="1400">
                  <a:latin typeface="微软雅黑" panose="020B0503020204020204" pitchFamily="34" charset="-122"/>
                  <a:ea typeface="微软雅黑" panose="020B0503020204020204" pitchFamily="34" charset="-122"/>
                </a:endParaRPr>
              </a:p>
            </p:txBody>
          </p:sp>
          <p:sp>
            <p:nvSpPr>
              <p:cNvPr id="72" name="Rectangle 2073">
                <a:extLst>
                  <a:ext uri="{FF2B5EF4-FFF2-40B4-BE49-F238E27FC236}">
                    <a16:creationId xmlns:a16="http://schemas.microsoft.com/office/drawing/2014/main" id="{AB25741E-5D32-4C35-9B8E-1E6AB75632E5}"/>
                  </a:ext>
                </a:extLst>
              </p:cNvPr>
              <p:cNvSpPr>
                <a:spLocks noChangeArrowheads="1"/>
              </p:cNvSpPr>
              <p:nvPr/>
            </p:nvSpPr>
            <p:spPr bwMode="auto">
              <a:xfrm>
                <a:off x="4501" y="3462"/>
                <a:ext cx="346"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1400">
                    <a:solidFill>
                      <a:srgbClr val="000000"/>
                    </a:solidFill>
                    <a:latin typeface="微软雅黑" panose="020B0503020204020204" pitchFamily="34" charset="-122"/>
                    <a:ea typeface="微软雅黑" panose="020B0503020204020204" pitchFamily="34" charset="-122"/>
                  </a:rPr>
                  <a:t>curve</a:t>
                </a:r>
                <a:endParaRPr kumimoji="0" lang="en-US" altLang="zh-CN" sz="1400">
                  <a:latin typeface="微软雅黑" panose="020B0503020204020204" pitchFamily="34" charset="-122"/>
                  <a:ea typeface="微软雅黑" panose="020B0503020204020204" pitchFamily="34" charset="-122"/>
                </a:endParaRPr>
              </a:p>
            </p:txBody>
          </p:sp>
        </p:grpSp>
        <p:grpSp>
          <p:nvGrpSpPr>
            <p:cNvPr id="30" name="Group 2074">
              <a:extLst>
                <a:ext uri="{FF2B5EF4-FFF2-40B4-BE49-F238E27FC236}">
                  <a16:creationId xmlns:a16="http://schemas.microsoft.com/office/drawing/2014/main" id="{EA2E28EB-132B-4AED-AFCB-9DF3880BA0C8}"/>
                </a:ext>
              </a:extLst>
            </p:cNvPr>
            <p:cNvGrpSpPr>
              <a:grpSpLocks/>
            </p:cNvGrpSpPr>
            <p:nvPr/>
          </p:nvGrpSpPr>
          <p:grpSpPr bwMode="auto">
            <a:xfrm>
              <a:off x="1856618" y="3825383"/>
              <a:ext cx="2157305" cy="2268149"/>
              <a:chOff x="636" y="2214"/>
              <a:chExt cx="1577" cy="1680"/>
            </a:xfrm>
          </p:grpSpPr>
          <p:sp>
            <p:nvSpPr>
              <p:cNvPr id="64" name="Line 2075">
                <a:extLst>
                  <a:ext uri="{FF2B5EF4-FFF2-40B4-BE49-F238E27FC236}">
                    <a16:creationId xmlns:a16="http://schemas.microsoft.com/office/drawing/2014/main" id="{914E90A7-2465-4207-AD68-9533F147556E}"/>
                  </a:ext>
                </a:extLst>
              </p:cNvPr>
              <p:cNvSpPr>
                <a:spLocks noChangeShapeType="1"/>
              </p:cNvSpPr>
              <p:nvPr/>
            </p:nvSpPr>
            <p:spPr bwMode="auto">
              <a:xfrm flipH="1">
                <a:off x="776" y="2373"/>
                <a:ext cx="1286" cy="1"/>
              </a:xfrm>
              <a:prstGeom prst="line">
                <a:avLst/>
              </a:prstGeom>
              <a:noFill/>
              <a:ln w="20638">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sz="1400">
                  <a:latin typeface="微软雅黑" panose="020B0503020204020204" pitchFamily="34" charset="-122"/>
                  <a:ea typeface="微软雅黑" panose="020B0503020204020204" pitchFamily="34" charset="-122"/>
                </a:endParaRPr>
              </a:p>
            </p:txBody>
          </p:sp>
          <p:sp>
            <p:nvSpPr>
              <p:cNvPr id="65" name="Line 2076">
                <a:extLst>
                  <a:ext uri="{FF2B5EF4-FFF2-40B4-BE49-F238E27FC236}">
                    <a16:creationId xmlns:a16="http://schemas.microsoft.com/office/drawing/2014/main" id="{703ACE9D-E92E-43B9-B184-BDD8838CA041}"/>
                  </a:ext>
                </a:extLst>
              </p:cNvPr>
              <p:cNvSpPr>
                <a:spLocks noChangeShapeType="1"/>
              </p:cNvSpPr>
              <p:nvPr/>
            </p:nvSpPr>
            <p:spPr bwMode="auto">
              <a:xfrm>
                <a:off x="2066" y="2373"/>
                <a:ext cx="1" cy="1344"/>
              </a:xfrm>
              <a:prstGeom prst="line">
                <a:avLst/>
              </a:prstGeom>
              <a:noFill/>
              <a:ln w="20638">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sz="1400">
                  <a:latin typeface="微软雅黑" panose="020B0503020204020204" pitchFamily="34" charset="-122"/>
                  <a:ea typeface="微软雅黑" panose="020B0503020204020204" pitchFamily="34" charset="-122"/>
                </a:endParaRPr>
              </a:p>
            </p:txBody>
          </p:sp>
          <p:sp>
            <p:nvSpPr>
              <p:cNvPr id="66" name="Oval 2077">
                <a:extLst>
                  <a:ext uri="{FF2B5EF4-FFF2-40B4-BE49-F238E27FC236}">
                    <a16:creationId xmlns:a16="http://schemas.microsoft.com/office/drawing/2014/main" id="{3144C8B3-40E1-49BE-A952-8F410CB98CB4}"/>
                  </a:ext>
                </a:extLst>
              </p:cNvPr>
              <p:cNvSpPr>
                <a:spLocks noChangeArrowheads="1"/>
              </p:cNvSpPr>
              <p:nvPr/>
            </p:nvSpPr>
            <p:spPr bwMode="auto">
              <a:xfrm>
                <a:off x="2029" y="2335"/>
                <a:ext cx="86" cy="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a:latin typeface="微软雅黑" panose="020B0503020204020204" pitchFamily="34" charset="-122"/>
                  <a:ea typeface="微软雅黑" panose="020B0503020204020204" pitchFamily="34" charset="-122"/>
                </a:endParaRPr>
              </a:p>
            </p:txBody>
          </p:sp>
          <p:sp>
            <p:nvSpPr>
              <p:cNvPr id="67" name="Rectangle 2078">
                <a:extLst>
                  <a:ext uri="{FF2B5EF4-FFF2-40B4-BE49-F238E27FC236}">
                    <a16:creationId xmlns:a16="http://schemas.microsoft.com/office/drawing/2014/main" id="{FFA2C376-E3D4-4343-A62E-626676B4430C}"/>
                  </a:ext>
                </a:extLst>
              </p:cNvPr>
              <p:cNvSpPr>
                <a:spLocks noChangeArrowheads="1"/>
              </p:cNvSpPr>
              <p:nvPr/>
            </p:nvSpPr>
            <p:spPr bwMode="auto">
              <a:xfrm>
                <a:off x="636" y="2298"/>
                <a:ext cx="77"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1400">
                    <a:solidFill>
                      <a:srgbClr val="000000"/>
                    </a:solidFill>
                    <a:latin typeface="微软雅黑" panose="020B0503020204020204" pitchFamily="34" charset="-122"/>
                    <a:ea typeface="微软雅黑" panose="020B0503020204020204" pitchFamily="34" charset="-122"/>
                  </a:rPr>
                  <a:t>8</a:t>
                </a:r>
                <a:endParaRPr kumimoji="0" lang="en-US" altLang="zh-CN" sz="1400">
                  <a:latin typeface="微软雅黑" panose="020B0503020204020204" pitchFamily="34" charset="-122"/>
                  <a:ea typeface="微软雅黑" panose="020B0503020204020204" pitchFamily="34" charset="-122"/>
                </a:endParaRPr>
              </a:p>
            </p:txBody>
          </p:sp>
          <p:sp>
            <p:nvSpPr>
              <p:cNvPr id="68" name="Rectangle 2079">
                <a:extLst>
                  <a:ext uri="{FF2B5EF4-FFF2-40B4-BE49-F238E27FC236}">
                    <a16:creationId xmlns:a16="http://schemas.microsoft.com/office/drawing/2014/main" id="{4AE0BBE3-3730-4303-A839-FFF4372C8F4B}"/>
                  </a:ext>
                </a:extLst>
              </p:cNvPr>
              <p:cNvSpPr>
                <a:spLocks noChangeArrowheads="1"/>
              </p:cNvSpPr>
              <p:nvPr/>
            </p:nvSpPr>
            <p:spPr bwMode="auto">
              <a:xfrm>
                <a:off x="2029" y="3737"/>
                <a:ext cx="77"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1400">
                    <a:solidFill>
                      <a:srgbClr val="000000"/>
                    </a:solidFill>
                    <a:latin typeface="微软雅黑" panose="020B0503020204020204" pitchFamily="34" charset="-122"/>
                    <a:ea typeface="微软雅黑" panose="020B0503020204020204" pitchFamily="34" charset="-122"/>
                  </a:rPr>
                  <a:t>3</a:t>
                </a:r>
                <a:endParaRPr kumimoji="0" lang="en-US" altLang="zh-CN" sz="1400">
                  <a:latin typeface="微软雅黑" panose="020B0503020204020204" pitchFamily="34" charset="-122"/>
                  <a:ea typeface="微软雅黑" panose="020B0503020204020204" pitchFamily="34" charset="-122"/>
                </a:endParaRPr>
              </a:p>
            </p:txBody>
          </p:sp>
          <p:sp>
            <p:nvSpPr>
              <p:cNvPr id="69" name="Rectangle 2080">
                <a:extLst>
                  <a:ext uri="{FF2B5EF4-FFF2-40B4-BE49-F238E27FC236}">
                    <a16:creationId xmlns:a16="http://schemas.microsoft.com/office/drawing/2014/main" id="{CF4662B6-B1A7-4A43-A3CE-620C1C4C0805}"/>
                  </a:ext>
                </a:extLst>
              </p:cNvPr>
              <p:cNvSpPr>
                <a:spLocks noChangeArrowheads="1"/>
              </p:cNvSpPr>
              <p:nvPr/>
            </p:nvSpPr>
            <p:spPr bwMode="auto">
              <a:xfrm>
                <a:off x="2120" y="2214"/>
                <a:ext cx="93"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1400" dirty="0">
                    <a:solidFill>
                      <a:srgbClr val="000000"/>
                    </a:solidFill>
                    <a:latin typeface="微软雅黑" panose="020B0503020204020204" pitchFamily="34" charset="-122"/>
                    <a:ea typeface="微软雅黑" panose="020B0503020204020204" pitchFamily="34" charset="-122"/>
                  </a:rPr>
                  <a:t>A</a:t>
                </a:r>
                <a:endParaRPr kumimoji="0" lang="en-US" altLang="zh-CN" sz="1400" dirty="0">
                  <a:latin typeface="微软雅黑" panose="020B0503020204020204" pitchFamily="34" charset="-122"/>
                  <a:ea typeface="微软雅黑" panose="020B0503020204020204" pitchFamily="34" charset="-122"/>
                </a:endParaRPr>
              </a:p>
            </p:txBody>
          </p:sp>
        </p:grpSp>
        <p:grpSp>
          <p:nvGrpSpPr>
            <p:cNvPr id="31" name="Group 2081">
              <a:extLst>
                <a:ext uri="{FF2B5EF4-FFF2-40B4-BE49-F238E27FC236}">
                  <a16:creationId xmlns:a16="http://schemas.microsoft.com/office/drawing/2014/main" id="{D6DA0968-9BC2-44EE-99C3-0578B820F3ED}"/>
                </a:ext>
              </a:extLst>
            </p:cNvPr>
            <p:cNvGrpSpPr>
              <a:grpSpLocks/>
            </p:cNvGrpSpPr>
            <p:nvPr/>
          </p:nvGrpSpPr>
          <p:grpSpPr bwMode="auto">
            <a:xfrm>
              <a:off x="1856618" y="4918956"/>
              <a:ext cx="4476032" cy="1174578"/>
              <a:chOff x="636" y="3024"/>
              <a:chExt cx="3272" cy="870"/>
            </a:xfrm>
          </p:grpSpPr>
          <p:sp>
            <p:nvSpPr>
              <p:cNvPr id="57" name="Line 2082">
                <a:extLst>
                  <a:ext uri="{FF2B5EF4-FFF2-40B4-BE49-F238E27FC236}">
                    <a16:creationId xmlns:a16="http://schemas.microsoft.com/office/drawing/2014/main" id="{B8E8A9AF-2796-4475-87CE-93A4903D50F6}"/>
                  </a:ext>
                </a:extLst>
              </p:cNvPr>
              <p:cNvSpPr>
                <a:spLocks noChangeShapeType="1"/>
              </p:cNvSpPr>
              <p:nvPr/>
            </p:nvSpPr>
            <p:spPr bwMode="auto">
              <a:xfrm flipH="1">
                <a:off x="776" y="3214"/>
                <a:ext cx="3010" cy="1"/>
              </a:xfrm>
              <a:prstGeom prst="line">
                <a:avLst/>
              </a:prstGeom>
              <a:noFill/>
              <a:ln w="20638">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sz="1400">
                  <a:latin typeface="微软雅黑" panose="020B0503020204020204" pitchFamily="34" charset="-122"/>
                  <a:ea typeface="微软雅黑" panose="020B0503020204020204" pitchFamily="34" charset="-122"/>
                </a:endParaRPr>
              </a:p>
            </p:txBody>
          </p:sp>
          <p:sp>
            <p:nvSpPr>
              <p:cNvPr id="58" name="Line 2083">
                <a:extLst>
                  <a:ext uri="{FF2B5EF4-FFF2-40B4-BE49-F238E27FC236}">
                    <a16:creationId xmlns:a16="http://schemas.microsoft.com/office/drawing/2014/main" id="{958A4CAE-DFEB-4BCC-96ED-022032725D6E}"/>
                  </a:ext>
                </a:extLst>
              </p:cNvPr>
              <p:cNvSpPr>
                <a:spLocks noChangeShapeType="1"/>
              </p:cNvSpPr>
              <p:nvPr/>
            </p:nvSpPr>
            <p:spPr bwMode="auto">
              <a:xfrm>
                <a:off x="3782" y="3239"/>
                <a:ext cx="1" cy="478"/>
              </a:xfrm>
              <a:prstGeom prst="line">
                <a:avLst/>
              </a:prstGeom>
              <a:noFill/>
              <a:ln w="20638">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sz="1400">
                  <a:latin typeface="微软雅黑" panose="020B0503020204020204" pitchFamily="34" charset="-122"/>
                  <a:ea typeface="微软雅黑" panose="020B0503020204020204" pitchFamily="34" charset="-122"/>
                </a:endParaRPr>
              </a:p>
            </p:txBody>
          </p:sp>
          <p:sp>
            <p:nvSpPr>
              <p:cNvPr id="59" name="Rectangle 2084">
                <a:extLst>
                  <a:ext uri="{FF2B5EF4-FFF2-40B4-BE49-F238E27FC236}">
                    <a16:creationId xmlns:a16="http://schemas.microsoft.com/office/drawing/2014/main" id="{75377C26-38EF-437A-BC44-59C8713E43EF}"/>
                  </a:ext>
                </a:extLst>
              </p:cNvPr>
              <p:cNvSpPr>
                <a:spLocks noChangeArrowheads="1"/>
              </p:cNvSpPr>
              <p:nvPr/>
            </p:nvSpPr>
            <p:spPr bwMode="auto">
              <a:xfrm>
                <a:off x="636" y="3128"/>
                <a:ext cx="77"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1400">
                    <a:solidFill>
                      <a:srgbClr val="000000"/>
                    </a:solidFill>
                    <a:latin typeface="微软雅黑" panose="020B0503020204020204" pitchFamily="34" charset="-122"/>
                    <a:ea typeface="微软雅黑" panose="020B0503020204020204" pitchFamily="34" charset="-122"/>
                  </a:rPr>
                  <a:t>3</a:t>
                </a:r>
                <a:endParaRPr kumimoji="0" lang="en-US" altLang="zh-CN" sz="1400">
                  <a:latin typeface="微软雅黑" panose="020B0503020204020204" pitchFamily="34" charset="-122"/>
                  <a:ea typeface="微软雅黑" panose="020B0503020204020204" pitchFamily="34" charset="-122"/>
                </a:endParaRPr>
              </a:p>
            </p:txBody>
          </p:sp>
          <p:sp>
            <p:nvSpPr>
              <p:cNvPr id="60" name="Rectangle 2085">
                <a:extLst>
                  <a:ext uri="{FF2B5EF4-FFF2-40B4-BE49-F238E27FC236}">
                    <a16:creationId xmlns:a16="http://schemas.microsoft.com/office/drawing/2014/main" id="{69C90D65-9597-496F-82FB-8A52C7C8E314}"/>
                  </a:ext>
                </a:extLst>
              </p:cNvPr>
              <p:cNvSpPr>
                <a:spLocks noChangeArrowheads="1"/>
              </p:cNvSpPr>
              <p:nvPr/>
            </p:nvSpPr>
            <p:spPr bwMode="auto">
              <a:xfrm>
                <a:off x="3743" y="3737"/>
                <a:ext cx="77"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1400">
                    <a:solidFill>
                      <a:srgbClr val="000000"/>
                    </a:solidFill>
                    <a:latin typeface="微软雅黑" panose="020B0503020204020204" pitchFamily="34" charset="-122"/>
                    <a:ea typeface="微软雅黑" panose="020B0503020204020204" pitchFamily="34" charset="-122"/>
                  </a:rPr>
                  <a:t>7</a:t>
                </a:r>
                <a:endParaRPr kumimoji="0" lang="en-US" altLang="zh-CN" sz="1400">
                  <a:latin typeface="微软雅黑" panose="020B0503020204020204" pitchFamily="34" charset="-122"/>
                  <a:ea typeface="微软雅黑" panose="020B0503020204020204" pitchFamily="34" charset="-122"/>
                </a:endParaRPr>
              </a:p>
            </p:txBody>
          </p:sp>
          <p:grpSp>
            <p:nvGrpSpPr>
              <p:cNvPr id="61" name="Group 2086">
                <a:extLst>
                  <a:ext uri="{FF2B5EF4-FFF2-40B4-BE49-F238E27FC236}">
                    <a16:creationId xmlns:a16="http://schemas.microsoft.com/office/drawing/2014/main" id="{B6424CE8-8B4C-4CC2-8206-772D221AF250}"/>
                  </a:ext>
                </a:extLst>
              </p:cNvPr>
              <p:cNvGrpSpPr>
                <a:grpSpLocks/>
              </p:cNvGrpSpPr>
              <p:nvPr/>
            </p:nvGrpSpPr>
            <p:grpSpPr bwMode="auto">
              <a:xfrm>
                <a:off x="3744" y="3024"/>
                <a:ext cx="164" cy="226"/>
                <a:chOff x="3744" y="3024"/>
                <a:chExt cx="164" cy="226"/>
              </a:xfrm>
            </p:grpSpPr>
            <p:sp>
              <p:nvSpPr>
                <p:cNvPr id="62" name="Oval 2087">
                  <a:extLst>
                    <a:ext uri="{FF2B5EF4-FFF2-40B4-BE49-F238E27FC236}">
                      <a16:creationId xmlns:a16="http://schemas.microsoft.com/office/drawing/2014/main" id="{C995C234-EEA3-412B-A756-5AE28373F895}"/>
                    </a:ext>
                  </a:extLst>
                </p:cNvPr>
                <p:cNvSpPr>
                  <a:spLocks noChangeArrowheads="1"/>
                </p:cNvSpPr>
                <p:nvPr/>
              </p:nvSpPr>
              <p:spPr bwMode="auto">
                <a:xfrm>
                  <a:off x="3744" y="3164"/>
                  <a:ext cx="86" cy="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a:latin typeface="微软雅黑" panose="020B0503020204020204" pitchFamily="34" charset="-122"/>
                    <a:ea typeface="微软雅黑" panose="020B0503020204020204" pitchFamily="34" charset="-122"/>
                  </a:endParaRPr>
                </a:p>
              </p:txBody>
            </p:sp>
            <p:sp>
              <p:nvSpPr>
                <p:cNvPr id="63" name="Rectangle 2088">
                  <a:extLst>
                    <a:ext uri="{FF2B5EF4-FFF2-40B4-BE49-F238E27FC236}">
                      <a16:creationId xmlns:a16="http://schemas.microsoft.com/office/drawing/2014/main" id="{4306CE49-FA1C-46DC-8AFB-5D21C3683C95}"/>
                    </a:ext>
                  </a:extLst>
                </p:cNvPr>
                <p:cNvSpPr>
                  <a:spLocks noChangeArrowheads="1"/>
                </p:cNvSpPr>
                <p:nvPr/>
              </p:nvSpPr>
              <p:spPr bwMode="auto">
                <a:xfrm>
                  <a:off x="3826" y="3024"/>
                  <a:ext cx="82"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1400" dirty="0">
                      <a:solidFill>
                        <a:srgbClr val="000000"/>
                      </a:solidFill>
                      <a:latin typeface="微软雅黑" panose="020B0503020204020204" pitchFamily="34" charset="-122"/>
                      <a:ea typeface="微软雅黑" panose="020B0503020204020204" pitchFamily="34" charset="-122"/>
                    </a:rPr>
                    <a:t>B</a:t>
                  </a:r>
                  <a:endParaRPr kumimoji="0" lang="en-US" altLang="zh-CN" sz="1400" dirty="0">
                    <a:latin typeface="微软雅黑" panose="020B0503020204020204" pitchFamily="34" charset="-122"/>
                    <a:ea typeface="微软雅黑" panose="020B0503020204020204" pitchFamily="34" charset="-122"/>
                  </a:endParaRPr>
                </a:p>
              </p:txBody>
            </p:sp>
          </p:grpSp>
        </p:grpSp>
        <p:grpSp>
          <p:nvGrpSpPr>
            <p:cNvPr id="32" name="Group 2089">
              <a:extLst>
                <a:ext uri="{FF2B5EF4-FFF2-40B4-BE49-F238E27FC236}">
                  <a16:creationId xmlns:a16="http://schemas.microsoft.com/office/drawing/2014/main" id="{ECCCDC39-BB02-4C9A-B481-7A9F95001570}"/>
                </a:ext>
              </a:extLst>
            </p:cNvPr>
            <p:cNvGrpSpPr>
              <a:grpSpLocks/>
            </p:cNvGrpSpPr>
            <p:nvPr/>
          </p:nvGrpSpPr>
          <p:grpSpPr bwMode="auto">
            <a:xfrm>
              <a:off x="2689718" y="3227494"/>
              <a:ext cx="1233917" cy="1023366"/>
              <a:chOff x="1245" y="1789"/>
              <a:chExt cx="902" cy="758"/>
            </a:xfrm>
          </p:grpSpPr>
          <p:sp>
            <p:nvSpPr>
              <p:cNvPr id="55" name="Rectangle 2090">
                <a:extLst>
                  <a:ext uri="{FF2B5EF4-FFF2-40B4-BE49-F238E27FC236}">
                    <a16:creationId xmlns:a16="http://schemas.microsoft.com/office/drawing/2014/main" id="{831078DF-4716-4C2A-AB1B-4A048A66E6CA}"/>
                  </a:ext>
                </a:extLst>
              </p:cNvPr>
              <p:cNvSpPr>
                <a:spLocks noChangeArrowheads="1"/>
              </p:cNvSpPr>
              <p:nvPr/>
            </p:nvSpPr>
            <p:spPr bwMode="auto">
              <a:xfrm>
                <a:off x="1735" y="2390"/>
                <a:ext cx="412"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1400" dirty="0">
                    <a:solidFill>
                      <a:srgbClr val="000000"/>
                    </a:solidFill>
                    <a:latin typeface="微软雅黑" panose="020B0503020204020204" pitchFamily="34" charset="-122"/>
                    <a:ea typeface="微软雅黑" panose="020B0503020204020204" pitchFamily="34" charset="-122"/>
                  </a:rPr>
                  <a:t>+1</a:t>
                </a:r>
                <a:endParaRPr kumimoji="0" lang="en-US" altLang="zh-CN" sz="1400" dirty="0">
                  <a:latin typeface="微软雅黑" panose="020B0503020204020204" pitchFamily="34" charset="-122"/>
                  <a:ea typeface="微软雅黑" panose="020B0503020204020204" pitchFamily="34" charset="-122"/>
                </a:endParaRPr>
              </a:p>
            </p:txBody>
          </p:sp>
          <p:sp>
            <p:nvSpPr>
              <p:cNvPr id="56" name="Rectangle 2093">
                <a:extLst>
                  <a:ext uri="{FF2B5EF4-FFF2-40B4-BE49-F238E27FC236}">
                    <a16:creationId xmlns:a16="http://schemas.microsoft.com/office/drawing/2014/main" id="{8245EDE5-FC1B-481F-87B2-56C2C3698E8C}"/>
                  </a:ext>
                </a:extLst>
              </p:cNvPr>
              <p:cNvSpPr>
                <a:spLocks noChangeArrowheads="1"/>
              </p:cNvSpPr>
              <p:nvPr/>
            </p:nvSpPr>
            <p:spPr bwMode="auto">
              <a:xfrm>
                <a:off x="1245" y="1789"/>
                <a:ext cx="211"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1400" dirty="0">
                    <a:solidFill>
                      <a:srgbClr val="000000"/>
                    </a:solidFill>
                    <a:latin typeface="微软雅黑" panose="020B0503020204020204" pitchFamily="34" charset="-122"/>
                    <a:ea typeface="微软雅黑" panose="020B0503020204020204" pitchFamily="34" charset="-122"/>
                  </a:rPr>
                  <a:t> - 6</a:t>
                </a:r>
                <a:endParaRPr kumimoji="0" lang="en-US" altLang="zh-CN" sz="1400" dirty="0">
                  <a:latin typeface="微软雅黑" panose="020B0503020204020204" pitchFamily="34" charset="-122"/>
                  <a:ea typeface="微软雅黑" panose="020B0503020204020204" pitchFamily="34" charset="-122"/>
                </a:endParaRPr>
              </a:p>
            </p:txBody>
          </p:sp>
        </p:grpSp>
        <p:grpSp>
          <p:nvGrpSpPr>
            <p:cNvPr id="33" name="Group 2094">
              <a:extLst>
                <a:ext uri="{FF2B5EF4-FFF2-40B4-BE49-F238E27FC236}">
                  <a16:creationId xmlns:a16="http://schemas.microsoft.com/office/drawing/2014/main" id="{F47125F7-DC3E-4AF3-92BF-D34FD1B96D6C}"/>
                </a:ext>
              </a:extLst>
            </p:cNvPr>
            <p:cNvGrpSpPr>
              <a:grpSpLocks/>
            </p:cNvGrpSpPr>
            <p:nvPr/>
          </p:nvGrpSpPr>
          <p:grpSpPr bwMode="auto">
            <a:xfrm>
              <a:off x="4857964" y="4877163"/>
              <a:ext cx="1084807" cy="498183"/>
              <a:chOff x="2830" y="3000"/>
              <a:chExt cx="793" cy="369"/>
            </a:xfrm>
          </p:grpSpPr>
          <p:sp>
            <p:nvSpPr>
              <p:cNvPr id="53" name="Rectangle 2095">
                <a:extLst>
                  <a:ext uri="{FF2B5EF4-FFF2-40B4-BE49-F238E27FC236}">
                    <a16:creationId xmlns:a16="http://schemas.microsoft.com/office/drawing/2014/main" id="{88F65889-21B5-4DF4-A5F0-C63505DE13D4}"/>
                  </a:ext>
                </a:extLst>
              </p:cNvPr>
              <p:cNvSpPr>
                <a:spLocks noChangeArrowheads="1"/>
              </p:cNvSpPr>
              <p:nvPr/>
            </p:nvSpPr>
            <p:spPr bwMode="auto">
              <a:xfrm>
                <a:off x="3448" y="3212"/>
                <a:ext cx="175"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1400" dirty="0">
                    <a:solidFill>
                      <a:srgbClr val="000000"/>
                    </a:solidFill>
                    <a:latin typeface="微软雅黑" panose="020B0503020204020204" pitchFamily="34" charset="-122"/>
                    <a:ea typeface="微软雅黑" panose="020B0503020204020204" pitchFamily="34" charset="-122"/>
                  </a:rPr>
                  <a:t>+1</a:t>
                </a:r>
                <a:endParaRPr kumimoji="0" lang="en-US" altLang="zh-CN" sz="1400" dirty="0">
                  <a:latin typeface="微软雅黑" panose="020B0503020204020204" pitchFamily="34" charset="-122"/>
                  <a:ea typeface="微软雅黑" panose="020B0503020204020204" pitchFamily="34" charset="-122"/>
                </a:endParaRPr>
              </a:p>
            </p:txBody>
          </p:sp>
          <p:sp>
            <p:nvSpPr>
              <p:cNvPr id="54" name="Rectangle 2097">
                <a:extLst>
                  <a:ext uri="{FF2B5EF4-FFF2-40B4-BE49-F238E27FC236}">
                    <a16:creationId xmlns:a16="http://schemas.microsoft.com/office/drawing/2014/main" id="{C59C5F16-F7BE-4ACA-AF72-45CEB75DCA68}"/>
                  </a:ext>
                </a:extLst>
              </p:cNvPr>
              <p:cNvSpPr>
                <a:spLocks noChangeArrowheads="1"/>
              </p:cNvSpPr>
              <p:nvPr/>
            </p:nvSpPr>
            <p:spPr bwMode="auto">
              <a:xfrm>
                <a:off x="2830" y="3000"/>
                <a:ext cx="211"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1400" dirty="0">
                    <a:solidFill>
                      <a:srgbClr val="000000"/>
                    </a:solidFill>
                    <a:latin typeface="微软雅黑" panose="020B0503020204020204" pitchFamily="34" charset="-122"/>
                    <a:ea typeface="微软雅黑" panose="020B0503020204020204" pitchFamily="34" charset="-122"/>
                  </a:rPr>
                  <a:t> - 1</a:t>
                </a:r>
                <a:endParaRPr kumimoji="0" lang="en-US" altLang="zh-CN" sz="1400" dirty="0">
                  <a:latin typeface="微软雅黑" panose="020B0503020204020204" pitchFamily="34" charset="-122"/>
                  <a:ea typeface="微软雅黑" panose="020B0503020204020204" pitchFamily="34" charset="-122"/>
                </a:endParaRPr>
              </a:p>
            </p:txBody>
          </p:sp>
        </p:grpSp>
        <p:grpSp>
          <p:nvGrpSpPr>
            <p:cNvPr id="34" name="Group 2098">
              <a:extLst>
                <a:ext uri="{FF2B5EF4-FFF2-40B4-BE49-F238E27FC236}">
                  <a16:creationId xmlns:a16="http://schemas.microsoft.com/office/drawing/2014/main" id="{B591558E-A7C0-41BF-BC95-70A91B7B0C09}"/>
                </a:ext>
              </a:extLst>
            </p:cNvPr>
            <p:cNvGrpSpPr>
              <a:grpSpLocks/>
            </p:cNvGrpSpPr>
            <p:nvPr/>
          </p:nvGrpSpPr>
          <p:grpSpPr bwMode="auto">
            <a:xfrm>
              <a:off x="1856618" y="4839302"/>
              <a:ext cx="3786570" cy="1254232"/>
              <a:chOff x="636" y="2965"/>
              <a:chExt cx="2768" cy="929"/>
            </a:xfrm>
          </p:grpSpPr>
          <p:sp>
            <p:nvSpPr>
              <p:cNvPr id="48" name="Line 2099">
                <a:extLst>
                  <a:ext uri="{FF2B5EF4-FFF2-40B4-BE49-F238E27FC236}">
                    <a16:creationId xmlns:a16="http://schemas.microsoft.com/office/drawing/2014/main" id="{5E65D121-C6BE-4427-9A26-145D1F1A3121}"/>
                  </a:ext>
                </a:extLst>
              </p:cNvPr>
              <p:cNvSpPr>
                <a:spLocks noChangeShapeType="1"/>
              </p:cNvSpPr>
              <p:nvPr/>
            </p:nvSpPr>
            <p:spPr bwMode="auto">
              <a:xfrm flipH="1">
                <a:off x="776" y="3039"/>
                <a:ext cx="2580" cy="1"/>
              </a:xfrm>
              <a:prstGeom prst="line">
                <a:avLst/>
              </a:prstGeom>
              <a:noFill/>
              <a:ln w="20638">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sz="1400">
                  <a:latin typeface="微软雅黑" panose="020B0503020204020204" pitchFamily="34" charset="-122"/>
                  <a:ea typeface="微软雅黑" panose="020B0503020204020204" pitchFamily="34" charset="-122"/>
                </a:endParaRPr>
              </a:p>
            </p:txBody>
          </p:sp>
          <p:sp>
            <p:nvSpPr>
              <p:cNvPr id="49" name="Line 2100">
                <a:extLst>
                  <a:ext uri="{FF2B5EF4-FFF2-40B4-BE49-F238E27FC236}">
                    <a16:creationId xmlns:a16="http://schemas.microsoft.com/office/drawing/2014/main" id="{1990FF8B-5F02-4E41-8401-DC4D2BD75B6D}"/>
                  </a:ext>
                </a:extLst>
              </p:cNvPr>
              <p:cNvSpPr>
                <a:spLocks noChangeShapeType="1"/>
              </p:cNvSpPr>
              <p:nvPr/>
            </p:nvSpPr>
            <p:spPr bwMode="auto">
              <a:xfrm>
                <a:off x="3356" y="3044"/>
                <a:ext cx="1" cy="673"/>
              </a:xfrm>
              <a:prstGeom prst="line">
                <a:avLst/>
              </a:prstGeom>
              <a:noFill/>
              <a:ln w="20638">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sz="1400">
                  <a:latin typeface="微软雅黑" panose="020B0503020204020204" pitchFamily="34" charset="-122"/>
                  <a:ea typeface="微软雅黑" panose="020B0503020204020204" pitchFamily="34" charset="-122"/>
                </a:endParaRPr>
              </a:p>
            </p:txBody>
          </p:sp>
          <p:sp>
            <p:nvSpPr>
              <p:cNvPr id="50" name="Oval 2101">
                <a:extLst>
                  <a:ext uri="{FF2B5EF4-FFF2-40B4-BE49-F238E27FC236}">
                    <a16:creationId xmlns:a16="http://schemas.microsoft.com/office/drawing/2014/main" id="{26C17CBA-0BE9-429F-B694-6D83E7D9094D}"/>
                  </a:ext>
                </a:extLst>
              </p:cNvPr>
              <p:cNvSpPr>
                <a:spLocks noChangeArrowheads="1"/>
              </p:cNvSpPr>
              <p:nvPr/>
            </p:nvSpPr>
            <p:spPr bwMode="auto">
              <a:xfrm>
                <a:off x="3318" y="3001"/>
                <a:ext cx="86" cy="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a:latin typeface="微软雅黑" panose="020B0503020204020204" pitchFamily="34" charset="-122"/>
                  <a:ea typeface="微软雅黑" panose="020B0503020204020204" pitchFamily="34" charset="-122"/>
                </a:endParaRPr>
              </a:p>
            </p:txBody>
          </p:sp>
          <p:sp>
            <p:nvSpPr>
              <p:cNvPr id="51" name="Rectangle 2102">
                <a:extLst>
                  <a:ext uri="{FF2B5EF4-FFF2-40B4-BE49-F238E27FC236}">
                    <a16:creationId xmlns:a16="http://schemas.microsoft.com/office/drawing/2014/main" id="{6CB1311F-6D35-45CC-AE6C-AE7ACDF594E8}"/>
                  </a:ext>
                </a:extLst>
              </p:cNvPr>
              <p:cNvSpPr>
                <a:spLocks noChangeArrowheads="1"/>
              </p:cNvSpPr>
              <p:nvPr/>
            </p:nvSpPr>
            <p:spPr bwMode="auto">
              <a:xfrm>
                <a:off x="636" y="2965"/>
                <a:ext cx="77"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1400">
                    <a:solidFill>
                      <a:srgbClr val="000000"/>
                    </a:solidFill>
                    <a:latin typeface="微软雅黑" panose="020B0503020204020204" pitchFamily="34" charset="-122"/>
                    <a:ea typeface="微软雅黑" panose="020B0503020204020204" pitchFamily="34" charset="-122"/>
                  </a:rPr>
                  <a:t>4</a:t>
                </a:r>
                <a:endParaRPr kumimoji="0" lang="en-US" altLang="zh-CN" sz="1400">
                  <a:latin typeface="微软雅黑" panose="020B0503020204020204" pitchFamily="34" charset="-122"/>
                  <a:ea typeface="微软雅黑" panose="020B0503020204020204" pitchFamily="34" charset="-122"/>
                </a:endParaRPr>
              </a:p>
            </p:txBody>
          </p:sp>
          <p:sp>
            <p:nvSpPr>
              <p:cNvPr id="52" name="Rectangle 2103">
                <a:extLst>
                  <a:ext uri="{FF2B5EF4-FFF2-40B4-BE49-F238E27FC236}">
                    <a16:creationId xmlns:a16="http://schemas.microsoft.com/office/drawing/2014/main" id="{8B3221BA-5930-4996-87EF-1892ECF1A00A}"/>
                  </a:ext>
                </a:extLst>
              </p:cNvPr>
              <p:cNvSpPr>
                <a:spLocks noChangeArrowheads="1"/>
              </p:cNvSpPr>
              <p:nvPr/>
            </p:nvSpPr>
            <p:spPr bwMode="auto">
              <a:xfrm>
                <a:off x="3313" y="3737"/>
                <a:ext cx="77"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1400">
                    <a:solidFill>
                      <a:srgbClr val="000000"/>
                    </a:solidFill>
                    <a:latin typeface="微软雅黑" panose="020B0503020204020204" pitchFamily="34" charset="-122"/>
                    <a:ea typeface="微软雅黑" panose="020B0503020204020204" pitchFamily="34" charset="-122"/>
                  </a:rPr>
                  <a:t>6</a:t>
                </a:r>
                <a:endParaRPr kumimoji="0" lang="en-US" altLang="zh-CN" sz="1400">
                  <a:latin typeface="微软雅黑" panose="020B0503020204020204" pitchFamily="34" charset="-122"/>
                  <a:ea typeface="微软雅黑" panose="020B0503020204020204" pitchFamily="34" charset="-122"/>
                </a:endParaRPr>
              </a:p>
            </p:txBody>
          </p:sp>
        </p:grpSp>
        <p:sp>
          <p:nvSpPr>
            <p:cNvPr id="35" name="Freeform 2104">
              <a:extLst>
                <a:ext uri="{FF2B5EF4-FFF2-40B4-BE49-F238E27FC236}">
                  <a16:creationId xmlns:a16="http://schemas.microsoft.com/office/drawing/2014/main" id="{FB3EB282-3752-4AF1-8CF4-C5B2200F2674}"/>
                </a:ext>
              </a:extLst>
            </p:cNvPr>
            <p:cNvSpPr>
              <a:spLocks/>
            </p:cNvSpPr>
            <p:nvPr/>
          </p:nvSpPr>
          <p:spPr bwMode="auto">
            <a:xfrm>
              <a:off x="5577525" y="4989144"/>
              <a:ext cx="529409" cy="174161"/>
            </a:xfrm>
            <a:custGeom>
              <a:avLst/>
              <a:gdLst>
                <a:gd name="T0" fmla="*/ 0 w 438"/>
                <a:gd name="T1" fmla="*/ 0 h 175"/>
                <a:gd name="T2" fmla="*/ 0 w 438"/>
                <a:gd name="T3" fmla="*/ 204787 h 175"/>
                <a:gd name="T4" fmla="*/ 614363 w 438"/>
                <a:gd name="T5" fmla="*/ 204787 h 175"/>
                <a:gd name="T6" fmla="*/ 0 60000 65536"/>
                <a:gd name="T7" fmla="*/ 0 60000 65536"/>
                <a:gd name="T8" fmla="*/ 0 60000 65536"/>
              </a:gdLst>
              <a:ahLst/>
              <a:cxnLst>
                <a:cxn ang="T6">
                  <a:pos x="T0" y="T1"/>
                </a:cxn>
                <a:cxn ang="T7">
                  <a:pos x="T2" y="T3"/>
                </a:cxn>
                <a:cxn ang="T8">
                  <a:pos x="T4" y="T5"/>
                </a:cxn>
              </a:cxnLst>
              <a:rect l="0" t="0" r="r" b="b"/>
              <a:pathLst>
                <a:path w="438" h="175">
                  <a:moveTo>
                    <a:pt x="0" y="0"/>
                  </a:moveTo>
                  <a:lnTo>
                    <a:pt x="0" y="175"/>
                  </a:lnTo>
                  <a:lnTo>
                    <a:pt x="438" y="175"/>
                  </a:lnTo>
                </a:path>
              </a:pathLst>
            </a:custGeom>
            <a:noFill/>
            <a:ln w="60325">
              <a:solidFill>
                <a:srgbClr val="AD0D1B"/>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400">
                <a:latin typeface="微软雅黑" panose="020B0503020204020204" pitchFamily="34" charset="-122"/>
                <a:ea typeface="微软雅黑" panose="020B0503020204020204" pitchFamily="34" charset="-122"/>
              </a:endParaRPr>
            </a:p>
          </p:txBody>
        </p:sp>
        <p:grpSp>
          <p:nvGrpSpPr>
            <p:cNvPr id="36" name="Group 2105">
              <a:extLst>
                <a:ext uri="{FF2B5EF4-FFF2-40B4-BE49-F238E27FC236}">
                  <a16:creationId xmlns:a16="http://schemas.microsoft.com/office/drawing/2014/main" id="{E881C9C8-1F5F-45F6-999F-2646C2AE7AAD}"/>
                </a:ext>
              </a:extLst>
            </p:cNvPr>
            <p:cNvGrpSpPr>
              <a:grpSpLocks/>
            </p:cNvGrpSpPr>
            <p:nvPr/>
          </p:nvGrpSpPr>
          <p:grpSpPr bwMode="auto">
            <a:xfrm>
              <a:off x="1754020" y="2592752"/>
              <a:ext cx="1543082" cy="3500779"/>
              <a:chOff x="561" y="1301"/>
              <a:chExt cx="1128" cy="2593"/>
            </a:xfrm>
          </p:grpSpPr>
          <p:sp>
            <p:nvSpPr>
              <p:cNvPr id="43" name="Line 2106">
                <a:extLst>
                  <a:ext uri="{FF2B5EF4-FFF2-40B4-BE49-F238E27FC236}">
                    <a16:creationId xmlns:a16="http://schemas.microsoft.com/office/drawing/2014/main" id="{751EA0CA-3226-4CF2-B4BE-90E148DE3565}"/>
                  </a:ext>
                </a:extLst>
              </p:cNvPr>
              <p:cNvSpPr>
                <a:spLocks noChangeShapeType="1"/>
              </p:cNvSpPr>
              <p:nvPr/>
            </p:nvSpPr>
            <p:spPr bwMode="auto">
              <a:xfrm flipH="1">
                <a:off x="776" y="1369"/>
                <a:ext cx="864" cy="1"/>
              </a:xfrm>
              <a:prstGeom prst="line">
                <a:avLst/>
              </a:prstGeom>
              <a:noFill/>
              <a:ln w="20638">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sz="1400">
                  <a:latin typeface="微软雅黑" panose="020B0503020204020204" pitchFamily="34" charset="-122"/>
                  <a:ea typeface="微软雅黑" panose="020B0503020204020204" pitchFamily="34" charset="-122"/>
                </a:endParaRPr>
              </a:p>
            </p:txBody>
          </p:sp>
          <p:sp>
            <p:nvSpPr>
              <p:cNvPr id="44" name="Line 2107">
                <a:extLst>
                  <a:ext uri="{FF2B5EF4-FFF2-40B4-BE49-F238E27FC236}">
                    <a16:creationId xmlns:a16="http://schemas.microsoft.com/office/drawing/2014/main" id="{089D2D50-66D5-48DF-8347-8F8497F95DB6}"/>
                  </a:ext>
                </a:extLst>
              </p:cNvPr>
              <p:cNvSpPr>
                <a:spLocks noChangeShapeType="1"/>
              </p:cNvSpPr>
              <p:nvPr/>
            </p:nvSpPr>
            <p:spPr bwMode="auto">
              <a:xfrm>
                <a:off x="1639" y="1374"/>
                <a:ext cx="2" cy="2343"/>
              </a:xfrm>
              <a:prstGeom prst="line">
                <a:avLst/>
              </a:prstGeom>
              <a:noFill/>
              <a:ln w="20638">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sz="1400">
                  <a:latin typeface="微软雅黑" panose="020B0503020204020204" pitchFamily="34" charset="-122"/>
                  <a:ea typeface="微软雅黑" panose="020B0503020204020204" pitchFamily="34" charset="-122"/>
                </a:endParaRPr>
              </a:p>
            </p:txBody>
          </p:sp>
          <p:sp>
            <p:nvSpPr>
              <p:cNvPr id="45" name="Oval 2108">
                <a:extLst>
                  <a:ext uri="{FF2B5EF4-FFF2-40B4-BE49-F238E27FC236}">
                    <a16:creationId xmlns:a16="http://schemas.microsoft.com/office/drawing/2014/main" id="{9BFD9938-5CFF-4331-9C75-E9D9A6D2C11E}"/>
                  </a:ext>
                </a:extLst>
              </p:cNvPr>
              <p:cNvSpPr>
                <a:spLocks noChangeArrowheads="1"/>
              </p:cNvSpPr>
              <p:nvPr/>
            </p:nvSpPr>
            <p:spPr bwMode="auto">
              <a:xfrm>
                <a:off x="1603" y="1331"/>
                <a:ext cx="86" cy="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a:latin typeface="微软雅黑" panose="020B0503020204020204" pitchFamily="34" charset="-122"/>
                  <a:ea typeface="微软雅黑" panose="020B0503020204020204" pitchFamily="34" charset="-122"/>
                </a:endParaRPr>
              </a:p>
            </p:txBody>
          </p:sp>
          <p:sp>
            <p:nvSpPr>
              <p:cNvPr id="46" name="Rectangle 2109">
                <a:extLst>
                  <a:ext uri="{FF2B5EF4-FFF2-40B4-BE49-F238E27FC236}">
                    <a16:creationId xmlns:a16="http://schemas.microsoft.com/office/drawing/2014/main" id="{3C5BB841-7FFA-4266-8BD9-3F9B347A3B5F}"/>
                  </a:ext>
                </a:extLst>
              </p:cNvPr>
              <p:cNvSpPr>
                <a:spLocks noChangeArrowheads="1"/>
              </p:cNvSpPr>
              <p:nvPr/>
            </p:nvSpPr>
            <p:spPr bwMode="auto">
              <a:xfrm>
                <a:off x="561" y="1301"/>
                <a:ext cx="155"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1400">
                    <a:solidFill>
                      <a:srgbClr val="000000"/>
                    </a:solidFill>
                    <a:latin typeface="微软雅黑" panose="020B0503020204020204" pitchFamily="34" charset="-122"/>
                    <a:ea typeface="微软雅黑" panose="020B0503020204020204" pitchFamily="34" charset="-122"/>
                  </a:rPr>
                  <a:t>14</a:t>
                </a:r>
                <a:endParaRPr kumimoji="0" lang="en-US" altLang="zh-CN" sz="1400">
                  <a:latin typeface="微软雅黑" panose="020B0503020204020204" pitchFamily="34" charset="-122"/>
                  <a:ea typeface="微软雅黑" panose="020B0503020204020204" pitchFamily="34" charset="-122"/>
                </a:endParaRPr>
              </a:p>
            </p:txBody>
          </p:sp>
          <p:sp>
            <p:nvSpPr>
              <p:cNvPr id="47" name="Rectangle 2110">
                <a:extLst>
                  <a:ext uri="{FF2B5EF4-FFF2-40B4-BE49-F238E27FC236}">
                    <a16:creationId xmlns:a16="http://schemas.microsoft.com/office/drawing/2014/main" id="{38ACEF62-487E-43F0-ACC3-D62E59E74569}"/>
                  </a:ext>
                </a:extLst>
              </p:cNvPr>
              <p:cNvSpPr>
                <a:spLocks noChangeArrowheads="1"/>
              </p:cNvSpPr>
              <p:nvPr/>
            </p:nvSpPr>
            <p:spPr bwMode="auto">
              <a:xfrm>
                <a:off x="1599" y="3737"/>
                <a:ext cx="77"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1400" dirty="0">
                    <a:solidFill>
                      <a:srgbClr val="000000"/>
                    </a:solidFill>
                    <a:latin typeface="微软雅黑" panose="020B0503020204020204" pitchFamily="34" charset="-122"/>
                    <a:ea typeface="微软雅黑" panose="020B0503020204020204" pitchFamily="34" charset="-122"/>
                  </a:rPr>
                  <a:t>2</a:t>
                </a:r>
                <a:endParaRPr kumimoji="0" lang="en-US" altLang="zh-CN" sz="1400" dirty="0">
                  <a:latin typeface="微软雅黑" panose="020B0503020204020204" pitchFamily="34" charset="-122"/>
                  <a:ea typeface="微软雅黑" panose="020B0503020204020204" pitchFamily="34" charset="-122"/>
                </a:endParaRPr>
              </a:p>
            </p:txBody>
          </p:sp>
        </p:grpSp>
        <p:sp>
          <p:nvSpPr>
            <p:cNvPr id="37" name="Freeform 2111">
              <a:extLst>
                <a:ext uri="{FF2B5EF4-FFF2-40B4-BE49-F238E27FC236}">
                  <a16:creationId xmlns:a16="http://schemas.microsoft.com/office/drawing/2014/main" id="{AB7AEE32-6F0C-41E3-A666-EF2A9F0E2CCB}"/>
                </a:ext>
              </a:extLst>
            </p:cNvPr>
            <p:cNvSpPr>
              <a:spLocks/>
            </p:cNvSpPr>
            <p:nvPr/>
          </p:nvSpPr>
          <p:spPr bwMode="auto">
            <a:xfrm>
              <a:off x="3230070" y="2719449"/>
              <a:ext cx="519833" cy="1293384"/>
            </a:xfrm>
            <a:custGeom>
              <a:avLst/>
              <a:gdLst>
                <a:gd name="T0" fmla="*/ 0 w 426"/>
                <a:gd name="T1" fmla="*/ 0 h 1004"/>
                <a:gd name="T2" fmla="*/ 0 w 426"/>
                <a:gd name="T3" fmla="*/ 1520825 h 1004"/>
                <a:gd name="T4" fmla="*/ 603250 w 426"/>
                <a:gd name="T5" fmla="*/ 1520825 h 1004"/>
                <a:gd name="T6" fmla="*/ 0 60000 65536"/>
                <a:gd name="T7" fmla="*/ 0 60000 65536"/>
                <a:gd name="T8" fmla="*/ 0 60000 65536"/>
              </a:gdLst>
              <a:ahLst/>
              <a:cxnLst>
                <a:cxn ang="T6">
                  <a:pos x="T0" y="T1"/>
                </a:cxn>
                <a:cxn ang="T7">
                  <a:pos x="T2" y="T3"/>
                </a:cxn>
                <a:cxn ang="T8">
                  <a:pos x="T4" y="T5"/>
                </a:cxn>
              </a:cxnLst>
              <a:rect l="0" t="0" r="r" b="b"/>
              <a:pathLst>
                <a:path w="426" h="1004">
                  <a:moveTo>
                    <a:pt x="0" y="0"/>
                  </a:moveTo>
                  <a:lnTo>
                    <a:pt x="0" y="1004"/>
                  </a:lnTo>
                  <a:lnTo>
                    <a:pt x="426" y="1004"/>
                  </a:lnTo>
                </a:path>
              </a:pathLst>
            </a:custGeom>
            <a:noFill/>
            <a:ln w="60325">
              <a:solidFill>
                <a:srgbClr val="AD0D1B"/>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400">
                <a:latin typeface="微软雅黑" panose="020B0503020204020204" pitchFamily="34" charset="-122"/>
                <a:ea typeface="微软雅黑" panose="020B0503020204020204" pitchFamily="34" charset="-122"/>
              </a:endParaRPr>
            </a:p>
          </p:txBody>
        </p:sp>
        <p:sp>
          <p:nvSpPr>
            <p:cNvPr id="38" name="Rectangle 2080">
              <a:extLst>
                <a:ext uri="{FF2B5EF4-FFF2-40B4-BE49-F238E27FC236}">
                  <a16:creationId xmlns:a16="http://schemas.microsoft.com/office/drawing/2014/main" id="{1A7B8E9E-D3F2-4433-9590-570E9EBD6685}"/>
                </a:ext>
              </a:extLst>
            </p:cNvPr>
            <p:cNvSpPr>
              <a:spLocks noChangeArrowheads="1"/>
            </p:cNvSpPr>
            <p:nvPr/>
          </p:nvSpPr>
          <p:spPr bwMode="auto">
            <a:xfrm>
              <a:off x="3455103" y="2366468"/>
              <a:ext cx="9938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1400" dirty="0">
                  <a:solidFill>
                    <a:srgbClr val="000000"/>
                  </a:solidFill>
                  <a:latin typeface="微软雅黑" panose="020B0503020204020204" pitchFamily="34" charset="-122"/>
                  <a:ea typeface="微软雅黑" panose="020B0503020204020204" pitchFamily="34" charset="-122"/>
                </a:rPr>
                <a:t>E</a:t>
              </a:r>
              <a:endParaRPr kumimoji="0" lang="en-US" altLang="zh-CN" sz="1400" dirty="0">
                <a:latin typeface="微软雅黑" panose="020B0503020204020204" pitchFamily="34" charset="-122"/>
                <a:ea typeface="微软雅黑" panose="020B0503020204020204" pitchFamily="34" charset="-122"/>
              </a:endParaRPr>
            </a:p>
          </p:txBody>
        </p:sp>
        <p:sp>
          <p:nvSpPr>
            <p:cNvPr id="39" name="Rectangle 2080">
              <a:extLst>
                <a:ext uri="{FF2B5EF4-FFF2-40B4-BE49-F238E27FC236}">
                  <a16:creationId xmlns:a16="http://schemas.microsoft.com/office/drawing/2014/main" id="{6F52A16C-B62D-430E-A635-993F4C9F0A9A}"/>
                </a:ext>
              </a:extLst>
            </p:cNvPr>
            <p:cNvSpPr>
              <a:spLocks noChangeArrowheads="1"/>
            </p:cNvSpPr>
            <p:nvPr/>
          </p:nvSpPr>
          <p:spPr bwMode="auto">
            <a:xfrm>
              <a:off x="5510493" y="4280140"/>
              <a:ext cx="9618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1400" dirty="0">
                  <a:solidFill>
                    <a:srgbClr val="000000"/>
                  </a:solidFill>
                  <a:latin typeface="微软雅黑" panose="020B0503020204020204" pitchFamily="34" charset="-122"/>
                  <a:ea typeface="微软雅黑" panose="020B0503020204020204" pitchFamily="34" charset="-122"/>
                </a:rPr>
                <a:t>F</a:t>
              </a:r>
              <a:endParaRPr kumimoji="0" lang="en-US" altLang="zh-CN" sz="1400" dirty="0">
                <a:latin typeface="微软雅黑" panose="020B0503020204020204" pitchFamily="34" charset="-122"/>
                <a:ea typeface="微软雅黑" panose="020B0503020204020204" pitchFamily="34" charset="-122"/>
              </a:endParaRPr>
            </a:p>
          </p:txBody>
        </p:sp>
        <p:sp>
          <p:nvSpPr>
            <p:cNvPr id="40" name="Rectangle 2092">
              <a:extLst>
                <a:ext uri="{FF2B5EF4-FFF2-40B4-BE49-F238E27FC236}">
                  <a16:creationId xmlns:a16="http://schemas.microsoft.com/office/drawing/2014/main" id="{4D6E3A98-4258-42E2-8918-C15EC98D9E08}"/>
                </a:ext>
              </a:extLst>
            </p:cNvPr>
            <p:cNvSpPr>
              <a:spLocks noChangeArrowheads="1"/>
            </p:cNvSpPr>
            <p:nvPr/>
          </p:nvSpPr>
          <p:spPr bwMode="auto">
            <a:xfrm>
              <a:off x="3950997" y="3038146"/>
              <a:ext cx="711733"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1400" dirty="0">
                  <a:solidFill>
                    <a:srgbClr val="000000"/>
                  </a:solidFill>
                  <a:latin typeface="微软雅黑" panose="020B0503020204020204" pitchFamily="34" charset="-122"/>
                  <a:ea typeface="微软雅黑" panose="020B0503020204020204" pitchFamily="34" charset="-122"/>
                </a:rPr>
                <a:t>MRS=6</a:t>
              </a:r>
              <a:endParaRPr kumimoji="0" lang="en-US" altLang="zh-CN" sz="1400" dirty="0">
                <a:latin typeface="微软雅黑" panose="020B0503020204020204" pitchFamily="34" charset="-122"/>
                <a:ea typeface="微软雅黑" panose="020B0503020204020204" pitchFamily="34" charset="-122"/>
              </a:endParaRPr>
            </a:p>
          </p:txBody>
        </p:sp>
        <p:sp>
          <p:nvSpPr>
            <p:cNvPr id="41" name="Rectangle 2096">
              <a:extLst>
                <a:ext uri="{FF2B5EF4-FFF2-40B4-BE49-F238E27FC236}">
                  <a16:creationId xmlns:a16="http://schemas.microsoft.com/office/drawing/2014/main" id="{FF20555C-9B49-4FFC-BAA8-AA91517C22ED}"/>
                </a:ext>
              </a:extLst>
            </p:cNvPr>
            <p:cNvSpPr>
              <a:spLocks noChangeArrowheads="1"/>
            </p:cNvSpPr>
            <p:nvPr/>
          </p:nvSpPr>
          <p:spPr bwMode="auto">
            <a:xfrm>
              <a:off x="6220475" y="4280140"/>
              <a:ext cx="711733"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1400" dirty="0">
                  <a:solidFill>
                    <a:srgbClr val="000000"/>
                  </a:solidFill>
                  <a:latin typeface="微软雅黑" panose="020B0503020204020204" pitchFamily="34" charset="-122"/>
                  <a:ea typeface="微软雅黑" panose="020B0503020204020204" pitchFamily="34" charset="-122"/>
                </a:rPr>
                <a:t>MRS=1</a:t>
              </a:r>
              <a:endParaRPr kumimoji="0" lang="en-US" altLang="zh-CN" sz="1400" dirty="0">
                <a:latin typeface="微软雅黑" panose="020B0503020204020204" pitchFamily="34" charset="-122"/>
                <a:ea typeface="微软雅黑" panose="020B0503020204020204" pitchFamily="34" charset="-122"/>
              </a:endParaRPr>
            </a:p>
          </p:txBody>
        </p:sp>
      </p:grpSp>
      <p:sp>
        <p:nvSpPr>
          <p:cNvPr id="75" name="矩形 74">
            <a:extLst>
              <a:ext uri="{FF2B5EF4-FFF2-40B4-BE49-F238E27FC236}">
                <a16:creationId xmlns:a16="http://schemas.microsoft.com/office/drawing/2014/main" id="{F6F9F95D-AA14-4497-A0C3-CF337A40276C}"/>
              </a:ext>
            </a:extLst>
          </p:cNvPr>
          <p:cNvSpPr/>
          <p:nvPr/>
        </p:nvSpPr>
        <p:spPr>
          <a:xfrm>
            <a:off x="6593747" y="0"/>
            <a:ext cx="2550253" cy="369332"/>
          </a:xfrm>
          <a:prstGeom prst="rect">
            <a:avLst/>
          </a:prstGeom>
        </p:spPr>
        <p:txBody>
          <a:bodyPr wrap="squar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 第二节  </a:t>
            </a:r>
            <a:r>
              <a:rPr lang="zh-CN" altLang="en-US" spc="150" dirty="0">
                <a:latin typeface="微软雅黑" panose="020B0503020204020204" pitchFamily="34" charset="-122"/>
                <a:ea typeface="微软雅黑" panose="020B0503020204020204" pitchFamily="34" charset="-122"/>
              </a:rPr>
              <a:t>无差异曲线</a:t>
            </a:r>
            <a:endParaRPr lang="zh-CN" altLang="en-US" spc="150" dirty="0">
              <a:solidFill>
                <a:srgbClr val="000000"/>
              </a:solidFill>
              <a:latin typeface="微软雅黑" panose="020B0503020204020204" pitchFamily="34" charset="-122"/>
              <a:ea typeface="微软雅黑" panose="020B0503020204020204" pitchFamily="34" charset="-122"/>
            </a:endParaRPr>
          </a:p>
        </p:txBody>
      </p:sp>
      <p:sp>
        <p:nvSpPr>
          <p:cNvPr id="76" name="矩形 75">
            <a:extLst>
              <a:ext uri="{FF2B5EF4-FFF2-40B4-BE49-F238E27FC236}">
                <a16:creationId xmlns:a16="http://schemas.microsoft.com/office/drawing/2014/main" id="{383D866A-7E39-4766-BC56-2DB31D5BC2D1}"/>
              </a:ext>
            </a:extLst>
          </p:cNvPr>
          <p:cNvSpPr/>
          <p:nvPr/>
        </p:nvSpPr>
        <p:spPr>
          <a:xfrm>
            <a:off x="467544" y="548680"/>
            <a:ext cx="4435830"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三、边际替代率及其递减规律</a:t>
            </a:r>
          </a:p>
        </p:txBody>
      </p:sp>
      <p:sp>
        <p:nvSpPr>
          <p:cNvPr id="42" name="矩形 41">
            <a:extLst>
              <a:ext uri="{FF2B5EF4-FFF2-40B4-BE49-F238E27FC236}">
                <a16:creationId xmlns:a16="http://schemas.microsoft.com/office/drawing/2014/main" id="{9A53D5FC-3767-432F-B70F-743867FFCB50}"/>
              </a:ext>
            </a:extLst>
          </p:cNvPr>
          <p:cNvSpPr/>
          <p:nvPr/>
        </p:nvSpPr>
        <p:spPr>
          <a:xfrm>
            <a:off x="5394099" y="2542125"/>
            <a:ext cx="2568332" cy="307777"/>
          </a:xfrm>
          <a:prstGeom prst="rect">
            <a:avLst/>
          </a:prstGeom>
        </p:spPr>
        <p:txBody>
          <a:bodyPr wrap="none">
            <a:spAutoFit/>
          </a:bodyPr>
          <a:lstStyle/>
          <a:p>
            <a:pPr>
              <a:buNone/>
            </a:pPr>
            <a:r>
              <a:rPr lang="en-US" altLang="zh-CN" sz="1400" dirty="0" err="1">
                <a:latin typeface="微软雅黑" panose="020B0503020204020204" pitchFamily="34" charset="-122"/>
                <a:ea typeface="微软雅黑" panose="020B0503020204020204" pitchFamily="34" charset="-122"/>
              </a:rPr>
              <a:t>MRS</a:t>
            </a:r>
            <a:r>
              <a:rPr lang="en-US" altLang="zh-CN" sz="1400" baseline="-25000" dirty="0" err="1">
                <a:latin typeface="微软雅黑" panose="020B0503020204020204" pitchFamily="34" charset="-122"/>
                <a:ea typeface="微软雅黑" panose="020B0503020204020204" pitchFamily="34" charset="-122"/>
              </a:rPr>
              <a:t>xy</a:t>
            </a:r>
            <a:r>
              <a:rPr lang="en-US" altLang="zh-CN" sz="1400" dirty="0">
                <a:latin typeface="微软雅黑" panose="020B0503020204020204" pitchFamily="34" charset="-122"/>
                <a:ea typeface="微软雅黑" panose="020B0503020204020204" pitchFamily="34" charset="-122"/>
              </a:rPr>
              <a:t>=-△Y/△X= MU</a:t>
            </a:r>
            <a:r>
              <a:rPr lang="en-US" altLang="zh-CN" sz="1400" baseline="-25000" dirty="0">
                <a:latin typeface="微软雅黑" panose="020B0503020204020204" pitchFamily="34" charset="-122"/>
                <a:ea typeface="微软雅黑" panose="020B0503020204020204" pitchFamily="34" charset="-122"/>
              </a:rPr>
              <a:t>X</a:t>
            </a:r>
            <a:r>
              <a:rPr lang="en-US" altLang="zh-CN" sz="1400" dirty="0">
                <a:latin typeface="微软雅黑" panose="020B0503020204020204" pitchFamily="34" charset="-122"/>
                <a:ea typeface="微软雅黑" panose="020B0503020204020204" pitchFamily="34" charset="-122"/>
              </a:rPr>
              <a:t>/MU</a:t>
            </a:r>
            <a:r>
              <a:rPr lang="en-US" altLang="zh-CN" sz="1400" baseline="-25000" dirty="0">
                <a:latin typeface="微软雅黑" panose="020B0503020204020204" pitchFamily="34" charset="-122"/>
                <a:ea typeface="微软雅黑" panose="020B0503020204020204" pitchFamily="34" charset="-122"/>
              </a:rPr>
              <a:t>Y</a:t>
            </a:r>
            <a:r>
              <a:rPr lang="en-US" altLang="zh-CN" sz="1400" dirty="0">
                <a:latin typeface="微软雅黑" panose="020B0503020204020204" pitchFamily="34" charset="-122"/>
                <a:ea typeface="微软雅黑" panose="020B0503020204020204" pitchFamily="34" charset="-122"/>
              </a:rPr>
              <a:t> </a:t>
            </a:r>
          </a:p>
        </p:txBody>
      </p:sp>
      <p:sp>
        <p:nvSpPr>
          <p:cNvPr id="4" name="标注: 线形 3">
            <a:extLst>
              <a:ext uri="{FF2B5EF4-FFF2-40B4-BE49-F238E27FC236}">
                <a16:creationId xmlns:a16="http://schemas.microsoft.com/office/drawing/2014/main" id="{C1B83ABF-366C-40FB-BAC8-9CFD340F4C60}"/>
              </a:ext>
            </a:extLst>
          </p:cNvPr>
          <p:cNvSpPr/>
          <p:nvPr/>
        </p:nvSpPr>
        <p:spPr bwMode="auto">
          <a:xfrm>
            <a:off x="5394099" y="3227494"/>
            <a:ext cx="2953586" cy="612648"/>
          </a:xfrm>
          <a:prstGeom prst="borderCallout1">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边际替代率递减规律保证了无差异曲线凸向原点</a:t>
            </a:r>
          </a:p>
        </p:txBody>
      </p:sp>
    </p:spTree>
    <p:extLst>
      <p:ext uri="{BB962C8B-B14F-4D97-AF65-F5344CB8AC3E}">
        <p14:creationId xmlns:p14="http://schemas.microsoft.com/office/powerpoint/2010/main" val="3498842184"/>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4"/>
                                        </p:tgtEl>
                                        <p:attrNameLst>
                                          <p:attrName>style.visibility</p:attrName>
                                        </p:attrNameLst>
                                      </p:cBhvr>
                                      <p:to>
                                        <p:strVal val="visible"/>
                                      </p:to>
                                    </p:set>
                                    <p:animEffect transition="in" filter="fade">
                                      <p:cBhvr>
                                        <p:cTn id="7" dur="1000"/>
                                        <p:tgtEl>
                                          <p:spTgt spid="74"/>
                                        </p:tgtEl>
                                      </p:cBhvr>
                                    </p:animEffect>
                                    <p:anim calcmode="lin" valueType="num">
                                      <p:cBhvr>
                                        <p:cTn id="8" dur="1000" fill="hold"/>
                                        <p:tgtEl>
                                          <p:spTgt spid="74"/>
                                        </p:tgtEl>
                                        <p:attrNameLst>
                                          <p:attrName>ppt_x</p:attrName>
                                        </p:attrNameLst>
                                      </p:cBhvr>
                                      <p:tavLst>
                                        <p:tav tm="0">
                                          <p:val>
                                            <p:strVal val="#ppt_x"/>
                                          </p:val>
                                        </p:tav>
                                        <p:tav tm="100000">
                                          <p:val>
                                            <p:strVal val="#ppt_x"/>
                                          </p:val>
                                        </p:tav>
                                      </p:tavLst>
                                    </p:anim>
                                    <p:anim calcmode="lin" valueType="num">
                                      <p:cBhvr>
                                        <p:cTn id="9" dur="1000" fill="hold"/>
                                        <p:tgtEl>
                                          <p:spTgt spid="7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500"/>
                                        <p:tgtEl>
                                          <p:spTgt spid="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42"/>
                                        </p:tgtEl>
                                        <p:attrNameLst>
                                          <p:attrName>style.visibility</p:attrName>
                                        </p:attrNameLst>
                                      </p:cBhvr>
                                      <p:to>
                                        <p:strVal val="visible"/>
                                      </p:to>
                                    </p:set>
                                    <p:animEffect transition="in" filter="fade">
                                      <p:cBhvr>
                                        <p:cTn id="17"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p:bldP spid="42"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521561BB-B3E7-4E4C-B680-D9B3B7879DB0}"/>
              </a:ext>
            </a:extLst>
          </p:cNvPr>
          <p:cNvGrpSpPr/>
          <p:nvPr/>
        </p:nvGrpSpPr>
        <p:grpSpPr>
          <a:xfrm>
            <a:off x="993896" y="3062683"/>
            <a:ext cx="7453918" cy="2573728"/>
            <a:chOff x="1009650" y="3430588"/>
            <a:chExt cx="7453918" cy="2573728"/>
          </a:xfrm>
        </p:grpSpPr>
        <p:cxnSp>
          <p:nvCxnSpPr>
            <p:cNvPr id="23555" name="直接连接符 46"/>
            <p:cNvCxnSpPr>
              <a:cxnSpLocks noChangeShapeType="1"/>
            </p:cNvCxnSpPr>
            <p:nvPr/>
          </p:nvCxnSpPr>
          <p:spPr bwMode="auto">
            <a:xfrm flipV="1">
              <a:off x="1257300" y="4152900"/>
              <a:ext cx="1409700" cy="1257300"/>
            </a:xfrm>
            <a:prstGeom prst="line">
              <a:avLst/>
            </a:prstGeom>
            <a:noFill/>
            <a:ln w="9525" cmpd="sng">
              <a:solidFill>
                <a:srgbClr val="7F7F7F"/>
              </a:solidFill>
              <a:prstDash val="lgDash"/>
              <a:round/>
              <a:headEnd/>
              <a:tailEnd/>
            </a:ln>
            <a:extLst>
              <a:ext uri="{909E8E84-426E-40DD-AFC4-6F175D3DCCD1}">
                <a14:hiddenFill xmlns:a14="http://schemas.microsoft.com/office/drawing/2010/main">
                  <a:noFill/>
                </a14:hiddenFill>
              </a:ext>
            </a:extLst>
          </p:spPr>
        </p:cxnSp>
        <p:grpSp>
          <p:nvGrpSpPr>
            <p:cNvPr id="23556" name="组合 47"/>
            <p:cNvGrpSpPr>
              <a:grpSpLocks/>
            </p:cNvGrpSpPr>
            <p:nvPr/>
          </p:nvGrpSpPr>
          <p:grpSpPr bwMode="auto">
            <a:xfrm>
              <a:off x="1674813" y="3943350"/>
              <a:ext cx="1697037" cy="1311275"/>
              <a:chOff x="0" y="0"/>
              <a:chExt cx="1697037" cy="1311912"/>
            </a:xfrm>
          </p:grpSpPr>
          <p:grpSp>
            <p:nvGrpSpPr>
              <p:cNvPr id="23557" name="组合 35"/>
              <p:cNvGrpSpPr>
                <a:grpSpLocks/>
              </p:cNvGrpSpPr>
              <p:nvPr/>
            </p:nvGrpSpPr>
            <p:grpSpPr bwMode="auto">
              <a:xfrm>
                <a:off x="0" y="0"/>
                <a:ext cx="1354137" cy="1123950"/>
                <a:chOff x="0" y="0"/>
                <a:chExt cx="1353344" cy="1123950"/>
              </a:xfrm>
            </p:grpSpPr>
            <p:cxnSp>
              <p:nvCxnSpPr>
                <p:cNvPr id="23558" name="直接连接符 13"/>
                <p:cNvCxnSpPr>
                  <a:cxnSpLocks noChangeShapeType="1"/>
                </p:cNvCxnSpPr>
                <p:nvPr/>
              </p:nvCxnSpPr>
              <p:spPr bwMode="auto">
                <a:xfrm rot="5400000">
                  <a:off x="-543200" y="543198"/>
                  <a:ext cx="1107026" cy="20625"/>
                </a:xfrm>
                <a:prstGeom prst="line">
                  <a:avLst/>
                </a:prstGeom>
                <a:noFill/>
                <a:ln w="38100" cmpd="sng">
                  <a:solidFill>
                    <a:srgbClr val="F3C97F"/>
                  </a:solidFill>
                  <a:round/>
                  <a:headEnd/>
                  <a:tailEnd/>
                </a:ln>
                <a:effectLst>
                  <a:outerShdw dist="23000" dir="5400000" algn="ctr" rotWithShape="0">
                    <a:srgbClr val="000000">
                      <a:alpha val="32999"/>
                    </a:srgbClr>
                  </a:outerShdw>
                </a:effectLst>
                <a:extLst>
                  <a:ext uri="{909E8E84-426E-40DD-AFC4-6F175D3DCCD1}">
                    <a14:hiddenFill xmlns:a14="http://schemas.microsoft.com/office/drawing/2010/main">
                      <a:noFill/>
                    </a14:hiddenFill>
                  </a:ext>
                </a:extLst>
              </p:spPr>
            </p:cxnSp>
            <p:cxnSp>
              <p:nvCxnSpPr>
                <p:cNvPr id="23559" name="直接连接符 16"/>
                <p:cNvCxnSpPr>
                  <a:cxnSpLocks noChangeShapeType="1"/>
                </p:cNvCxnSpPr>
                <p:nvPr/>
              </p:nvCxnSpPr>
              <p:spPr bwMode="auto">
                <a:xfrm>
                  <a:off x="20625" y="1105437"/>
                  <a:ext cx="1332719" cy="19059"/>
                </a:xfrm>
                <a:prstGeom prst="line">
                  <a:avLst/>
                </a:prstGeom>
                <a:noFill/>
                <a:ln w="38100" cmpd="sng">
                  <a:solidFill>
                    <a:srgbClr val="F3C97F"/>
                  </a:solidFill>
                  <a:round/>
                  <a:headEnd/>
                  <a:tailEnd/>
                </a:ln>
                <a:effectLst>
                  <a:outerShdw dist="23000" dir="5400000" algn="ctr" rotWithShape="0">
                    <a:srgbClr val="000000">
                      <a:alpha val="32999"/>
                    </a:srgbClr>
                  </a:outerShdw>
                </a:effectLst>
                <a:extLst>
                  <a:ext uri="{909E8E84-426E-40DD-AFC4-6F175D3DCCD1}">
                    <a14:hiddenFill xmlns:a14="http://schemas.microsoft.com/office/drawing/2010/main">
                      <a:noFill/>
                    </a14:hiddenFill>
                  </a:ext>
                </a:extLst>
              </p:spPr>
            </p:cxnSp>
          </p:grpSp>
          <p:graphicFrame>
            <p:nvGraphicFramePr>
              <p:cNvPr id="23560" name="Object 8"/>
              <p:cNvGraphicFramePr>
                <a:graphicFrameLocks noChangeAspect="1"/>
              </p:cNvGraphicFramePr>
              <p:nvPr/>
            </p:nvGraphicFramePr>
            <p:xfrm>
              <a:off x="1430337" y="991265"/>
              <a:ext cx="266700" cy="320647"/>
            </p:xfrm>
            <a:graphic>
              <a:graphicData uri="http://schemas.openxmlformats.org/presentationml/2006/ole">
                <mc:AlternateContent xmlns:mc="http://schemas.openxmlformats.org/markup-compatibility/2006">
                  <mc:Choice xmlns:v="urn:schemas-microsoft-com:vml" Requires="v">
                    <p:oleObj spid="_x0000_s24323" r:id="rId5" imgW="190983" imgH="229116" progId="">
                      <p:embed/>
                    </p:oleObj>
                  </mc:Choice>
                  <mc:Fallback>
                    <p:oleObj r:id="rId5" imgW="190983" imgH="229116" progId="">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30337" y="991265"/>
                            <a:ext cx="266700" cy="320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23561" name="组合 48"/>
            <p:cNvGrpSpPr>
              <a:grpSpLocks/>
            </p:cNvGrpSpPr>
            <p:nvPr/>
          </p:nvGrpSpPr>
          <p:grpSpPr bwMode="auto">
            <a:xfrm>
              <a:off x="2036763" y="3810000"/>
              <a:ext cx="1460500" cy="1158875"/>
              <a:chOff x="0" y="0"/>
              <a:chExt cx="1460500" cy="1159537"/>
            </a:xfrm>
          </p:grpSpPr>
          <p:grpSp>
            <p:nvGrpSpPr>
              <p:cNvPr id="23562" name="组合 34"/>
              <p:cNvGrpSpPr>
                <a:grpSpLocks/>
              </p:cNvGrpSpPr>
              <p:nvPr/>
            </p:nvGrpSpPr>
            <p:grpSpPr bwMode="auto">
              <a:xfrm>
                <a:off x="0" y="0"/>
                <a:ext cx="1106487" cy="935038"/>
                <a:chOff x="0" y="0"/>
                <a:chExt cx="1105694" cy="934244"/>
              </a:xfrm>
            </p:grpSpPr>
            <p:cxnSp>
              <p:nvCxnSpPr>
                <p:cNvPr id="23563" name="直接连接符 18"/>
                <p:cNvCxnSpPr>
                  <a:cxnSpLocks noChangeShapeType="1"/>
                </p:cNvCxnSpPr>
                <p:nvPr/>
              </p:nvCxnSpPr>
              <p:spPr bwMode="auto">
                <a:xfrm rot="5400000">
                  <a:off x="-466595" y="466595"/>
                  <a:ext cx="934778" cy="1586"/>
                </a:xfrm>
                <a:prstGeom prst="line">
                  <a:avLst/>
                </a:prstGeom>
                <a:noFill/>
                <a:ln w="38100" cmpd="sng">
                  <a:solidFill>
                    <a:srgbClr val="F3C97F"/>
                  </a:solidFill>
                  <a:round/>
                  <a:headEnd/>
                  <a:tailEnd/>
                </a:ln>
                <a:effectLst>
                  <a:outerShdw dist="23000" dir="5400000" algn="ctr" rotWithShape="0">
                    <a:srgbClr val="000000">
                      <a:alpha val="32999"/>
                    </a:srgbClr>
                  </a:outerShdw>
                </a:effectLst>
                <a:extLst>
                  <a:ext uri="{909E8E84-426E-40DD-AFC4-6F175D3DCCD1}">
                    <a14:hiddenFill xmlns:a14="http://schemas.microsoft.com/office/drawing/2010/main">
                      <a:noFill/>
                    </a14:hiddenFill>
                  </a:ext>
                </a:extLst>
              </p:spPr>
            </p:cxnSp>
            <p:cxnSp>
              <p:nvCxnSpPr>
                <p:cNvPr id="23564" name="直接连接符 20"/>
                <p:cNvCxnSpPr>
                  <a:cxnSpLocks noChangeShapeType="1"/>
                </p:cNvCxnSpPr>
                <p:nvPr/>
              </p:nvCxnSpPr>
              <p:spPr bwMode="auto">
                <a:xfrm>
                  <a:off x="1586" y="914146"/>
                  <a:ext cx="1104108" cy="19045"/>
                </a:xfrm>
                <a:prstGeom prst="line">
                  <a:avLst/>
                </a:prstGeom>
                <a:noFill/>
                <a:ln w="38100" cmpd="sng">
                  <a:solidFill>
                    <a:srgbClr val="F3C97F"/>
                  </a:solidFill>
                  <a:round/>
                  <a:headEnd/>
                  <a:tailEnd/>
                </a:ln>
                <a:effectLst>
                  <a:outerShdw dist="23000" dir="5400000" algn="ctr" rotWithShape="0">
                    <a:srgbClr val="000000">
                      <a:alpha val="32999"/>
                    </a:srgbClr>
                  </a:outerShdw>
                </a:effectLst>
                <a:extLst>
                  <a:ext uri="{909E8E84-426E-40DD-AFC4-6F175D3DCCD1}">
                    <a14:hiddenFill xmlns:a14="http://schemas.microsoft.com/office/drawing/2010/main">
                      <a:noFill/>
                    </a14:hiddenFill>
                  </a:ext>
                </a:extLst>
              </p:spPr>
            </p:cxnSp>
          </p:grpSp>
          <p:graphicFrame>
            <p:nvGraphicFramePr>
              <p:cNvPr id="23565" name="Object 13"/>
              <p:cNvGraphicFramePr>
                <a:graphicFrameLocks noChangeAspect="1"/>
              </p:cNvGraphicFramePr>
              <p:nvPr/>
            </p:nvGraphicFramePr>
            <p:xfrm>
              <a:off x="1176337" y="838890"/>
              <a:ext cx="284163" cy="320647"/>
            </p:xfrm>
            <a:graphic>
              <a:graphicData uri="http://schemas.openxmlformats.org/presentationml/2006/ole">
                <mc:AlternateContent xmlns:mc="http://schemas.openxmlformats.org/markup-compatibility/2006">
                  <mc:Choice xmlns:v="urn:schemas-microsoft-com:vml" Requires="v">
                    <p:oleObj spid="_x0000_s24324" r:id="rId7" imgW="203605" imgH="229016" progId="">
                      <p:embed/>
                    </p:oleObj>
                  </mc:Choice>
                  <mc:Fallback>
                    <p:oleObj r:id="rId7" imgW="203605" imgH="229016" progId="">
                      <p:embed/>
                      <p:pic>
                        <p:nvPicPr>
                          <p:cNvPr id="0"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76337" y="838890"/>
                            <a:ext cx="284163" cy="320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23566" name="组合 49"/>
            <p:cNvGrpSpPr>
              <a:grpSpLocks/>
            </p:cNvGrpSpPr>
            <p:nvPr/>
          </p:nvGrpSpPr>
          <p:grpSpPr bwMode="auto">
            <a:xfrm>
              <a:off x="1009650" y="3449638"/>
              <a:ext cx="2438400" cy="2521770"/>
              <a:chOff x="0" y="0"/>
              <a:chExt cx="2438400" cy="2521770"/>
            </a:xfrm>
          </p:grpSpPr>
          <p:grpSp>
            <p:nvGrpSpPr>
              <p:cNvPr id="23567" name="组合 45"/>
              <p:cNvGrpSpPr>
                <a:grpSpLocks/>
              </p:cNvGrpSpPr>
              <p:nvPr/>
            </p:nvGrpSpPr>
            <p:grpSpPr bwMode="auto">
              <a:xfrm>
                <a:off x="0" y="0"/>
                <a:ext cx="2438400" cy="2265960"/>
                <a:chOff x="0" y="0"/>
                <a:chExt cx="2438400" cy="2265960"/>
              </a:xfrm>
            </p:grpSpPr>
            <p:grpSp>
              <p:nvGrpSpPr>
                <p:cNvPr id="23568" name="组合 36"/>
                <p:cNvGrpSpPr>
                  <a:grpSpLocks/>
                </p:cNvGrpSpPr>
                <p:nvPr/>
              </p:nvGrpSpPr>
              <p:grpSpPr bwMode="auto">
                <a:xfrm>
                  <a:off x="228600" y="0"/>
                  <a:ext cx="2209800" cy="1962774"/>
                  <a:chOff x="0" y="0"/>
                  <a:chExt cx="2209800" cy="1962944"/>
                </a:xfrm>
              </p:grpSpPr>
              <p:cxnSp>
                <p:nvCxnSpPr>
                  <p:cNvPr id="23569" name="直接箭头连接符 5"/>
                  <p:cNvCxnSpPr>
                    <a:cxnSpLocks noChangeShapeType="1"/>
                  </p:cNvCxnSpPr>
                  <p:nvPr/>
                </p:nvCxnSpPr>
                <p:spPr bwMode="auto">
                  <a:xfrm>
                    <a:off x="0" y="1960732"/>
                    <a:ext cx="2209800" cy="1588"/>
                  </a:xfrm>
                  <a:prstGeom prst="straightConnector1">
                    <a:avLst/>
                  </a:prstGeom>
                  <a:noFill/>
                  <a:ln w="9525" cmpd="sng">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23570" name="直接箭头连接符 11"/>
                  <p:cNvCxnSpPr>
                    <a:cxnSpLocks noChangeShapeType="1"/>
                  </p:cNvCxnSpPr>
                  <p:nvPr/>
                </p:nvCxnSpPr>
                <p:spPr bwMode="auto">
                  <a:xfrm rot="5400000" flipH="1" flipV="1">
                    <a:off x="-962109" y="979570"/>
                    <a:ext cx="1962320" cy="3175"/>
                  </a:xfrm>
                  <a:prstGeom prst="straightConnector1">
                    <a:avLst/>
                  </a:prstGeom>
                  <a:noFill/>
                  <a:ln w="9525" cmpd="sng">
                    <a:solidFill>
                      <a:srgbClr val="7F7F7F"/>
                    </a:solidFill>
                    <a:round/>
                    <a:headEnd/>
                    <a:tailEnd type="stealth" w="med" len="lg"/>
                  </a:ln>
                  <a:extLst>
                    <a:ext uri="{909E8E84-426E-40DD-AFC4-6F175D3DCCD1}">
                      <a14:hiddenFill xmlns:a14="http://schemas.microsoft.com/office/drawing/2010/main">
                        <a:noFill/>
                      </a14:hiddenFill>
                    </a:ext>
                  </a:extLst>
                </p:spPr>
              </p:cxnSp>
            </p:grpSp>
            <p:graphicFrame>
              <p:nvGraphicFramePr>
                <p:cNvPr id="23571" name="Object 19"/>
                <p:cNvGraphicFramePr>
                  <a:graphicFrameLocks noChangeAspect="1"/>
                </p:cNvGraphicFramePr>
                <p:nvPr/>
              </p:nvGraphicFramePr>
              <p:xfrm>
                <a:off x="57150" y="1986584"/>
                <a:ext cx="212725" cy="247629"/>
              </p:xfrm>
              <a:graphic>
                <a:graphicData uri="http://schemas.openxmlformats.org/presentationml/2006/ole">
                  <mc:AlternateContent xmlns:mc="http://schemas.openxmlformats.org/markup-compatibility/2006">
                    <mc:Choice xmlns:v="urn:schemas-microsoft-com:vml" Requires="v">
                      <p:oleObj spid="_x0000_s24325" r:id="rId9" imgW="152717" imgH="178117" progId="">
                        <p:embed/>
                      </p:oleObj>
                    </mc:Choice>
                    <mc:Fallback>
                      <p:oleObj r:id="rId9" imgW="152717" imgH="178117" progId="">
                        <p:embed/>
                        <p:pic>
                          <p:nvPicPr>
                            <p:cNvPr id="0" name="Object 1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7150" y="1986584"/>
                              <a:ext cx="212725" cy="247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572" name="Object 20"/>
                <p:cNvGraphicFramePr>
                  <a:graphicFrameLocks noChangeAspect="1"/>
                </p:cNvGraphicFramePr>
                <p:nvPr/>
              </p:nvGraphicFramePr>
              <p:xfrm>
                <a:off x="2139950" y="2037380"/>
                <a:ext cx="177800" cy="228580"/>
              </p:xfrm>
              <a:graphic>
                <a:graphicData uri="http://schemas.openxmlformats.org/presentationml/2006/ole">
                  <mc:AlternateContent xmlns:mc="http://schemas.openxmlformats.org/markup-compatibility/2006">
                    <mc:Choice xmlns:v="urn:schemas-microsoft-com:vml" Requires="v">
                      <p:oleObj spid="_x0000_s24326" r:id="rId11" imgW="178040" imgH="228818" progId="">
                        <p:embed/>
                      </p:oleObj>
                    </mc:Choice>
                    <mc:Fallback>
                      <p:oleObj r:id="rId11" imgW="178040" imgH="228818" progId="">
                        <p:embed/>
                        <p:pic>
                          <p:nvPicPr>
                            <p:cNvPr id="0" name="Object 2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139950" y="2037380"/>
                              <a:ext cx="177800" cy="2285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573" name="Object 21"/>
                <p:cNvGraphicFramePr>
                  <a:graphicFrameLocks noChangeAspect="1"/>
                </p:cNvGraphicFramePr>
                <p:nvPr/>
              </p:nvGraphicFramePr>
              <p:xfrm>
                <a:off x="0" y="75399"/>
                <a:ext cx="266700" cy="320647"/>
              </p:xfrm>
              <a:graphic>
                <a:graphicData uri="http://schemas.openxmlformats.org/presentationml/2006/ole">
                  <mc:AlternateContent xmlns:mc="http://schemas.openxmlformats.org/markup-compatibility/2006">
                    <mc:Choice xmlns:v="urn:schemas-microsoft-com:vml" Requires="v">
                      <p:oleObj spid="_x0000_s24327" r:id="rId13" imgW="190983" imgH="229116" progId="">
                        <p:embed/>
                      </p:oleObj>
                    </mc:Choice>
                    <mc:Fallback>
                      <p:oleObj r:id="rId13" imgW="190983" imgH="229116" progId="">
                        <p:embed/>
                        <p:pic>
                          <p:nvPicPr>
                            <p:cNvPr id="0" name="Object 2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75399"/>
                              <a:ext cx="266700" cy="320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23574" name="TextBox 77"/>
              <p:cNvSpPr txBox="1">
                <a:spLocks noChangeArrowheads="1"/>
              </p:cNvSpPr>
              <p:nvPr/>
            </p:nvSpPr>
            <p:spPr bwMode="auto">
              <a:xfrm>
                <a:off x="952500" y="2213993"/>
                <a:ext cx="40267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400" dirty="0">
                    <a:latin typeface="微软雅黑" panose="020B0503020204020204" pitchFamily="34" charset="-122"/>
                    <a:ea typeface="微软雅黑" panose="020B0503020204020204" pitchFamily="34" charset="-122"/>
                  </a:rPr>
                  <a:t>(a)</a:t>
                </a:r>
                <a:endParaRPr lang="zh-CN" altLang="en-US" sz="1400" dirty="0">
                  <a:latin typeface="微软雅黑" panose="020B0503020204020204" pitchFamily="34" charset="-122"/>
                  <a:ea typeface="微软雅黑" panose="020B0503020204020204" pitchFamily="34" charset="-122"/>
                </a:endParaRPr>
              </a:p>
            </p:txBody>
          </p:sp>
        </p:grpSp>
        <p:grpSp>
          <p:nvGrpSpPr>
            <p:cNvPr id="23575" name="组合 42"/>
            <p:cNvGrpSpPr>
              <a:grpSpLocks/>
            </p:cNvGrpSpPr>
            <p:nvPr/>
          </p:nvGrpSpPr>
          <p:grpSpPr bwMode="auto">
            <a:xfrm>
              <a:off x="4838700" y="3430588"/>
              <a:ext cx="2806700" cy="2573728"/>
              <a:chOff x="0" y="0"/>
              <a:chExt cx="2806700" cy="2573728"/>
            </a:xfrm>
          </p:grpSpPr>
          <p:grpSp>
            <p:nvGrpSpPr>
              <p:cNvPr id="23576" name="组合 50"/>
              <p:cNvGrpSpPr>
                <a:grpSpLocks/>
              </p:cNvGrpSpPr>
              <p:nvPr/>
            </p:nvGrpSpPr>
            <p:grpSpPr bwMode="auto">
              <a:xfrm>
                <a:off x="247650" y="0"/>
                <a:ext cx="2552700" cy="1962767"/>
                <a:chOff x="0" y="0"/>
                <a:chExt cx="2552700" cy="1962944"/>
              </a:xfrm>
            </p:grpSpPr>
            <p:cxnSp>
              <p:nvCxnSpPr>
                <p:cNvPr id="23577" name="直接箭头连接符 51"/>
                <p:cNvCxnSpPr>
                  <a:cxnSpLocks noChangeShapeType="1"/>
                </p:cNvCxnSpPr>
                <p:nvPr/>
              </p:nvCxnSpPr>
              <p:spPr bwMode="auto">
                <a:xfrm>
                  <a:off x="0" y="1960739"/>
                  <a:ext cx="2552700" cy="1588"/>
                </a:xfrm>
                <a:prstGeom prst="straightConnector1">
                  <a:avLst/>
                </a:prstGeom>
                <a:noFill/>
                <a:ln w="9525" cmpd="sng">
                  <a:solidFill>
                    <a:srgbClr val="8C8D8D"/>
                  </a:solidFill>
                  <a:round/>
                  <a:headEnd/>
                  <a:tailEnd type="stealth" w="med" len="lg"/>
                </a:ln>
                <a:extLst>
                  <a:ext uri="{909E8E84-426E-40DD-AFC4-6F175D3DCCD1}">
                    <a14:hiddenFill xmlns:a14="http://schemas.microsoft.com/office/drawing/2010/main">
                      <a:noFill/>
                    </a14:hiddenFill>
                  </a:ext>
                </a:extLst>
              </p:spPr>
            </p:cxnSp>
            <p:cxnSp>
              <p:nvCxnSpPr>
                <p:cNvPr id="23578" name="直接箭头连接符 52"/>
                <p:cNvCxnSpPr>
                  <a:cxnSpLocks noChangeShapeType="1"/>
                </p:cNvCxnSpPr>
                <p:nvPr/>
              </p:nvCxnSpPr>
              <p:spPr bwMode="auto">
                <a:xfrm rot="5400000" flipH="1" flipV="1">
                  <a:off x="-962114" y="979575"/>
                  <a:ext cx="1962327" cy="3175"/>
                </a:xfrm>
                <a:prstGeom prst="straightConnector1">
                  <a:avLst/>
                </a:prstGeom>
                <a:noFill/>
                <a:ln w="9525" cmpd="sng">
                  <a:solidFill>
                    <a:srgbClr val="8C8D8D"/>
                  </a:solidFill>
                  <a:round/>
                  <a:headEnd/>
                  <a:tailEnd type="stealth" w="med" len="lg"/>
                </a:ln>
                <a:extLst>
                  <a:ext uri="{909E8E84-426E-40DD-AFC4-6F175D3DCCD1}">
                    <a14:hiddenFill xmlns:a14="http://schemas.microsoft.com/office/drawing/2010/main">
                      <a:noFill/>
                    </a14:hiddenFill>
                  </a:ext>
                </a:extLst>
              </p:spPr>
            </p:cxnSp>
          </p:grpSp>
          <p:grpSp>
            <p:nvGrpSpPr>
              <p:cNvPr id="23579" name="组合 41"/>
              <p:cNvGrpSpPr>
                <a:grpSpLocks/>
              </p:cNvGrpSpPr>
              <p:nvPr/>
            </p:nvGrpSpPr>
            <p:grpSpPr bwMode="auto">
              <a:xfrm>
                <a:off x="0" y="56351"/>
                <a:ext cx="2806700" cy="2517377"/>
                <a:chOff x="0" y="0"/>
                <a:chExt cx="2806700" cy="2517377"/>
              </a:xfrm>
            </p:grpSpPr>
            <p:cxnSp>
              <p:nvCxnSpPr>
                <p:cNvPr id="23580" name="直接连接符 54"/>
                <p:cNvCxnSpPr>
                  <a:cxnSpLocks noChangeShapeType="1"/>
                </p:cNvCxnSpPr>
                <p:nvPr/>
              </p:nvCxnSpPr>
              <p:spPr bwMode="auto">
                <a:xfrm>
                  <a:off x="285750" y="723111"/>
                  <a:ext cx="1600200" cy="1162050"/>
                </a:xfrm>
                <a:prstGeom prst="line">
                  <a:avLst/>
                </a:prstGeom>
                <a:noFill/>
                <a:ln w="38100" cmpd="sng">
                  <a:solidFill>
                    <a:srgbClr val="F3C97F"/>
                  </a:solidFill>
                  <a:round/>
                  <a:headEnd/>
                  <a:tailEnd/>
                </a:ln>
                <a:effectLst>
                  <a:outerShdw dist="23000" dir="5400000" algn="ctr" rotWithShape="0">
                    <a:srgbClr val="000000">
                      <a:alpha val="32999"/>
                    </a:srgbClr>
                  </a:outerShdw>
                </a:effectLst>
                <a:extLst>
                  <a:ext uri="{909E8E84-426E-40DD-AFC4-6F175D3DCCD1}">
                    <a14:hiddenFill xmlns:a14="http://schemas.microsoft.com/office/drawing/2010/main">
                      <a:noFill/>
                    </a14:hiddenFill>
                  </a:ext>
                </a:extLst>
              </p:spPr>
            </p:cxnSp>
            <p:cxnSp>
              <p:nvCxnSpPr>
                <p:cNvPr id="23581" name="直接连接符 57"/>
                <p:cNvCxnSpPr>
                  <a:cxnSpLocks noChangeShapeType="1"/>
                </p:cNvCxnSpPr>
                <p:nvPr/>
              </p:nvCxnSpPr>
              <p:spPr bwMode="auto">
                <a:xfrm>
                  <a:off x="266700" y="323061"/>
                  <a:ext cx="2152650" cy="1600200"/>
                </a:xfrm>
                <a:prstGeom prst="line">
                  <a:avLst/>
                </a:prstGeom>
                <a:noFill/>
                <a:ln w="38100" cmpd="sng">
                  <a:solidFill>
                    <a:srgbClr val="F3C97F"/>
                  </a:solidFill>
                  <a:round/>
                  <a:headEnd/>
                  <a:tailEnd/>
                </a:ln>
                <a:effectLst>
                  <a:outerShdw dist="23000" dir="5400000" algn="ctr" rotWithShape="0">
                    <a:srgbClr val="000000">
                      <a:alpha val="32999"/>
                    </a:srgbClr>
                  </a:outerShdw>
                </a:effectLst>
                <a:extLst>
                  <a:ext uri="{909E8E84-426E-40DD-AFC4-6F175D3DCCD1}">
                    <a14:hiddenFill xmlns:a14="http://schemas.microsoft.com/office/drawing/2010/main">
                      <a:noFill/>
                    </a14:hiddenFill>
                  </a:ext>
                </a:extLst>
              </p:spPr>
            </p:cxnSp>
            <p:graphicFrame>
              <p:nvGraphicFramePr>
                <p:cNvPr id="23582" name="Object 30"/>
                <p:cNvGraphicFramePr>
                  <a:graphicFrameLocks noChangeAspect="1"/>
                </p:cNvGraphicFramePr>
                <p:nvPr/>
              </p:nvGraphicFramePr>
              <p:xfrm>
                <a:off x="76200" y="1968322"/>
                <a:ext cx="212725" cy="247628"/>
              </p:xfrm>
              <a:graphic>
                <a:graphicData uri="http://schemas.openxmlformats.org/presentationml/2006/ole">
                  <mc:AlternateContent xmlns:mc="http://schemas.openxmlformats.org/markup-compatibility/2006">
                    <mc:Choice xmlns:v="urn:schemas-microsoft-com:vml" Requires="v">
                      <p:oleObj spid="_x0000_s24328" r:id="rId15" imgW="152717" imgH="178117" progId="">
                        <p:embed/>
                      </p:oleObj>
                    </mc:Choice>
                    <mc:Fallback>
                      <p:oleObj r:id="rId15" imgW="152717" imgH="178117" progId="">
                        <p:embed/>
                        <p:pic>
                          <p:nvPicPr>
                            <p:cNvPr id="0" name="Object 3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6200" y="1968322"/>
                              <a:ext cx="212725" cy="247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583" name="Object 31"/>
                <p:cNvGraphicFramePr>
                  <a:graphicFrameLocks noChangeAspect="1"/>
                </p:cNvGraphicFramePr>
                <p:nvPr/>
              </p:nvGraphicFramePr>
              <p:xfrm>
                <a:off x="2559050" y="2000069"/>
                <a:ext cx="247650" cy="320646"/>
              </p:xfrm>
              <a:graphic>
                <a:graphicData uri="http://schemas.openxmlformats.org/presentationml/2006/ole">
                  <mc:AlternateContent xmlns:mc="http://schemas.openxmlformats.org/markup-compatibility/2006">
                    <mc:Choice xmlns:v="urn:schemas-microsoft-com:vml" Requires="v">
                      <p:oleObj spid="_x0000_s24329" r:id="rId16" imgW="178040" imgH="228818" progId="">
                        <p:embed/>
                      </p:oleObj>
                    </mc:Choice>
                    <mc:Fallback>
                      <p:oleObj r:id="rId16" imgW="178040" imgH="228818" progId="">
                        <p:embed/>
                        <p:pic>
                          <p:nvPicPr>
                            <p:cNvPr id="0" name="Object 3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559050" y="2000069"/>
                              <a:ext cx="247650" cy="320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584" name="Object 32"/>
                <p:cNvGraphicFramePr>
                  <a:graphicFrameLocks noChangeAspect="1"/>
                </p:cNvGraphicFramePr>
                <p:nvPr/>
              </p:nvGraphicFramePr>
              <p:xfrm>
                <a:off x="0" y="0"/>
                <a:ext cx="266700" cy="320646"/>
              </p:xfrm>
              <a:graphic>
                <a:graphicData uri="http://schemas.openxmlformats.org/presentationml/2006/ole">
                  <mc:AlternateContent xmlns:mc="http://schemas.openxmlformats.org/markup-compatibility/2006">
                    <mc:Choice xmlns:v="urn:schemas-microsoft-com:vml" Requires="v">
                      <p:oleObj spid="_x0000_s24330" r:id="rId17" imgW="190983" imgH="229116" progId="">
                        <p:embed/>
                      </p:oleObj>
                    </mc:Choice>
                    <mc:Fallback>
                      <p:oleObj r:id="rId17" imgW="190983" imgH="229116" progId="">
                        <p:embed/>
                        <p:pic>
                          <p:nvPicPr>
                            <p:cNvPr id="0" name="Object 3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266700" cy="320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585" name="Object 33"/>
                <p:cNvGraphicFramePr>
                  <a:graphicFrameLocks noChangeAspect="1"/>
                </p:cNvGraphicFramePr>
                <p:nvPr/>
              </p:nvGraphicFramePr>
              <p:xfrm>
                <a:off x="1638300" y="1447669"/>
                <a:ext cx="266700" cy="320646"/>
              </p:xfrm>
              <a:graphic>
                <a:graphicData uri="http://schemas.openxmlformats.org/presentationml/2006/ole">
                  <mc:AlternateContent xmlns:mc="http://schemas.openxmlformats.org/markup-compatibility/2006">
                    <mc:Choice xmlns:v="urn:schemas-microsoft-com:vml" Requires="v">
                      <p:oleObj spid="_x0000_s24331" r:id="rId18" imgW="190983" imgH="229116" progId="">
                        <p:embed/>
                      </p:oleObj>
                    </mc:Choice>
                    <mc:Fallback>
                      <p:oleObj r:id="rId18" imgW="190983" imgH="229116" progId="">
                        <p:embed/>
                        <p:pic>
                          <p:nvPicPr>
                            <p:cNvPr id="0" name="Object 3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38300" y="1447669"/>
                              <a:ext cx="266700" cy="320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586" name="Object 34"/>
                <p:cNvGraphicFramePr>
                  <a:graphicFrameLocks noChangeAspect="1"/>
                </p:cNvGraphicFramePr>
                <p:nvPr/>
              </p:nvGraphicFramePr>
              <p:xfrm>
                <a:off x="2089150" y="1409573"/>
                <a:ext cx="284163" cy="320646"/>
              </p:xfrm>
              <a:graphic>
                <a:graphicData uri="http://schemas.openxmlformats.org/presentationml/2006/ole">
                  <mc:AlternateContent xmlns:mc="http://schemas.openxmlformats.org/markup-compatibility/2006">
                    <mc:Choice xmlns:v="urn:schemas-microsoft-com:vml" Requires="v">
                      <p:oleObj spid="_x0000_s24332" r:id="rId19" imgW="203605" imgH="229016" progId="">
                        <p:embed/>
                      </p:oleObj>
                    </mc:Choice>
                    <mc:Fallback>
                      <p:oleObj r:id="rId19" imgW="203605" imgH="229016" progId="">
                        <p:embed/>
                        <p:pic>
                          <p:nvPicPr>
                            <p:cNvPr id="0" name="Object 3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89150" y="1409573"/>
                              <a:ext cx="284163" cy="320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3587" name="TextBox 78"/>
                <p:cNvSpPr txBox="1">
                  <a:spLocks noChangeArrowheads="1"/>
                </p:cNvSpPr>
                <p:nvPr/>
              </p:nvSpPr>
              <p:spPr bwMode="auto">
                <a:xfrm>
                  <a:off x="1181100" y="2209600"/>
                  <a:ext cx="418704" cy="30777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400" dirty="0">
                      <a:latin typeface="微软雅黑" panose="020B0503020204020204" pitchFamily="34" charset="-122"/>
                      <a:ea typeface="微软雅黑" panose="020B0503020204020204" pitchFamily="34" charset="-122"/>
                    </a:rPr>
                    <a:t>(b)</a:t>
                  </a:r>
                  <a:endParaRPr lang="zh-CN" altLang="en-US" sz="1400" dirty="0">
                    <a:latin typeface="微软雅黑" panose="020B0503020204020204" pitchFamily="34" charset="-122"/>
                    <a:ea typeface="微软雅黑" panose="020B0503020204020204" pitchFamily="34" charset="-122"/>
                  </a:endParaRPr>
                </a:p>
              </p:txBody>
            </p:sp>
          </p:grpSp>
        </p:grpSp>
        <p:grpSp>
          <p:nvGrpSpPr>
            <p:cNvPr id="23588" name="组合 40"/>
            <p:cNvGrpSpPr>
              <a:grpSpLocks/>
            </p:cNvGrpSpPr>
            <p:nvPr/>
          </p:nvGrpSpPr>
          <p:grpSpPr bwMode="auto">
            <a:xfrm>
              <a:off x="2743200" y="4038600"/>
              <a:ext cx="1593820" cy="685800"/>
              <a:chOff x="0" y="0"/>
              <a:chExt cx="1593820" cy="685800"/>
            </a:xfrm>
          </p:grpSpPr>
          <p:cxnSp>
            <p:nvCxnSpPr>
              <p:cNvPr id="23589" name="直接连接符 61"/>
              <p:cNvCxnSpPr>
                <a:cxnSpLocks noChangeShapeType="1"/>
              </p:cNvCxnSpPr>
              <p:nvPr/>
            </p:nvCxnSpPr>
            <p:spPr bwMode="auto">
              <a:xfrm flipV="1">
                <a:off x="0" y="361950"/>
                <a:ext cx="342900" cy="323850"/>
              </a:xfrm>
              <a:prstGeom prst="line">
                <a:avLst/>
              </a:prstGeom>
              <a:noFill/>
              <a:ln w="9525" cmpd="sng">
                <a:solidFill>
                  <a:srgbClr val="7F7F7F"/>
                </a:solidFill>
                <a:round/>
                <a:headEnd/>
                <a:tailEnd/>
              </a:ln>
              <a:extLst>
                <a:ext uri="{909E8E84-426E-40DD-AFC4-6F175D3DCCD1}">
                  <a14:hiddenFill xmlns:a14="http://schemas.microsoft.com/office/drawing/2010/main">
                    <a:noFill/>
                  </a14:hiddenFill>
                </a:ext>
              </a:extLst>
            </p:spPr>
          </p:cxnSp>
          <p:sp>
            <p:nvSpPr>
              <p:cNvPr id="23590" name="TextBox 79"/>
              <p:cNvSpPr txBox="1">
                <a:spLocks noChangeArrowheads="1"/>
              </p:cNvSpPr>
              <p:nvPr/>
            </p:nvSpPr>
            <p:spPr bwMode="auto">
              <a:xfrm>
                <a:off x="152400" y="0"/>
                <a:ext cx="144142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400">
                    <a:latin typeface="微软雅黑" panose="020B0503020204020204" pitchFamily="34" charset="-122"/>
                    <a:ea typeface="微软雅黑" panose="020B0503020204020204" pitchFamily="34" charset="-122"/>
                  </a:rPr>
                  <a:t>边际替代率为零</a:t>
                </a:r>
              </a:p>
            </p:txBody>
          </p:sp>
        </p:grpSp>
        <p:grpSp>
          <p:nvGrpSpPr>
            <p:cNvPr id="23591" name="组合 39"/>
            <p:cNvGrpSpPr>
              <a:grpSpLocks/>
            </p:cNvGrpSpPr>
            <p:nvPr/>
          </p:nvGrpSpPr>
          <p:grpSpPr bwMode="auto">
            <a:xfrm>
              <a:off x="2076450" y="3467100"/>
              <a:ext cx="1735257" cy="704850"/>
              <a:chOff x="0" y="0"/>
              <a:chExt cx="1735257" cy="704850"/>
            </a:xfrm>
          </p:grpSpPr>
          <p:cxnSp>
            <p:nvCxnSpPr>
              <p:cNvPr id="23592" name="直接连接符 60"/>
              <p:cNvCxnSpPr>
                <a:cxnSpLocks noChangeShapeType="1"/>
              </p:cNvCxnSpPr>
              <p:nvPr/>
            </p:nvCxnSpPr>
            <p:spPr bwMode="auto">
              <a:xfrm rot="5400000" flipH="1" flipV="1">
                <a:off x="-38100" y="381000"/>
                <a:ext cx="361950" cy="285750"/>
              </a:xfrm>
              <a:prstGeom prst="line">
                <a:avLst/>
              </a:prstGeom>
              <a:noFill/>
              <a:ln w="9525" cmpd="sng">
                <a:solidFill>
                  <a:srgbClr val="7F7F7F"/>
                </a:solidFill>
                <a:round/>
                <a:headEnd/>
                <a:tailEnd/>
              </a:ln>
              <a:extLst>
                <a:ext uri="{909E8E84-426E-40DD-AFC4-6F175D3DCCD1}">
                  <a14:hiddenFill xmlns:a14="http://schemas.microsoft.com/office/drawing/2010/main">
                    <a:noFill/>
                  </a14:hiddenFill>
                </a:ext>
              </a:extLst>
            </p:spPr>
          </p:cxnSp>
          <p:sp>
            <p:nvSpPr>
              <p:cNvPr id="23593" name="TextBox 80"/>
              <p:cNvSpPr txBox="1">
                <a:spLocks noChangeArrowheads="1"/>
              </p:cNvSpPr>
              <p:nvPr/>
            </p:nvSpPr>
            <p:spPr bwMode="auto">
              <a:xfrm>
                <a:off x="114300" y="0"/>
                <a:ext cx="162095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400" dirty="0">
                    <a:latin typeface="微软雅黑" panose="020B0503020204020204" pitchFamily="34" charset="-122"/>
                    <a:ea typeface="微软雅黑" panose="020B0503020204020204" pitchFamily="34" charset="-122"/>
                  </a:rPr>
                  <a:t>边际替代率无穷大</a:t>
                </a:r>
              </a:p>
            </p:txBody>
          </p:sp>
        </p:grpSp>
        <p:grpSp>
          <p:nvGrpSpPr>
            <p:cNvPr id="23594" name="组合 44"/>
            <p:cNvGrpSpPr>
              <a:grpSpLocks/>
            </p:cNvGrpSpPr>
            <p:nvPr/>
          </p:nvGrpSpPr>
          <p:grpSpPr bwMode="auto">
            <a:xfrm>
              <a:off x="5619750" y="3436284"/>
              <a:ext cx="2843818" cy="773766"/>
              <a:chOff x="0" y="-6487"/>
              <a:chExt cx="2137693" cy="716618"/>
            </a:xfrm>
          </p:grpSpPr>
          <p:cxnSp>
            <p:nvCxnSpPr>
              <p:cNvPr id="23595" name="直接连接符 65"/>
              <p:cNvCxnSpPr>
                <a:cxnSpLocks noChangeShapeType="1"/>
              </p:cNvCxnSpPr>
              <p:nvPr/>
            </p:nvCxnSpPr>
            <p:spPr bwMode="auto">
              <a:xfrm flipV="1">
                <a:off x="0" y="347916"/>
                <a:ext cx="457218" cy="362215"/>
              </a:xfrm>
              <a:prstGeom prst="line">
                <a:avLst/>
              </a:prstGeom>
              <a:noFill/>
              <a:ln w="9525" cmpd="sng">
                <a:solidFill>
                  <a:srgbClr val="7F7F7F"/>
                </a:solidFill>
                <a:round/>
                <a:headEnd/>
                <a:tailEnd/>
              </a:ln>
              <a:extLst>
                <a:ext uri="{909E8E84-426E-40DD-AFC4-6F175D3DCCD1}">
                  <a14:hiddenFill xmlns:a14="http://schemas.microsoft.com/office/drawing/2010/main">
                    <a:noFill/>
                  </a14:hiddenFill>
                </a:ext>
              </a:extLst>
            </p:spPr>
          </p:cxnSp>
          <p:sp>
            <p:nvSpPr>
              <p:cNvPr id="23596" name="TextBox 81"/>
              <p:cNvSpPr txBox="1">
                <a:spLocks noChangeArrowheads="1"/>
              </p:cNvSpPr>
              <p:nvPr/>
            </p:nvSpPr>
            <p:spPr bwMode="auto">
              <a:xfrm>
                <a:off x="104482" y="-6487"/>
                <a:ext cx="2033211" cy="2850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400" dirty="0">
                    <a:latin typeface="微软雅黑" panose="020B0503020204020204" pitchFamily="34" charset="-122"/>
                    <a:ea typeface="微软雅黑" panose="020B0503020204020204" pitchFamily="34" charset="-122"/>
                  </a:rPr>
                  <a:t>完全替代</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边际替代率为常数</a:t>
                </a:r>
              </a:p>
            </p:txBody>
          </p:sp>
        </p:grpSp>
      </p:grpSp>
      <p:sp>
        <p:nvSpPr>
          <p:cNvPr id="23597" name="TextBox 110"/>
          <p:cNvSpPr txBox="1">
            <a:spLocks noChangeArrowheads="1"/>
          </p:cNvSpPr>
          <p:nvPr/>
        </p:nvSpPr>
        <p:spPr bwMode="auto">
          <a:xfrm>
            <a:off x="1439677" y="1924623"/>
            <a:ext cx="431958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lvl="2" indent="0" defTabSz="457200" eaLnBrk="1" hangingPunct="1">
              <a:lnSpc>
                <a:spcPts val="2600"/>
              </a:lnSpc>
              <a:defRPr/>
            </a:pPr>
            <a:r>
              <a:rPr lang="zh-CN" altLang="en-US" spc="150" dirty="0">
                <a:solidFill>
                  <a:srgbClr val="000000"/>
                </a:solidFill>
                <a:latin typeface="微软雅黑" panose="020B0503020204020204" pitchFamily="34" charset="-122"/>
                <a:ea typeface="微软雅黑" panose="020B0503020204020204" pitchFamily="34" charset="-122"/>
              </a:rPr>
              <a:t>完全互补：如左鞋右鞋</a:t>
            </a:r>
          </a:p>
        </p:txBody>
      </p:sp>
      <p:sp>
        <p:nvSpPr>
          <p:cNvPr id="53" name="矩形 52">
            <a:extLst>
              <a:ext uri="{FF2B5EF4-FFF2-40B4-BE49-F238E27FC236}">
                <a16:creationId xmlns:a16="http://schemas.microsoft.com/office/drawing/2014/main" id="{2055BF09-F220-4E87-B084-C1CC5D8E958C}"/>
              </a:ext>
            </a:extLst>
          </p:cNvPr>
          <p:cNvSpPr/>
          <p:nvPr/>
        </p:nvSpPr>
        <p:spPr>
          <a:xfrm>
            <a:off x="6593747" y="0"/>
            <a:ext cx="2550253" cy="369332"/>
          </a:xfrm>
          <a:prstGeom prst="rect">
            <a:avLst/>
          </a:prstGeom>
        </p:spPr>
        <p:txBody>
          <a:bodyPr wrap="squar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 第二节  </a:t>
            </a:r>
            <a:r>
              <a:rPr lang="zh-CN" altLang="en-US" spc="150" dirty="0">
                <a:latin typeface="微软雅黑" panose="020B0503020204020204" pitchFamily="34" charset="-122"/>
                <a:ea typeface="微软雅黑" panose="020B0503020204020204" pitchFamily="34" charset="-122"/>
              </a:rPr>
              <a:t>无差异曲线</a:t>
            </a:r>
            <a:endParaRPr lang="zh-CN" altLang="en-US" spc="150" dirty="0">
              <a:solidFill>
                <a:srgbClr val="000000"/>
              </a:solidFill>
              <a:latin typeface="微软雅黑" panose="020B0503020204020204" pitchFamily="34" charset="-122"/>
              <a:ea typeface="微软雅黑" panose="020B0503020204020204" pitchFamily="34" charset="-122"/>
            </a:endParaRPr>
          </a:p>
        </p:txBody>
      </p:sp>
      <p:sp>
        <p:nvSpPr>
          <p:cNvPr id="49" name="矩形 48">
            <a:extLst>
              <a:ext uri="{FF2B5EF4-FFF2-40B4-BE49-F238E27FC236}">
                <a16:creationId xmlns:a16="http://schemas.microsoft.com/office/drawing/2014/main" id="{7701013F-6C89-4CED-AC16-13A8A235158E}"/>
              </a:ext>
            </a:extLst>
          </p:cNvPr>
          <p:cNvSpPr/>
          <p:nvPr/>
        </p:nvSpPr>
        <p:spPr>
          <a:xfrm>
            <a:off x="467544" y="548680"/>
            <a:ext cx="4435830"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三、边际替代率及其递减规律</a:t>
            </a:r>
          </a:p>
        </p:txBody>
      </p:sp>
      <p:grpSp>
        <p:nvGrpSpPr>
          <p:cNvPr id="50" name="组合 49">
            <a:extLst>
              <a:ext uri="{FF2B5EF4-FFF2-40B4-BE49-F238E27FC236}">
                <a16:creationId xmlns:a16="http://schemas.microsoft.com/office/drawing/2014/main" id="{4803ADF9-592D-4952-A679-9C9A87581857}"/>
              </a:ext>
            </a:extLst>
          </p:cNvPr>
          <p:cNvGrpSpPr/>
          <p:nvPr/>
        </p:nvGrpSpPr>
        <p:grpSpPr>
          <a:xfrm>
            <a:off x="467544" y="1213829"/>
            <a:ext cx="3509370" cy="461665"/>
            <a:chOff x="467544" y="1161144"/>
            <a:chExt cx="3806023" cy="659493"/>
          </a:xfrm>
        </p:grpSpPr>
        <p:sp>
          <p:nvSpPr>
            <p:cNvPr id="51" name="MH_Text_1">
              <a:extLst>
                <a:ext uri="{FF2B5EF4-FFF2-40B4-BE49-F238E27FC236}">
                  <a16:creationId xmlns:a16="http://schemas.microsoft.com/office/drawing/2014/main" id="{4DB10EA8-153D-4E08-B537-6894FCDEAFDD}"/>
                </a:ext>
              </a:extLst>
            </p:cNvPr>
            <p:cNvSpPr/>
            <p:nvPr>
              <p:custDataLst>
                <p:tags r:id="rId2"/>
              </p:custDataLst>
            </p:nvPr>
          </p:nvSpPr>
          <p:spPr bwMode="auto">
            <a:xfrm>
              <a:off x="467544" y="1161144"/>
              <a:ext cx="3806023" cy="659493"/>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algn="ctr">
                <a:defRPr/>
              </a:pPr>
              <a:r>
                <a:rPr lang="zh-CN" altLang="en-US" sz="2000" spc="150" dirty="0">
                  <a:solidFill>
                    <a:srgbClr val="000000"/>
                  </a:solidFill>
                  <a:latin typeface="微软雅黑" panose="020B0503020204020204" pitchFamily="34" charset="-122"/>
                  <a:ea typeface="微软雅黑" panose="020B0503020204020204" pitchFamily="34" charset="-122"/>
                </a:rPr>
                <a:t>无差异曲线的特例</a:t>
              </a:r>
            </a:p>
          </p:txBody>
        </p:sp>
        <p:sp>
          <p:nvSpPr>
            <p:cNvPr id="54" name="MH_Other_2">
              <a:extLst>
                <a:ext uri="{FF2B5EF4-FFF2-40B4-BE49-F238E27FC236}">
                  <a16:creationId xmlns:a16="http://schemas.microsoft.com/office/drawing/2014/main" id="{F842AB62-242A-4F2D-A6C2-E558E581E7A7}"/>
                </a:ext>
              </a:extLst>
            </p:cNvPr>
            <p:cNvSpPr/>
            <p:nvPr>
              <p:custDataLst>
                <p:tags r:id="rId3"/>
              </p:custDataLst>
            </p:nvPr>
          </p:nvSpPr>
          <p:spPr bwMode="auto">
            <a:xfrm rot="10800000">
              <a:off x="4004344" y="1240922"/>
              <a:ext cx="189743" cy="162838"/>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
        <p:nvSpPr>
          <p:cNvPr id="3" name="标注: 线形 2">
            <a:extLst>
              <a:ext uri="{FF2B5EF4-FFF2-40B4-BE49-F238E27FC236}">
                <a16:creationId xmlns:a16="http://schemas.microsoft.com/office/drawing/2014/main" id="{D7CA6BEB-D09E-4F2A-9E0E-6F0D15C4795C}"/>
              </a:ext>
            </a:extLst>
          </p:cNvPr>
          <p:cNvSpPr/>
          <p:nvPr/>
        </p:nvSpPr>
        <p:spPr bwMode="auto">
          <a:xfrm>
            <a:off x="5863244" y="644033"/>
            <a:ext cx="2859578" cy="468945"/>
          </a:xfrm>
          <a:prstGeom prst="borderCallout1">
            <a:avLst>
              <a:gd name="adj1" fmla="val 18750"/>
              <a:gd name="adj2" fmla="val -8333"/>
              <a:gd name="adj3" fmla="val 144160"/>
              <a:gd name="adj4" fmla="val -60151"/>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经济学规律大都有特例</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barn(inVertical)">
                                      <p:cBhvr>
                                        <p:cTn id="7" dur="500"/>
                                        <p:tgtEl>
                                          <p:spTgt spid="5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3597">
                                            <p:txEl>
                                              <p:pRg st="0" end="0"/>
                                            </p:txEl>
                                          </p:spTgt>
                                        </p:tgtEl>
                                        <p:attrNameLst>
                                          <p:attrName>style.visibility</p:attrName>
                                        </p:attrNameLst>
                                      </p:cBhvr>
                                      <p:to>
                                        <p:strVal val="visible"/>
                                      </p:to>
                                    </p:set>
                                    <p:animEffect transition="in" filter="wipe(up)">
                                      <p:cBhvr>
                                        <p:cTn id="12" dur="1000"/>
                                        <p:tgtEl>
                                          <p:spTgt spid="2359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F2537037-E0FF-44F4-A25D-4FED522E77AD}"/>
              </a:ext>
            </a:extLst>
          </p:cNvPr>
          <p:cNvSpPr/>
          <p:nvPr/>
        </p:nvSpPr>
        <p:spPr>
          <a:xfrm>
            <a:off x="2315723" y="1097932"/>
            <a:ext cx="4291559" cy="646331"/>
          </a:xfrm>
          <a:prstGeom prst="rect">
            <a:avLst/>
          </a:prstGeom>
        </p:spPr>
        <p:txBody>
          <a:bodyPr wrap="none">
            <a:spAutoFit/>
          </a:bodyPr>
          <a:lstStyle/>
          <a:p>
            <a:r>
              <a:rPr lang="zh-CN" altLang="zh-CN" sz="3600" b="1" dirty="0">
                <a:latin typeface="微软雅黑" panose="020B0503020204020204" pitchFamily="34" charset="-122"/>
                <a:ea typeface="微软雅黑" panose="020B0503020204020204" pitchFamily="34" charset="-122"/>
                <a:cs typeface="+mj-cs"/>
              </a:rPr>
              <a:t>第</a:t>
            </a:r>
            <a:r>
              <a:rPr lang="zh-CN" altLang="en-US" sz="3600" b="1" dirty="0">
                <a:latin typeface="微软雅黑" panose="020B0503020204020204" pitchFamily="34" charset="-122"/>
                <a:ea typeface="微软雅黑" panose="020B0503020204020204" pitchFamily="34" charset="-122"/>
                <a:cs typeface="+mj-cs"/>
              </a:rPr>
              <a:t>三</a:t>
            </a:r>
            <a:r>
              <a:rPr lang="zh-CN" altLang="zh-CN" sz="3600" b="1" dirty="0">
                <a:latin typeface="微软雅黑" panose="020B0503020204020204" pitchFamily="34" charset="-122"/>
                <a:ea typeface="微软雅黑" panose="020B0503020204020204" pitchFamily="34" charset="-122"/>
                <a:cs typeface="+mj-cs"/>
              </a:rPr>
              <a:t>节</a:t>
            </a:r>
            <a:r>
              <a:rPr lang="en-US" altLang="zh-CN" sz="3600" b="1" dirty="0">
                <a:latin typeface="微软雅黑" panose="020B0503020204020204" pitchFamily="34" charset="-122"/>
                <a:ea typeface="微软雅黑" panose="020B0503020204020204" pitchFamily="34" charset="-122"/>
                <a:cs typeface="+mj-cs"/>
              </a:rPr>
              <a:t>   </a:t>
            </a:r>
            <a:r>
              <a:rPr lang="zh-CN" altLang="en-US" sz="3600" b="1" dirty="0">
                <a:latin typeface="微软雅黑" panose="020B0503020204020204" pitchFamily="34" charset="-122"/>
                <a:ea typeface="微软雅黑" panose="020B0503020204020204" pitchFamily="34" charset="-122"/>
                <a:cs typeface="+mj-cs"/>
              </a:rPr>
              <a:t>预算约束线</a:t>
            </a:r>
          </a:p>
        </p:txBody>
      </p:sp>
      <p:sp>
        <p:nvSpPr>
          <p:cNvPr id="9" name="MH_Other_1">
            <a:extLst>
              <a:ext uri="{FF2B5EF4-FFF2-40B4-BE49-F238E27FC236}">
                <a16:creationId xmlns:a16="http://schemas.microsoft.com/office/drawing/2014/main" id="{8162EBA5-2EA5-4602-9CCD-DD49A1B8ED7B}"/>
              </a:ext>
            </a:extLst>
          </p:cNvPr>
          <p:cNvSpPr>
            <a:spLocks/>
          </p:cNvSpPr>
          <p:nvPr>
            <p:custDataLst>
              <p:tags r:id="rId1"/>
            </p:custDataLst>
          </p:nvPr>
        </p:nvSpPr>
        <p:spPr bwMode="gray">
          <a:xfrm>
            <a:off x="2603061" y="3069750"/>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10" name="MH_SubTitle_1">
            <a:extLst>
              <a:ext uri="{FF2B5EF4-FFF2-40B4-BE49-F238E27FC236}">
                <a16:creationId xmlns:a16="http://schemas.microsoft.com/office/drawing/2014/main" id="{7407A7A2-7CF1-4249-8E64-2ABC9A695466}"/>
              </a:ext>
            </a:extLst>
          </p:cNvPr>
          <p:cNvSpPr>
            <a:spLocks noChangeArrowheads="1"/>
          </p:cNvSpPr>
          <p:nvPr>
            <p:custDataLst>
              <p:tags r:id="rId2"/>
            </p:custDataLst>
          </p:nvPr>
        </p:nvSpPr>
        <p:spPr bwMode="gray">
          <a:xfrm>
            <a:off x="2534798" y="2768125"/>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一</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sp>
        <p:nvSpPr>
          <p:cNvPr id="11" name="MH_Other_2">
            <a:extLst>
              <a:ext uri="{FF2B5EF4-FFF2-40B4-BE49-F238E27FC236}">
                <a16:creationId xmlns:a16="http://schemas.microsoft.com/office/drawing/2014/main" id="{0135ABC3-940D-444B-9160-7733E815B2A3}"/>
              </a:ext>
            </a:extLst>
          </p:cNvPr>
          <p:cNvSpPr>
            <a:spLocks/>
          </p:cNvSpPr>
          <p:nvPr>
            <p:custDataLst>
              <p:tags r:id="rId3"/>
            </p:custDataLst>
          </p:nvPr>
        </p:nvSpPr>
        <p:spPr bwMode="gray">
          <a:xfrm>
            <a:off x="2603061" y="4863673"/>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12" name="MH_SubTitle_2">
            <a:extLst>
              <a:ext uri="{FF2B5EF4-FFF2-40B4-BE49-F238E27FC236}">
                <a16:creationId xmlns:a16="http://schemas.microsoft.com/office/drawing/2014/main" id="{587A2433-06B1-441C-AF90-841DB999273E}"/>
              </a:ext>
            </a:extLst>
          </p:cNvPr>
          <p:cNvSpPr>
            <a:spLocks noChangeArrowheads="1"/>
          </p:cNvSpPr>
          <p:nvPr>
            <p:custDataLst>
              <p:tags r:id="rId4"/>
            </p:custDataLst>
          </p:nvPr>
        </p:nvSpPr>
        <p:spPr bwMode="gray">
          <a:xfrm>
            <a:off x="2534798" y="4562048"/>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二</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cxnSp>
        <p:nvCxnSpPr>
          <p:cNvPr id="17" name="MH_Other_5">
            <a:extLst>
              <a:ext uri="{FF2B5EF4-FFF2-40B4-BE49-F238E27FC236}">
                <a16:creationId xmlns:a16="http://schemas.microsoft.com/office/drawing/2014/main" id="{BFB096AA-255B-4992-96BB-38C767EE18DF}"/>
              </a:ext>
            </a:extLst>
          </p:cNvPr>
          <p:cNvCxnSpPr>
            <a:stCxn id="10" idx="2"/>
            <a:endCxn id="12" idx="0"/>
          </p:cNvCxnSpPr>
          <p:nvPr>
            <p:custDataLst>
              <p:tags r:id="rId5"/>
            </p:custDataLst>
          </p:nvPr>
        </p:nvCxnSpPr>
        <p:spPr>
          <a:xfrm>
            <a:off x="3114236" y="3123725"/>
            <a:ext cx="0" cy="1438323"/>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sp>
        <p:nvSpPr>
          <p:cNvPr id="23" name="矩形 22">
            <a:extLst>
              <a:ext uri="{FF2B5EF4-FFF2-40B4-BE49-F238E27FC236}">
                <a16:creationId xmlns:a16="http://schemas.microsoft.com/office/drawing/2014/main" id="{DA3BB930-2B56-4868-8C52-B72D70CDDD41}"/>
              </a:ext>
            </a:extLst>
          </p:cNvPr>
          <p:cNvSpPr/>
          <p:nvPr/>
        </p:nvSpPr>
        <p:spPr>
          <a:xfrm>
            <a:off x="3900073" y="2727852"/>
            <a:ext cx="2800767" cy="461665"/>
          </a:xfrm>
          <a:prstGeom prst="rect">
            <a:avLst/>
          </a:prstGeom>
        </p:spPr>
        <p:txBody>
          <a:bodyPr wrap="none">
            <a:spAutoFit/>
          </a:bodyPr>
          <a:lstStyle/>
          <a:p>
            <a:r>
              <a:rPr lang="zh-CN" altLang="en-US" sz="2400" spc="150" dirty="0">
                <a:latin typeface="微软雅黑" panose="020B0503020204020204" pitchFamily="34" charset="-122"/>
                <a:ea typeface="微软雅黑" panose="020B0503020204020204" pitchFamily="34" charset="-122"/>
              </a:rPr>
              <a:t>预算约束线的含义</a:t>
            </a:r>
          </a:p>
        </p:txBody>
      </p:sp>
      <p:sp>
        <p:nvSpPr>
          <p:cNvPr id="24" name="矩形 23">
            <a:extLst>
              <a:ext uri="{FF2B5EF4-FFF2-40B4-BE49-F238E27FC236}">
                <a16:creationId xmlns:a16="http://schemas.microsoft.com/office/drawing/2014/main" id="{205F940B-316A-402B-9A3C-20B4522426A6}"/>
              </a:ext>
            </a:extLst>
          </p:cNvPr>
          <p:cNvSpPr/>
          <p:nvPr/>
        </p:nvSpPr>
        <p:spPr>
          <a:xfrm>
            <a:off x="3896278" y="4534758"/>
            <a:ext cx="2800767" cy="461665"/>
          </a:xfrm>
          <a:prstGeom prst="rect">
            <a:avLst/>
          </a:prstGeom>
        </p:spPr>
        <p:txBody>
          <a:bodyPr wrap="none">
            <a:spAutoFit/>
          </a:bodyPr>
          <a:lstStyle/>
          <a:p>
            <a:r>
              <a:rPr lang="zh-CN" altLang="en-US" sz="2400" spc="150" dirty="0">
                <a:latin typeface="微软雅黑" panose="020B0503020204020204" pitchFamily="34" charset="-122"/>
                <a:ea typeface="微软雅黑" panose="020B0503020204020204" pitchFamily="34" charset="-122"/>
              </a:rPr>
              <a:t>预算约束线的变动</a:t>
            </a:r>
          </a:p>
        </p:txBody>
      </p:sp>
    </p:spTree>
    <p:extLst>
      <p:ext uri="{BB962C8B-B14F-4D97-AF65-F5344CB8AC3E}">
        <p14:creationId xmlns:p14="http://schemas.microsoft.com/office/powerpoint/2010/main" val="2748624000"/>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left)">
                                      <p:cBhvr>
                                        <p:cTn id="15" dur="500"/>
                                        <p:tgtEl>
                                          <p:spTgt spid="10"/>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wipe(left)">
                                      <p:cBhvr>
                                        <p:cTn id="18" dur="500"/>
                                        <p:tgtEl>
                                          <p:spTgt spid="23"/>
                                        </p:tgtEl>
                                      </p:cBhvr>
                                    </p:animEffect>
                                  </p:childTnLst>
                                </p:cTn>
                              </p:par>
                            </p:childTnLst>
                          </p:cTn>
                        </p:par>
                        <p:par>
                          <p:cTn id="19" fill="hold">
                            <p:stCondLst>
                              <p:cond delay="500"/>
                            </p:stCondLst>
                            <p:childTnLst>
                              <p:par>
                                <p:cTn id="20" presetID="22" presetClass="entr" presetSubtype="1" fill="hold" nodeType="after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wipe(up)">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up)">
                                      <p:cBhvr>
                                        <p:cTn id="27" dur="500"/>
                                        <p:tgtEl>
                                          <p:spTgt spid="11"/>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wipe(up)">
                                      <p:cBhvr>
                                        <p:cTn id="30" dur="500"/>
                                        <p:tgtEl>
                                          <p:spTgt spid="12"/>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24"/>
                                        </p:tgtEl>
                                        <p:attrNameLst>
                                          <p:attrName>style.visibility</p:attrName>
                                        </p:attrNameLst>
                                      </p:cBhvr>
                                      <p:to>
                                        <p:strVal val="visible"/>
                                      </p:to>
                                    </p:set>
                                    <p:animEffect transition="in" filter="wipe(left)">
                                      <p:cBhvr>
                                        <p:cTn id="33"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P spid="10" grpId="0" animBg="1"/>
      <p:bldP spid="11" grpId="0" animBg="1"/>
      <p:bldP spid="12" grpId="0" animBg="1"/>
      <p:bldP spid="23" grpId="0"/>
      <p:bldP spid="24"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ectangle 3">
            <a:extLst>
              <a:ext uri="{FF2B5EF4-FFF2-40B4-BE49-F238E27FC236}">
                <a16:creationId xmlns:a16="http://schemas.microsoft.com/office/drawing/2014/main" id="{284702FF-463C-41AF-B2E1-D9D15906DD3A}"/>
              </a:ext>
            </a:extLst>
          </p:cNvPr>
          <p:cNvSpPr txBox="1">
            <a:spLocks noChangeArrowheads="1"/>
          </p:cNvSpPr>
          <p:nvPr/>
        </p:nvSpPr>
        <p:spPr bwMode="auto">
          <a:xfrm>
            <a:off x="1127673" y="1165659"/>
            <a:ext cx="7307037" cy="991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3" indent="0" defTabSz="457200" eaLnBrk="1" hangingPunct="1">
              <a:lnSpc>
                <a:spcPct val="150000"/>
              </a:lnSpc>
              <a:spcBef>
                <a:spcPct val="40000"/>
              </a:spcBef>
              <a:spcAft>
                <a:spcPts val="0"/>
              </a:spcAft>
              <a:buNone/>
              <a:defRPr/>
            </a:pPr>
            <a:r>
              <a:rPr lang="zh-CN" altLang="en-US" spc="150" dirty="0">
                <a:solidFill>
                  <a:srgbClr val="000000"/>
                </a:solidFill>
                <a:latin typeface="微软雅黑" panose="020B0503020204020204" pitchFamily="34" charset="-122"/>
                <a:ea typeface="微软雅黑" panose="020B0503020204020204" pitchFamily="34" charset="-122"/>
              </a:rPr>
              <a:t>在偏好驱使下的消费者选择也会受到来自收入的制约，这种制约可以由消费者的</a:t>
            </a:r>
            <a:r>
              <a:rPr lang="zh-CN" altLang="en-US" spc="150" dirty="0">
                <a:solidFill>
                  <a:srgbClr val="FF0000"/>
                </a:solidFill>
                <a:latin typeface="微软雅黑" panose="020B0503020204020204" pitchFamily="34" charset="-122"/>
                <a:ea typeface="微软雅黑" panose="020B0503020204020204" pitchFamily="34" charset="-122"/>
              </a:rPr>
              <a:t>预算约束线</a:t>
            </a:r>
            <a:r>
              <a:rPr lang="zh-CN" altLang="en-US" spc="150" dirty="0">
                <a:solidFill>
                  <a:srgbClr val="000000"/>
                </a:solidFill>
                <a:latin typeface="微软雅黑" panose="020B0503020204020204" pitchFamily="34" charset="-122"/>
                <a:ea typeface="微软雅黑" panose="020B0503020204020204" pitchFamily="34" charset="-122"/>
              </a:rPr>
              <a:t>来表示。</a:t>
            </a:r>
          </a:p>
          <a:p>
            <a:pPr marL="538162" lvl="3" indent="0" defTabSz="457200" eaLnBrk="1" hangingPunct="1">
              <a:lnSpc>
                <a:spcPct val="150000"/>
              </a:lnSpc>
              <a:spcBef>
                <a:spcPct val="40000"/>
              </a:spcBef>
              <a:spcAft>
                <a:spcPts val="0"/>
              </a:spcAft>
              <a:buFontTx/>
              <a:buNone/>
              <a:defRPr/>
            </a:pPr>
            <a:endParaRPr lang="zh-CN" altLang="en-US" spc="150" dirty="0">
              <a:solidFill>
                <a:srgbClr val="000000"/>
              </a:solidFill>
              <a:latin typeface="微软雅黑" panose="020B0503020204020204" pitchFamily="34" charset="-122"/>
              <a:ea typeface="微软雅黑" panose="020B0503020204020204" pitchFamily="34" charset="-122"/>
            </a:endParaRPr>
          </a:p>
          <a:p>
            <a:pPr marL="538163" lvl="3" indent="-261938" defTabSz="457200" eaLnBrk="1" hangingPunct="1">
              <a:lnSpc>
                <a:spcPct val="150000"/>
              </a:lnSpc>
              <a:spcAft>
                <a:spcPts val="1200"/>
              </a:spcAft>
              <a:buFont typeface="Wingdings" panose="05000000000000000000" pitchFamily="2" charset="2"/>
              <a:buChar char="Ø"/>
              <a:defRPr/>
            </a:pPr>
            <a:endParaRPr lang="zh-CN" altLang="en-US" spc="150" dirty="0">
              <a:solidFill>
                <a:srgbClr val="000000"/>
              </a:solidFill>
              <a:latin typeface="微软雅黑" panose="020B0503020204020204" pitchFamily="34" charset="-122"/>
              <a:ea typeface="微软雅黑" panose="020B0503020204020204" pitchFamily="34" charset="-122"/>
            </a:endParaRPr>
          </a:p>
          <a:p>
            <a:pPr marL="285750" lvl="2" indent="-285750" defTabSz="457200" eaLnBrk="1" hangingPunct="1">
              <a:lnSpc>
                <a:spcPct val="150000"/>
              </a:lnSpc>
              <a:spcBef>
                <a:spcPct val="0"/>
              </a:spcBef>
              <a:buFont typeface="Wingdings" panose="05000000000000000000" pitchFamily="2" charset="2"/>
              <a:buChar char="u"/>
              <a:defRPr/>
            </a:pPr>
            <a:endParaRPr lang="en-US" altLang="zh-CN" sz="2000" spc="150" dirty="0">
              <a:solidFill>
                <a:srgbClr val="000000"/>
              </a:solidFill>
              <a:latin typeface="微软雅黑" panose="020B0503020204020204" pitchFamily="34" charset="-122"/>
              <a:ea typeface="微软雅黑" panose="020B0503020204020204" pitchFamily="34" charset="-122"/>
            </a:endParaRPr>
          </a:p>
          <a:p>
            <a:pPr marL="538163" lvl="3" indent="-261938" defTabSz="457200" eaLnBrk="1" hangingPunct="1">
              <a:lnSpc>
                <a:spcPct val="150000"/>
              </a:lnSpc>
              <a:spcAft>
                <a:spcPts val="600"/>
              </a:spcAft>
              <a:buFont typeface="Wingdings" panose="05000000000000000000" pitchFamily="2" charset="2"/>
              <a:buChar char="Ø"/>
            </a:pPr>
            <a:endParaRPr lang="en-US" altLang="zh-CN" spc="150" dirty="0">
              <a:solidFill>
                <a:srgbClr val="000000"/>
              </a:solidFill>
              <a:latin typeface="微软雅黑" panose="020B0503020204020204" pitchFamily="34" charset="-122"/>
              <a:ea typeface="微软雅黑" panose="020B0503020204020204" pitchFamily="34" charset="-122"/>
            </a:endParaRPr>
          </a:p>
          <a:p>
            <a:pPr marL="538163" lvl="3" indent="-261938" defTabSz="457200" eaLnBrk="1" hangingPunct="1">
              <a:lnSpc>
                <a:spcPct val="150000"/>
              </a:lnSpc>
              <a:spcAft>
                <a:spcPts val="600"/>
              </a:spcAft>
              <a:buFont typeface="Wingdings" panose="05000000000000000000" pitchFamily="2" charset="2"/>
              <a:buChar char="Ø"/>
            </a:pPr>
            <a:endParaRPr lang="zh-CN" altLang="en-US" spc="150" dirty="0">
              <a:solidFill>
                <a:srgbClr val="000000"/>
              </a:solidFill>
              <a:latin typeface="微软雅黑" panose="020B0503020204020204" pitchFamily="34" charset="-122"/>
              <a:ea typeface="微软雅黑" panose="020B0503020204020204" pitchFamily="34" charset="-122"/>
            </a:endParaRPr>
          </a:p>
        </p:txBody>
      </p:sp>
      <p:sp>
        <p:nvSpPr>
          <p:cNvPr id="13" name="Rectangle 3">
            <a:extLst>
              <a:ext uri="{FF2B5EF4-FFF2-40B4-BE49-F238E27FC236}">
                <a16:creationId xmlns:a16="http://schemas.microsoft.com/office/drawing/2014/main" id="{A3C61934-C5CE-4145-941E-55D62216563A}"/>
              </a:ext>
            </a:extLst>
          </p:cNvPr>
          <p:cNvSpPr txBox="1">
            <a:spLocks noChangeArrowheads="1"/>
          </p:cNvSpPr>
          <p:nvPr/>
        </p:nvSpPr>
        <p:spPr bwMode="auto">
          <a:xfrm>
            <a:off x="880273" y="3183956"/>
            <a:ext cx="4430560" cy="24730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38163" lvl="3" indent="-261938" defTabSz="457200" eaLnBrk="1" hangingPunct="1">
              <a:lnSpc>
                <a:spcPts val="2600"/>
              </a:lnSpc>
              <a:spcAft>
                <a:spcPts val="2000"/>
              </a:spcAft>
              <a:buFont typeface="Wingdings" panose="05000000000000000000" pitchFamily="2" charset="2"/>
              <a:buChar char="Ø"/>
              <a:defRPr/>
            </a:pPr>
            <a:r>
              <a:rPr lang="zh-CN" altLang="en-US" sz="1800" spc="150" dirty="0">
                <a:solidFill>
                  <a:srgbClr val="000000"/>
                </a:solidFill>
                <a:latin typeface="微软雅黑" panose="020B0503020204020204" pitchFamily="34" charset="-122"/>
                <a:ea typeface="微软雅黑" panose="020B0503020204020204" pitchFamily="34" charset="-122"/>
              </a:rPr>
              <a:t>消费者的预算约束线简称为约束线，表示在收入和商品价格既定的条件下，消费者用全部收入所能购买到的各种商品的不同数量的组合。</a:t>
            </a:r>
          </a:p>
        </p:txBody>
      </p:sp>
      <p:grpSp>
        <p:nvGrpSpPr>
          <p:cNvPr id="2" name="组合 1">
            <a:extLst>
              <a:ext uri="{FF2B5EF4-FFF2-40B4-BE49-F238E27FC236}">
                <a16:creationId xmlns:a16="http://schemas.microsoft.com/office/drawing/2014/main" id="{7471FE2D-F073-40DD-AB2B-7D22D514CACB}"/>
              </a:ext>
            </a:extLst>
          </p:cNvPr>
          <p:cNvGrpSpPr/>
          <p:nvPr/>
        </p:nvGrpSpPr>
        <p:grpSpPr>
          <a:xfrm>
            <a:off x="5385767" y="3160510"/>
            <a:ext cx="2926741" cy="2438847"/>
            <a:chOff x="5418482" y="2332386"/>
            <a:chExt cx="3300913" cy="2750644"/>
          </a:xfrm>
        </p:grpSpPr>
        <p:grpSp>
          <p:nvGrpSpPr>
            <p:cNvPr id="14" name="组合 32">
              <a:extLst>
                <a:ext uri="{FF2B5EF4-FFF2-40B4-BE49-F238E27FC236}">
                  <a16:creationId xmlns:a16="http://schemas.microsoft.com/office/drawing/2014/main" id="{155321B8-E7B7-4A1B-9367-330FF68301D9}"/>
                </a:ext>
              </a:extLst>
            </p:cNvPr>
            <p:cNvGrpSpPr>
              <a:grpSpLocks/>
            </p:cNvGrpSpPr>
            <p:nvPr/>
          </p:nvGrpSpPr>
          <p:grpSpPr bwMode="auto">
            <a:xfrm>
              <a:off x="5653432" y="2332386"/>
              <a:ext cx="3065963" cy="2750644"/>
              <a:chOff x="0" y="1"/>
              <a:chExt cx="3627420" cy="3254374"/>
            </a:xfrm>
          </p:grpSpPr>
          <p:cxnSp>
            <p:nvCxnSpPr>
              <p:cNvPr id="15" name="直接箭头连接符 6">
                <a:extLst>
                  <a:ext uri="{FF2B5EF4-FFF2-40B4-BE49-F238E27FC236}">
                    <a16:creationId xmlns:a16="http://schemas.microsoft.com/office/drawing/2014/main" id="{83870FD0-7CD4-4782-89AC-E63DD681E8A1}"/>
                  </a:ext>
                </a:extLst>
              </p:cNvPr>
              <p:cNvCxnSpPr>
                <a:cxnSpLocks noChangeShapeType="1"/>
              </p:cNvCxnSpPr>
              <p:nvPr/>
            </p:nvCxnSpPr>
            <p:spPr bwMode="auto">
              <a:xfrm flipV="1">
                <a:off x="400048" y="2840038"/>
                <a:ext cx="3124185" cy="19050"/>
              </a:xfrm>
              <a:prstGeom prst="straightConnector1">
                <a:avLst/>
              </a:prstGeom>
              <a:noFill/>
              <a:ln w="9525" cmpd="sng">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16" name="直接箭头连接符 8">
                <a:extLst>
                  <a:ext uri="{FF2B5EF4-FFF2-40B4-BE49-F238E27FC236}">
                    <a16:creationId xmlns:a16="http://schemas.microsoft.com/office/drawing/2014/main" id="{6C199091-7E02-4319-A672-76740E24BDB0}"/>
                  </a:ext>
                </a:extLst>
              </p:cNvPr>
              <p:cNvCxnSpPr>
                <a:cxnSpLocks noChangeShapeType="1"/>
              </p:cNvCxnSpPr>
              <p:nvPr/>
            </p:nvCxnSpPr>
            <p:spPr bwMode="auto">
              <a:xfrm rot="16200000" flipV="1">
                <a:off x="-1039021" y="1420019"/>
                <a:ext cx="2859086" cy="19050"/>
              </a:xfrm>
              <a:prstGeom prst="straightConnector1">
                <a:avLst/>
              </a:prstGeom>
              <a:noFill/>
              <a:ln w="9525" cmpd="sng">
                <a:solidFill>
                  <a:srgbClr val="7F7F7F"/>
                </a:solidFill>
                <a:round/>
                <a:headEnd/>
                <a:tailEnd type="stealth" w="med" len="lg"/>
              </a:ln>
              <a:extLst>
                <a:ext uri="{909E8E84-426E-40DD-AFC4-6F175D3DCCD1}">
                  <a14:hiddenFill xmlns:a14="http://schemas.microsoft.com/office/drawing/2010/main">
                    <a:noFill/>
                  </a14:hiddenFill>
                </a:ext>
              </a:extLst>
            </p:spPr>
          </p:cxnSp>
          <p:graphicFrame>
            <p:nvGraphicFramePr>
              <p:cNvPr id="17" name="Object 12">
                <a:extLst>
                  <a:ext uri="{FF2B5EF4-FFF2-40B4-BE49-F238E27FC236}">
                    <a16:creationId xmlns:a16="http://schemas.microsoft.com/office/drawing/2014/main" id="{C29683DD-04CC-45D6-8917-D1B0A09E1634}"/>
                  </a:ext>
                </a:extLst>
              </p:cNvPr>
              <p:cNvGraphicFramePr>
                <a:graphicFrameLocks noChangeAspect="1"/>
              </p:cNvGraphicFramePr>
              <p:nvPr/>
            </p:nvGraphicFramePr>
            <p:xfrm>
              <a:off x="133361" y="2940624"/>
              <a:ext cx="213378" cy="248969"/>
            </p:xfrm>
            <a:graphic>
              <a:graphicData uri="http://schemas.openxmlformats.org/presentationml/2006/ole">
                <mc:AlternateContent xmlns:mc="http://schemas.openxmlformats.org/markup-compatibility/2006">
                  <mc:Choice xmlns:v="urn:schemas-microsoft-com:vml" Requires="v">
                    <p:oleObj spid="_x0000_s87899" r:id="rId5" imgW="152717" imgH="178117" progId="">
                      <p:embed/>
                    </p:oleObj>
                  </mc:Choice>
                  <mc:Fallback>
                    <p:oleObj r:id="rId5" imgW="152717" imgH="178117" progId="">
                      <p:embed/>
                      <p:pic>
                        <p:nvPicPr>
                          <p:cNvPr id="25612"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3361" y="2940624"/>
                            <a:ext cx="213378" cy="2489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 name="Object 13">
                <a:extLst>
                  <a:ext uri="{FF2B5EF4-FFF2-40B4-BE49-F238E27FC236}">
                    <a16:creationId xmlns:a16="http://schemas.microsoft.com/office/drawing/2014/main" id="{52A2046D-54C6-4719-8E45-550C5D551B26}"/>
                  </a:ext>
                </a:extLst>
              </p:cNvPr>
              <p:cNvGraphicFramePr>
                <a:graphicFrameLocks noChangeAspect="1"/>
              </p:cNvGraphicFramePr>
              <p:nvPr/>
            </p:nvGraphicFramePr>
            <p:xfrm>
              <a:off x="3378479" y="2934273"/>
              <a:ext cx="248941" cy="320102"/>
            </p:xfrm>
            <a:graphic>
              <a:graphicData uri="http://schemas.openxmlformats.org/presentationml/2006/ole">
                <mc:AlternateContent xmlns:mc="http://schemas.openxmlformats.org/markup-compatibility/2006">
                  <mc:Choice xmlns:v="urn:schemas-microsoft-com:vml" Requires="v">
                    <p:oleObj spid="_x0000_s87900" r:id="rId7" imgW="178040" imgH="228818" progId="">
                      <p:embed/>
                    </p:oleObj>
                  </mc:Choice>
                  <mc:Fallback>
                    <p:oleObj r:id="rId7" imgW="178040" imgH="228818" progId="">
                      <p:embed/>
                      <p:pic>
                        <p:nvPicPr>
                          <p:cNvPr id="25613"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78479" y="2934273"/>
                            <a:ext cx="248941" cy="320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 name="Object 14">
                <a:extLst>
                  <a:ext uri="{FF2B5EF4-FFF2-40B4-BE49-F238E27FC236}">
                    <a16:creationId xmlns:a16="http://schemas.microsoft.com/office/drawing/2014/main" id="{1D84BEBF-858A-4EF4-8173-B9013767D8C9}"/>
                  </a:ext>
                </a:extLst>
              </p:cNvPr>
              <p:cNvGraphicFramePr>
                <a:graphicFrameLocks noChangeAspect="1"/>
              </p:cNvGraphicFramePr>
              <p:nvPr/>
            </p:nvGraphicFramePr>
            <p:xfrm>
              <a:off x="0" y="38107"/>
              <a:ext cx="266722" cy="320102"/>
            </p:xfrm>
            <a:graphic>
              <a:graphicData uri="http://schemas.openxmlformats.org/presentationml/2006/ole">
                <mc:AlternateContent xmlns:mc="http://schemas.openxmlformats.org/markup-compatibility/2006">
                  <mc:Choice xmlns:v="urn:schemas-microsoft-com:vml" Requires="v">
                    <p:oleObj spid="_x0000_s87901" r:id="rId9" imgW="190983" imgH="229116" progId="">
                      <p:embed/>
                    </p:oleObj>
                  </mc:Choice>
                  <mc:Fallback>
                    <p:oleObj r:id="rId9" imgW="190983" imgH="229116" progId="">
                      <p:embed/>
                      <p:pic>
                        <p:nvPicPr>
                          <p:cNvPr id="25614" name="Object 1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38107"/>
                            <a:ext cx="266722" cy="320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20" name="组合 50">
              <a:extLst>
                <a:ext uri="{FF2B5EF4-FFF2-40B4-BE49-F238E27FC236}">
                  <a16:creationId xmlns:a16="http://schemas.microsoft.com/office/drawing/2014/main" id="{90442B1D-F6AA-4CFF-82C5-CADE75417B26}"/>
                </a:ext>
              </a:extLst>
            </p:cNvPr>
            <p:cNvGrpSpPr>
              <a:grpSpLocks/>
            </p:cNvGrpSpPr>
            <p:nvPr/>
          </p:nvGrpSpPr>
          <p:grpSpPr bwMode="auto">
            <a:xfrm>
              <a:off x="5418482" y="2698690"/>
              <a:ext cx="2682215" cy="2384340"/>
              <a:chOff x="0" y="0"/>
              <a:chExt cx="3172723" cy="2822491"/>
            </a:xfrm>
          </p:grpSpPr>
          <p:sp>
            <p:nvSpPr>
              <p:cNvPr id="21" name="椭圆 17">
                <a:extLst>
                  <a:ext uri="{FF2B5EF4-FFF2-40B4-BE49-F238E27FC236}">
                    <a16:creationId xmlns:a16="http://schemas.microsoft.com/office/drawing/2014/main" id="{BE5A7C17-218F-4BB0-B908-A6C08FC51B41}"/>
                  </a:ext>
                </a:extLst>
              </p:cNvPr>
              <p:cNvSpPr>
                <a:spLocks noChangeArrowheads="1"/>
              </p:cNvSpPr>
              <p:nvPr/>
            </p:nvSpPr>
            <p:spPr bwMode="auto">
              <a:xfrm>
                <a:off x="2844181" y="2358694"/>
                <a:ext cx="99991" cy="101654"/>
              </a:xfrm>
              <a:prstGeom prst="ellipse">
                <a:avLst/>
              </a:prstGeom>
              <a:solidFill>
                <a:schemeClr val="tx1"/>
              </a:solidFill>
              <a:ln w="25400" cmpd="sng">
                <a:solidFill>
                  <a:srgbClr val="000000"/>
                </a:solidFill>
                <a:round/>
                <a:headEnd/>
                <a:tailEnd/>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a:solidFill>
                    <a:srgbClr val="FFFFFF"/>
                  </a:solidFill>
                  <a:latin typeface="微软雅黑" panose="020B0503020204020204" pitchFamily="34" charset="-122"/>
                  <a:ea typeface="微软雅黑" panose="020B0503020204020204" pitchFamily="34" charset="-122"/>
                </a:endParaRPr>
              </a:p>
            </p:txBody>
          </p:sp>
          <p:sp>
            <p:nvSpPr>
              <p:cNvPr id="22" name="椭圆 16">
                <a:extLst>
                  <a:ext uri="{FF2B5EF4-FFF2-40B4-BE49-F238E27FC236}">
                    <a16:creationId xmlns:a16="http://schemas.microsoft.com/office/drawing/2014/main" id="{34E2DEBD-0779-4F6F-BF72-5638801BA207}"/>
                  </a:ext>
                </a:extLst>
              </p:cNvPr>
              <p:cNvSpPr>
                <a:spLocks noChangeArrowheads="1"/>
              </p:cNvSpPr>
              <p:nvPr/>
            </p:nvSpPr>
            <p:spPr bwMode="auto">
              <a:xfrm>
                <a:off x="558678" y="214427"/>
                <a:ext cx="99991" cy="100065"/>
              </a:xfrm>
              <a:prstGeom prst="ellipse">
                <a:avLst/>
              </a:prstGeom>
              <a:solidFill>
                <a:schemeClr val="tx1"/>
              </a:solidFill>
              <a:ln w="25400" cmpd="sng">
                <a:solidFill>
                  <a:srgbClr val="000000"/>
                </a:solidFill>
                <a:round/>
                <a:headEnd/>
                <a:tailEnd/>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a:solidFill>
                    <a:srgbClr val="FFFFFF"/>
                  </a:solidFill>
                  <a:latin typeface="微软雅黑" panose="020B0503020204020204" pitchFamily="34" charset="-122"/>
                  <a:ea typeface="微软雅黑" panose="020B0503020204020204" pitchFamily="34" charset="-122"/>
                </a:endParaRPr>
              </a:p>
            </p:txBody>
          </p:sp>
          <p:grpSp>
            <p:nvGrpSpPr>
              <p:cNvPr id="23" name="组合 34">
                <a:extLst>
                  <a:ext uri="{FF2B5EF4-FFF2-40B4-BE49-F238E27FC236}">
                    <a16:creationId xmlns:a16="http://schemas.microsoft.com/office/drawing/2014/main" id="{99D148C6-C4C2-4FCD-AE5A-D1D94CA95C7E}"/>
                  </a:ext>
                </a:extLst>
              </p:cNvPr>
              <p:cNvGrpSpPr>
                <a:grpSpLocks/>
              </p:cNvGrpSpPr>
              <p:nvPr/>
            </p:nvGrpSpPr>
            <p:grpSpPr bwMode="auto">
              <a:xfrm>
                <a:off x="0" y="0"/>
                <a:ext cx="3172723" cy="2822491"/>
                <a:chOff x="0" y="0"/>
                <a:chExt cx="3172723" cy="2822491"/>
              </a:xfrm>
            </p:grpSpPr>
            <p:cxnSp>
              <p:nvCxnSpPr>
                <p:cNvPr id="26" name="直接连接符 14">
                  <a:extLst>
                    <a:ext uri="{FF2B5EF4-FFF2-40B4-BE49-F238E27FC236}">
                      <a16:creationId xmlns:a16="http://schemas.microsoft.com/office/drawing/2014/main" id="{992D5F53-5B9D-4F00-9DB0-464386D7298D}"/>
                    </a:ext>
                  </a:extLst>
                </p:cNvPr>
                <p:cNvCxnSpPr>
                  <a:cxnSpLocks noChangeShapeType="1"/>
                </p:cNvCxnSpPr>
                <p:nvPr/>
              </p:nvCxnSpPr>
              <p:spPr bwMode="auto">
                <a:xfrm>
                  <a:off x="629889" y="285102"/>
                  <a:ext cx="2263283" cy="2120443"/>
                </a:xfrm>
                <a:prstGeom prst="line">
                  <a:avLst/>
                </a:prstGeom>
                <a:noFill/>
                <a:ln w="38100" cmpd="sng">
                  <a:solidFill>
                    <a:srgbClr val="F3C97F"/>
                  </a:solidFill>
                  <a:round/>
                  <a:headEnd/>
                  <a:tailEnd/>
                </a:ln>
                <a:effectLst>
                  <a:outerShdw dist="23000" dir="5400000" algn="ctr" rotWithShape="0">
                    <a:srgbClr val="000000">
                      <a:alpha val="32999"/>
                    </a:srgbClr>
                  </a:outerShdw>
                </a:effectLst>
                <a:extLst>
                  <a:ext uri="{909E8E84-426E-40DD-AFC4-6F175D3DCCD1}">
                    <a14:hiddenFill xmlns:a14="http://schemas.microsoft.com/office/drawing/2010/main">
                      <a:noFill/>
                    </a14:hiddenFill>
                  </a:ext>
                </a:extLst>
              </p:spPr>
            </p:cxnSp>
            <p:graphicFrame>
              <p:nvGraphicFramePr>
                <p:cNvPr id="24" name="Object 19">
                  <a:extLst>
                    <a:ext uri="{FF2B5EF4-FFF2-40B4-BE49-F238E27FC236}">
                      <a16:creationId xmlns:a16="http://schemas.microsoft.com/office/drawing/2014/main" id="{91C27EC9-C32B-4CC5-A186-D79224546FC9}"/>
                    </a:ext>
                  </a:extLst>
                </p:cNvPr>
                <p:cNvGraphicFramePr>
                  <a:graphicFrameLocks noChangeAspect="1"/>
                </p:cNvGraphicFramePr>
                <p:nvPr/>
              </p:nvGraphicFramePr>
              <p:xfrm>
                <a:off x="2825984" y="1981587"/>
                <a:ext cx="213378" cy="231185"/>
              </p:xfrm>
              <a:graphic>
                <a:graphicData uri="http://schemas.openxmlformats.org/presentationml/2006/ole">
                  <mc:AlternateContent xmlns:mc="http://schemas.openxmlformats.org/markup-compatibility/2006">
                    <mc:Choice xmlns:v="urn:schemas-microsoft-com:vml" Requires="v">
                      <p:oleObj spid="_x0000_s87902" r:id="rId11" imgW="152783" imgH="165489" progId="">
                        <p:embed/>
                      </p:oleObj>
                    </mc:Choice>
                    <mc:Fallback>
                      <p:oleObj r:id="rId11" imgW="152783" imgH="165489" progId="">
                        <p:embed/>
                        <p:pic>
                          <p:nvPicPr>
                            <p:cNvPr id="25619" name="Object 1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825984" y="1981587"/>
                              <a:ext cx="213378" cy="231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 name="Object 20">
                  <a:extLst>
                    <a:ext uri="{FF2B5EF4-FFF2-40B4-BE49-F238E27FC236}">
                      <a16:creationId xmlns:a16="http://schemas.microsoft.com/office/drawing/2014/main" id="{DB3E1D1B-959C-4DEF-BEB1-69190E6429D1}"/>
                    </a:ext>
                  </a:extLst>
                </p:cNvPr>
                <p:cNvGraphicFramePr>
                  <a:graphicFrameLocks noChangeAspect="1"/>
                </p:cNvGraphicFramePr>
                <p:nvPr/>
              </p:nvGraphicFramePr>
              <p:xfrm>
                <a:off x="749362" y="0"/>
                <a:ext cx="213378" cy="231185"/>
              </p:xfrm>
              <a:graphic>
                <a:graphicData uri="http://schemas.openxmlformats.org/presentationml/2006/ole">
                  <mc:AlternateContent xmlns:mc="http://schemas.openxmlformats.org/markup-compatibility/2006">
                    <mc:Choice xmlns:v="urn:schemas-microsoft-com:vml" Requires="v">
                      <p:oleObj spid="_x0000_s87903" r:id="rId13" imgW="152783" imgH="165489" progId="">
                        <p:embed/>
                      </p:oleObj>
                    </mc:Choice>
                    <mc:Fallback>
                      <p:oleObj r:id="rId13" imgW="152783" imgH="165489" progId="">
                        <p:embed/>
                        <p:pic>
                          <p:nvPicPr>
                            <p:cNvPr id="25620" name="Object 2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49362" y="0"/>
                              <a:ext cx="213378" cy="231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 name="Object 22">
                  <a:extLst>
                    <a:ext uri="{FF2B5EF4-FFF2-40B4-BE49-F238E27FC236}">
                      <a16:creationId xmlns:a16="http://schemas.microsoft.com/office/drawing/2014/main" id="{8E88471D-C007-47A0-8AA3-5097CA27A8A5}"/>
                    </a:ext>
                  </a:extLst>
                </p:cNvPr>
                <p:cNvGraphicFramePr>
                  <a:graphicFrameLocks noChangeAspect="1"/>
                </p:cNvGraphicFramePr>
                <p:nvPr/>
              </p:nvGraphicFramePr>
              <p:xfrm>
                <a:off x="0" y="63513"/>
                <a:ext cx="497881" cy="320102"/>
              </p:xfrm>
              <a:graphic>
                <a:graphicData uri="http://schemas.openxmlformats.org/presentationml/2006/ole">
                  <mc:AlternateContent xmlns:mc="http://schemas.openxmlformats.org/markup-compatibility/2006">
                    <mc:Choice xmlns:v="urn:schemas-microsoft-com:vml" Requires="v">
                      <p:oleObj spid="_x0000_s87904" r:id="rId15" imgW="355917" imgH="228917" progId="">
                        <p:embed/>
                      </p:oleObj>
                    </mc:Choice>
                    <mc:Fallback>
                      <p:oleObj r:id="rId15" imgW="355917" imgH="228917" progId="">
                        <p:embed/>
                        <p:pic>
                          <p:nvPicPr>
                            <p:cNvPr id="25622" name="Object 2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0" y="63513"/>
                              <a:ext cx="497881" cy="320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 name="Object 23">
                  <a:extLst>
                    <a:ext uri="{FF2B5EF4-FFF2-40B4-BE49-F238E27FC236}">
                      <a16:creationId xmlns:a16="http://schemas.microsoft.com/office/drawing/2014/main" id="{FE78921D-6A0C-41D1-8384-120CB47B3329}"/>
                    </a:ext>
                  </a:extLst>
                </p:cNvPr>
                <p:cNvGraphicFramePr>
                  <a:graphicFrameLocks noChangeAspect="1"/>
                </p:cNvGraphicFramePr>
                <p:nvPr/>
              </p:nvGraphicFramePr>
              <p:xfrm>
                <a:off x="2692623" y="2502389"/>
                <a:ext cx="480100" cy="320102"/>
              </p:xfrm>
              <a:graphic>
                <a:graphicData uri="http://schemas.openxmlformats.org/presentationml/2006/ole">
                  <mc:AlternateContent xmlns:mc="http://schemas.openxmlformats.org/markup-compatibility/2006">
                    <mc:Choice xmlns:v="urn:schemas-microsoft-com:vml" Requires="v">
                      <p:oleObj spid="_x0000_s87905" r:id="rId17" imgW="343366" imgH="229016" progId="">
                        <p:embed/>
                      </p:oleObj>
                    </mc:Choice>
                    <mc:Fallback>
                      <p:oleObj r:id="rId17" imgW="343366" imgH="229016" progId="">
                        <p:embed/>
                        <p:pic>
                          <p:nvPicPr>
                            <p:cNvPr id="25623" name="Object 2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692623" y="2502389"/>
                              <a:ext cx="480100" cy="320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grpSp>
          <p:nvGrpSpPr>
            <p:cNvPr id="35" name="组合 36">
              <a:extLst>
                <a:ext uri="{FF2B5EF4-FFF2-40B4-BE49-F238E27FC236}">
                  <a16:creationId xmlns:a16="http://schemas.microsoft.com/office/drawing/2014/main" id="{85FB6B68-FFE7-4878-967B-92410BB69991}"/>
                </a:ext>
              </a:extLst>
            </p:cNvPr>
            <p:cNvGrpSpPr>
              <a:grpSpLocks/>
            </p:cNvGrpSpPr>
            <p:nvPr/>
          </p:nvGrpSpPr>
          <p:grpSpPr bwMode="auto">
            <a:xfrm>
              <a:off x="7498524" y="3630143"/>
              <a:ext cx="415925" cy="231775"/>
              <a:chOff x="0" y="0"/>
              <a:chExt cx="415495" cy="231185"/>
            </a:xfrm>
          </p:grpSpPr>
          <p:sp>
            <p:nvSpPr>
              <p:cNvPr id="36" name="椭圆 19">
                <a:extLst>
                  <a:ext uri="{FF2B5EF4-FFF2-40B4-BE49-F238E27FC236}">
                    <a16:creationId xmlns:a16="http://schemas.microsoft.com/office/drawing/2014/main" id="{E16196A3-AB7E-4BBC-9167-366ABBCC1608}"/>
                  </a:ext>
                </a:extLst>
              </p:cNvPr>
              <p:cNvSpPr>
                <a:spLocks noChangeArrowheads="1"/>
              </p:cNvSpPr>
              <p:nvPr/>
            </p:nvSpPr>
            <p:spPr bwMode="auto">
              <a:xfrm>
                <a:off x="0" y="25335"/>
                <a:ext cx="99910" cy="101341"/>
              </a:xfrm>
              <a:prstGeom prst="ellipse">
                <a:avLst/>
              </a:prstGeom>
              <a:solidFill>
                <a:schemeClr val="tx1"/>
              </a:solidFill>
              <a:ln w="25400" cmpd="sng">
                <a:solidFill>
                  <a:srgbClr val="000000"/>
                </a:solidFill>
                <a:round/>
                <a:headEnd/>
                <a:tailEnd/>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endParaRPr>
              </a:p>
            </p:txBody>
          </p:sp>
          <p:graphicFrame>
            <p:nvGraphicFramePr>
              <p:cNvPr id="37" name="Object 8">
                <a:extLst>
                  <a:ext uri="{FF2B5EF4-FFF2-40B4-BE49-F238E27FC236}">
                    <a16:creationId xmlns:a16="http://schemas.microsoft.com/office/drawing/2014/main" id="{4DB52CEB-46BC-4765-A9F0-2DC3FC1CD94C}"/>
                  </a:ext>
                </a:extLst>
              </p:cNvPr>
              <p:cNvGraphicFramePr>
                <a:graphicFrameLocks noChangeAspect="1"/>
              </p:cNvGraphicFramePr>
              <p:nvPr/>
            </p:nvGraphicFramePr>
            <p:xfrm>
              <a:off x="184336" y="0"/>
              <a:ext cx="231159" cy="231185"/>
            </p:xfrm>
            <a:graphic>
              <a:graphicData uri="http://schemas.openxmlformats.org/presentationml/2006/ole">
                <mc:AlternateContent xmlns:mc="http://schemas.openxmlformats.org/markup-compatibility/2006">
                  <mc:Choice xmlns:v="urn:schemas-microsoft-com:vml" Requires="v">
                    <p:oleObj spid="_x0000_s87906" r:id="rId19" imgW="165489" imgH="165489" progId="">
                      <p:embed/>
                    </p:oleObj>
                  </mc:Choice>
                  <mc:Fallback>
                    <p:oleObj r:id="rId19" imgW="165489" imgH="165489" progId="">
                      <p:embed/>
                      <p:pic>
                        <p:nvPicPr>
                          <p:cNvPr id="25608" name="Object 8"/>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84336" y="0"/>
                            <a:ext cx="231159" cy="231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38" name="组合 41">
              <a:extLst>
                <a:ext uri="{FF2B5EF4-FFF2-40B4-BE49-F238E27FC236}">
                  <a16:creationId xmlns:a16="http://schemas.microsoft.com/office/drawing/2014/main" id="{37D0C4BE-188F-46F6-88D2-FC902C2A32FE}"/>
                </a:ext>
              </a:extLst>
            </p:cNvPr>
            <p:cNvGrpSpPr>
              <a:grpSpLocks/>
            </p:cNvGrpSpPr>
            <p:nvPr/>
          </p:nvGrpSpPr>
          <p:grpSpPr bwMode="auto">
            <a:xfrm>
              <a:off x="6488874" y="2448880"/>
              <a:ext cx="2116064" cy="997113"/>
              <a:chOff x="0" y="-16340"/>
              <a:chExt cx="2137037" cy="1025990"/>
            </a:xfrm>
          </p:grpSpPr>
          <p:cxnSp>
            <p:nvCxnSpPr>
              <p:cNvPr id="39" name="直接连接符 37">
                <a:extLst>
                  <a:ext uri="{FF2B5EF4-FFF2-40B4-BE49-F238E27FC236}">
                    <a16:creationId xmlns:a16="http://schemas.microsoft.com/office/drawing/2014/main" id="{34E2D316-CE68-4ECE-8612-70E733B05F95}"/>
                  </a:ext>
                </a:extLst>
              </p:cNvPr>
              <p:cNvCxnSpPr>
                <a:cxnSpLocks noChangeShapeType="1"/>
              </p:cNvCxnSpPr>
              <p:nvPr/>
            </p:nvCxnSpPr>
            <p:spPr bwMode="auto">
              <a:xfrm rot="5400000" flipH="1" flipV="1">
                <a:off x="-180984" y="447684"/>
                <a:ext cx="742950" cy="380982"/>
              </a:xfrm>
              <a:prstGeom prst="line">
                <a:avLst/>
              </a:prstGeom>
              <a:noFill/>
              <a:ln w="9525" cmpd="sng">
                <a:solidFill>
                  <a:srgbClr val="7F7F7F"/>
                </a:solidFill>
                <a:round/>
                <a:headEnd/>
                <a:tailEnd/>
              </a:ln>
              <a:extLst>
                <a:ext uri="{909E8E84-426E-40DD-AFC4-6F175D3DCCD1}">
                  <a14:hiddenFill xmlns:a14="http://schemas.microsoft.com/office/drawing/2010/main">
                    <a:noFill/>
                  </a14:hiddenFill>
                </a:ext>
              </a:extLst>
            </p:spPr>
          </p:cxnSp>
          <p:grpSp>
            <p:nvGrpSpPr>
              <p:cNvPr id="40" name="组合 39">
                <a:extLst>
                  <a:ext uri="{FF2B5EF4-FFF2-40B4-BE49-F238E27FC236}">
                    <a16:creationId xmlns:a16="http://schemas.microsoft.com/office/drawing/2014/main" id="{A1C2001E-BF8D-4F82-AB73-44787A3467AB}"/>
                  </a:ext>
                </a:extLst>
              </p:cNvPr>
              <p:cNvGrpSpPr>
                <a:grpSpLocks/>
              </p:cNvGrpSpPr>
              <p:nvPr/>
            </p:nvGrpSpPr>
            <p:grpSpPr bwMode="auto">
              <a:xfrm>
                <a:off x="488682" y="-16340"/>
                <a:ext cx="1648355" cy="660230"/>
                <a:chOff x="50532" y="-16340"/>
                <a:chExt cx="1648355" cy="660230"/>
              </a:xfrm>
            </p:grpSpPr>
            <p:graphicFrame>
              <p:nvGraphicFramePr>
                <p:cNvPr id="41" name="Object 28">
                  <a:extLst>
                    <a:ext uri="{FF2B5EF4-FFF2-40B4-BE49-F238E27FC236}">
                      <a16:creationId xmlns:a16="http://schemas.microsoft.com/office/drawing/2014/main" id="{4EBD1726-5266-43BB-B24A-93734142B940}"/>
                    </a:ext>
                  </a:extLst>
                </p:cNvPr>
                <p:cNvGraphicFramePr>
                  <a:graphicFrameLocks noChangeAspect="1"/>
                </p:cNvGraphicFramePr>
                <p:nvPr/>
              </p:nvGraphicFramePr>
              <p:xfrm>
                <a:off x="1231900" y="50800"/>
                <a:ext cx="177800" cy="231140"/>
              </p:xfrm>
              <a:graphic>
                <a:graphicData uri="http://schemas.openxmlformats.org/presentationml/2006/ole">
                  <mc:AlternateContent xmlns:mc="http://schemas.openxmlformats.org/markup-compatibility/2006">
                    <mc:Choice xmlns:v="urn:schemas-microsoft-com:vml" Requires="v">
                      <p:oleObj spid="_x0000_s87907" r:id="rId21" imgW="127262" imgH="165345" progId="">
                        <p:embed/>
                      </p:oleObj>
                    </mc:Choice>
                    <mc:Fallback>
                      <p:oleObj r:id="rId21" imgW="127262" imgH="165345" progId="">
                        <p:embed/>
                        <p:pic>
                          <p:nvPicPr>
                            <p:cNvPr id="25628" name="Object 28"/>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231900" y="50800"/>
                              <a:ext cx="177800" cy="2311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2" name="Object 29">
                  <a:extLst>
                    <a:ext uri="{FF2B5EF4-FFF2-40B4-BE49-F238E27FC236}">
                      <a16:creationId xmlns:a16="http://schemas.microsoft.com/office/drawing/2014/main" id="{3F6B1A42-6EAB-4264-B7CF-A3759F15A849}"/>
                    </a:ext>
                  </a:extLst>
                </p:cNvPr>
                <p:cNvGraphicFramePr>
                  <a:graphicFrameLocks noChangeAspect="1"/>
                </p:cNvGraphicFramePr>
                <p:nvPr/>
              </p:nvGraphicFramePr>
              <p:xfrm>
                <a:off x="673100" y="323850"/>
                <a:ext cx="675640" cy="320040"/>
              </p:xfrm>
              <a:graphic>
                <a:graphicData uri="http://schemas.openxmlformats.org/presentationml/2006/ole">
                  <mc:AlternateContent xmlns:mc="http://schemas.openxmlformats.org/markup-compatibility/2006">
                    <mc:Choice xmlns:v="urn:schemas-microsoft-com:vml" Requires="v">
                      <p:oleObj spid="_x0000_s87908" r:id="rId23" imgW="483127" imgH="229016" progId="">
                        <p:embed/>
                      </p:oleObj>
                    </mc:Choice>
                    <mc:Fallback>
                      <p:oleObj r:id="rId23" imgW="483127" imgH="229016" progId="">
                        <p:embed/>
                        <p:pic>
                          <p:nvPicPr>
                            <p:cNvPr id="25629" name="Object 29"/>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673100" y="323850"/>
                              <a:ext cx="675640" cy="320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3" name="TextBox 38">
                  <a:extLst>
                    <a:ext uri="{FF2B5EF4-FFF2-40B4-BE49-F238E27FC236}">
                      <a16:creationId xmlns:a16="http://schemas.microsoft.com/office/drawing/2014/main" id="{0FFAC7F7-E02D-4C96-BF0A-D71D9CF98CBB}"/>
                    </a:ext>
                  </a:extLst>
                </p:cNvPr>
                <p:cNvSpPr txBox="1">
                  <a:spLocks noChangeArrowheads="1"/>
                </p:cNvSpPr>
                <p:nvPr/>
              </p:nvSpPr>
              <p:spPr bwMode="auto">
                <a:xfrm>
                  <a:off x="50532" y="-16340"/>
                  <a:ext cx="1648355" cy="657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400" dirty="0">
                      <a:latin typeface="微软雅黑" panose="020B0503020204020204" pitchFamily="34" charset="-122"/>
                      <a:ea typeface="微软雅黑" panose="020B0503020204020204" pitchFamily="34" charset="-122"/>
                    </a:rPr>
                    <a:t>预算约束线       ：</a:t>
                  </a:r>
                  <a:endParaRPr lang="en-US" altLang="zh-CN" sz="1400" dirty="0">
                    <a:latin typeface="微软雅黑" panose="020B0503020204020204" pitchFamily="34" charset="-122"/>
                    <a:ea typeface="微软雅黑" panose="020B0503020204020204" pitchFamily="34" charset="-122"/>
                  </a:endParaRPr>
                </a:p>
                <a:p>
                  <a:pPr eaLnBrk="1" hangingPunct="1">
                    <a:lnSpc>
                      <a:spcPts val="3000"/>
                    </a:lnSpc>
                  </a:pPr>
                  <a:r>
                    <a:rPr lang="zh-CN" altLang="en-US" sz="1400" dirty="0">
                      <a:latin typeface="微软雅黑" panose="020B0503020204020204" pitchFamily="34" charset="-122"/>
                      <a:ea typeface="微软雅黑" panose="020B0503020204020204" pitchFamily="34" charset="-122"/>
                    </a:rPr>
                    <a:t>斜率</a:t>
                  </a:r>
                  <a:r>
                    <a:rPr lang="en-US" altLang="zh-CN" sz="1400" dirty="0">
                      <a:latin typeface="微软雅黑" panose="020B0503020204020204" pitchFamily="34" charset="-122"/>
                      <a:ea typeface="微软雅黑" panose="020B0503020204020204" pitchFamily="34" charset="-122"/>
                    </a:rPr>
                    <a:t>=</a:t>
                  </a:r>
                  <a:endParaRPr lang="zh-CN" altLang="en-US" sz="1400" dirty="0">
                    <a:latin typeface="微软雅黑" panose="020B0503020204020204" pitchFamily="34" charset="-122"/>
                    <a:ea typeface="微软雅黑" panose="020B0503020204020204" pitchFamily="34" charset="-122"/>
                  </a:endParaRPr>
                </a:p>
              </p:txBody>
            </p:sp>
          </p:grpSp>
        </p:grpSp>
        <p:grpSp>
          <p:nvGrpSpPr>
            <p:cNvPr id="44" name="组合 35">
              <a:extLst>
                <a:ext uri="{FF2B5EF4-FFF2-40B4-BE49-F238E27FC236}">
                  <a16:creationId xmlns:a16="http://schemas.microsoft.com/office/drawing/2014/main" id="{FE8205FE-41DD-4901-87BC-63BDCC1C1D1C}"/>
                </a:ext>
              </a:extLst>
            </p:cNvPr>
            <p:cNvGrpSpPr>
              <a:grpSpLocks/>
            </p:cNvGrpSpPr>
            <p:nvPr/>
          </p:nvGrpSpPr>
          <p:grpSpPr bwMode="auto">
            <a:xfrm>
              <a:off x="6714030" y="4280126"/>
              <a:ext cx="415925" cy="249238"/>
              <a:chOff x="0" y="0"/>
              <a:chExt cx="415430" cy="248969"/>
            </a:xfrm>
          </p:grpSpPr>
          <p:sp>
            <p:nvSpPr>
              <p:cNvPr id="45" name="椭圆 18">
                <a:extLst>
                  <a:ext uri="{FF2B5EF4-FFF2-40B4-BE49-F238E27FC236}">
                    <a16:creationId xmlns:a16="http://schemas.microsoft.com/office/drawing/2014/main" id="{E8AA5354-7500-40B7-8BEE-57489A9FBE48}"/>
                  </a:ext>
                </a:extLst>
              </p:cNvPr>
              <p:cNvSpPr>
                <a:spLocks noChangeArrowheads="1"/>
              </p:cNvSpPr>
              <p:nvPr/>
            </p:nvSpPr>
            <p:spPr bwMode="auto">
              <a:xfrm>
                <a:off x="0" y="52331"/>
                <a:ext cx="99894" cy="99904"/>
              </a:xfrm>
              <a:prstGeom prst="ellipse">
                <a:avLst/>
              </a:prstGeom>
              <a:solidFill>
                <a:schemeClr val="tx1"/>
              </a:solidFill>
              <a:ln w="25400" cmpd="sng">
                <a:solidFill>
                  <a:srgbClr val="000000"/>
                </a:solidFill>
                <a:round/>
                <a:headEnd/>
                <a:tailEnd/>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dirty="0">
                  <a:solidFill>
                    <a:srgbClr val="FFFFFF"/>
                  </a:solidFill>
                  <a:latin typeface="微软雅黑" panose="020B0503020204020204" pitchFamily="34" charset="-122"/>
                  <a:ea typeface="微软雅黑" panose="020B0503020204020204" pitchFamily="34" charset="-122"/>
                </a:endParaRPr>
              </a:p>
            </p:txBody>
          </p:sp>
          <p:graphicFrame>
            <p:nvGraphicFramePr>
              <p:cNvPr id="46" name="Object 5">
                <a:extLst>
                  <a:ext uri="{FF2B5EF4-FFF2-40B4-BE49-F238E27FC236}">
                    <a16:creationId xmlns:a16="http://schemas.microsoft.com/office/drawing/2014/main" id="{46A76077-510F-4613-9332-21BB9A538D5D}"/>
                  </a:ext>
                </a:extLst>
              </p:cNvPr>
              <p:cNvGraphicFramePr>
                <a:graphicFrameLocks noChangeAspect="1"/>
              </p:cNvGraphicFramePr>
              <p:nvPr/>
            </p:nvGraphicFramePr>
            <p:xfrm>
              <a:off x="184271" y="0"/>
              <a:ext cx="231159" cy="248969"/>
            </p:xfrm>
            <a:graphic>
              <a:graphicData uri="http://schemas.openxmlformats.org/presentationml/2006/ole">
                <mc:AlternateContent xmlns:mc="http://schemas.openxmlformats.org/markup-compatibility/2006">
                  <mc:Choice xmlns:v="urn:schemas-microsoft-com:vml" Requires="v">
                    <p:oleObj spid="_x0000_s87909" r:id="rId25" imgW="165417" imgH="178117" progId="">
                      <p:embed/>
                    </p:oleObj>
                  </mc:Choice>
                  <mc:Fallback>
                    <p:oleObj r:id="rId25" imgW="165417" imgH="178117" progId="">
                      <p:embed/>
                      <p:pic>
                        <p:nvPicPr>
                          <p:cNvPr id="25605" name="Object 5"/>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84271" y="0"/>
                            <a:ext cx="231159" cy="2489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sp>
        <p:nvSpPr>
          <p:cNvPr id="48" name="矩形 47">
            <a:extLst>
              <a:ext uri="{FF2B5EF4-FFF2-40B4-BE49-F238E27FC236}">
                <a16:creationId xmlns:a16="http://schemas.microsoft.com/office/drawing/2014/main" id="{33A37AA2-FFA0-4E68-B620-EC3402972621}"/>
              </a:ext>
            </a:extLst>
          </p:cNvPr>
          <p:cNvSpPr/>
          <p:nvPr/>
        </p:nvSpPr>
        <p:spPr>
          <a:xfrm>
            <a:off x="6537411" y="0"/>
            <a:ext cx="2606590" cy="369332"/>
          </a:xfrm>
          <a:prstGeom prst="rect">
            <a:avLst/>
          </a:prstGeom>
        </p:spPr>
        <p:txBody>
          <a:bodyPr wrap="squar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 第三节  预算约束线</a:t>
            </a:r>
          </a:p>
        </p:txBody>
      </p:sp>
      <p:sp>
        <p:nvSpPr>
          <p:cNvPr id="49" name="矩形 48">
            <a:extLst>
              <a:ext uri="{FF2B5EF4-FFF2-40B4-BE49-F238E27FC236}">
                <a16:creationId xmlns:a16="http://schemas.microsoft.com/office/drawing/2014/main" id="{9B10EEA0-8276-4ECC-BF12-5EC83D4B6767}"/>
              </a:ext>
            </a:extLst>
          </p:cNvPr>
          <p:cNvSpPr/>
          <p:nvPr/>
        </p:nvSpPr>
        <p:spPr>
          <a:xfrm>
            <a:off x="467544" y="548680"/>
            <a:ext cx="3454792"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一、预算约束线的含义</a:t>
            </a:r>
          </a:p>
        </p:txBody>
      </p:sp>
      <p:sp>
        <p:nvSpPr>
          <p:cNvPr id="3" name="矩形 2">
            <a:extLst>
              <a:ext uri="{FF2B5EF4-FFF2-40B4-BE49-F238E27FC236}">
                <a16:creationId xmlns:a16="http://schemas.microsoft.com/office/drawing/2014/main" id="{D400FD03-7346-4531-A3B4-2F0B66072D01}"/>
              </a:ext>
            </a:extLst>
          </p:cNvPr>
          <p:cNvSpPr/>
          <p:nvPr/>
        </p:nvSpPr>
        <p:spPr>
          <a:xfrm>
            <a:off x="1791813" y="4994543"/>
            <a:ext cx="2304157" cy="369332"/>
          </a:xfrm>
          <a:prstGeom prst="rect">
            <a:avLst/>
          </a:prstGeom>
        </p:spPr>
        <p:txBody>
          <a:bodyPr wrap="none">
            <a:spAutoFit/>
          </a:bodyPr>
          <a:lstStyle/>
          <a:p>
            <a:pPr lvl="1" indent="80963">
              <a:spcAft>
                <a:spcPts val="2000"/>
              </a:spcAft>
            </a:pPr>
            <a:r>
              <a:rPr lang="en-US" altLang="zh-CN" i="1" dirty="0">
                <a:latin typeface="微软雅黑" panose="020B0503020204020204" pitchFamily="34" charset="-122"/>
                <a:ea typeface="微软雅黑" panose="020B0503020204020204" pitchFamily="34" charset="-122"/>
              </a:rPr>
              <a:t>P</a:t>
            </a:r>
            <a:r>
              <a:rPr lang="en-US" altLang="zh-CN" i="1" baseline="-25000" dirty="0">
                <a:latin typeface="微软雅黑" panose="020B0503020204020204" pitchFamily="34" charset="-122"/>
                <a:ea typeface="微软雅黑" panose="020B0503020204020204" pitchFamily="34" charset="-122"/>
              </a:rPr>
              <a:t>1</a:t>
            </a:r>
            <a:r>
              <a:rPr lang="en-US" altLang="zh-CN" i="1" dirty="0">
                <a:latin typeface="微软雅黑" panose="020B0503020204020204" pitchFamily="34" charset="-122"/>
                <a:ea typeface="微软雅黑" panose="020B0503020204020204" pitchFamily="34" charset="-122"/>
              </a:rPr>
              <a:t>Q</a:t>
            </a:r>
            <a:r>
              <a:rPr lang="en-US" altLang="zh-CN" i="1" baseline="-25000" dirty="0">
                <a:latin typeface="微软雅黑" panose="020B0503020204020204" pitchFamily="34" charset="-122"/>
                <a:ea typeface="微软雅黑" panose="020B0503020204020204" pitchFamily="34" charset="-122"/>
              </a:rPr>
              <a:t>1</a:t>
            </a:r>
            <a:r>
              <a:rPr lang="en-US" altLang="zh-CN" i="1" dirty="0">
                <a:latin typeface="微软雅黑" panose="020B0503020204020204" pitchFamily="34" charset="-122"/>
                <a:ea typeface="微软雅黑" panose="020B0503020204020204" pitchFamily="34" charset="-122"/>
              </a:rPr>
              <a:t>+P</a:t>
            </a:r>
            <a:r>
              <a:rPr lang="en-US" altLang="zh-CN" i="1" baseline="-25000" dirty="0">
                <a:latin typeface="微软雅黑" panose="020B0503020204020204" pitchFamily="34" charset="-122"/>
                <a:ea typeface="微软雅黑" panose="020B0503020204020204" pitchFamily="34" charset="-122"/>
              </a:rPr>
              <a:t>2</a:t>
            </a:r>
            <a:r>
              <a:rPr lang="en-US" altLang="zh-CN" i="1" dirty="0">
                <a:latin typeface="微软雅黑" panose="020B0503020204020204" pitchFamily="34" charset="-122"/>
                <a:ea typeface="微软雅黑" panose="020B0503020204020204" pitchFamily="34" charset="-122"/>
              </a:rPr>
              <a:t>Q</a:t>
            </a:r>
            <a:r>
              <a:rPr lang="en-US" altLang="zh-CN" i="1" baseline="-25000" dirty="0">
                <a:latin typeface="微软雅黑" panose="020B0503020204020204" pitchFamily="34" charset="-122"/>
                <a:ea typeface="微软雅黑" panose="020B0503020204020204" pitchFamily="34" charset="-122"/>
              </a:rPr>
              <a:t>2</a:t>
            </a:r>
            <a:r>
              <a:rPr lang="en-US" altLang="zh-CN" i="1" dirty="0">
                <a:latin typeface="微软雅黑" panose="020B0503020204020204" pitchFamily="34" charset="-122"/>
                <a:ea typeface="微软雅黑" panose="020B0503020204020204" pitchFamily="34" charset="-122"/>
              </a:rPr>
              <a:t>=m</a:t>
            </a:r>
          </a:p>
        </p:txBody>
      </p:sp>
      <p:grpSp>
        <p:nvGrpSpPr>
          <p:cNvPr id="50" name="组合 49">
            <a:extLst>
              <a:ext uri="{FF2B5EF4-FFF2-40B4-BE49-F238E27FC236}">
                <a16:creationId xmlns:a16="http://schemas.microsoft.com/office/drawing/2014/main" id="{FDC9A2F5-8A1E-4242-91F2-03FD399FB6A5}"/>
              </a:ext>
            </a:extLst>
          </p:cNvPr>
          <p:cNvGrpSpPr/>
          <p:nvPr/>
        </p:nvGrpSpPr>
        <p:grpSpPr>
          <a:xfrm>
            <a:off x="467544" y="2505599"/>
            <a:ext cx="2483619" cy="461665"/>
            <a:chOff x="467544" y="1161144"/>
            <a:chExt cx="3806023" cy="659493"/>
          </a:xfrm>
        </p:grpSpPr>
        <p:sp>
          <p:nvSpPr>
            <p:cNvPr id="51" name="MH_Text_1">
              <a:extLst>
                <a:ext uri="{FF2B5EF4-FFF2-40B4-BE49-F238E27FC236}">
                  <a16:creationId xmlns:a16="http://schemas.microsoft.com/office/drawing/2014/main" id="{A5B0EC61-0ADE-4F66-A32E-771988D65BD3}"/>
                </a:ext>
              </a:extLst>
            </p:cNvPr>
            <p:cNvSpPr/>
            <p:nvPr>
              <p:custDataLst>
                <p:tags r:id="rId2"/>
              </p:custDataLst>
            </p:nvPr>
          </p:nvSpPr>
          <p:spPr bwMode="auto">
            <a:xfrm>
              <a:off x="467544" y="1161144"/>
              <a:ext cx="3806023" cy="659493"/>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algn="ctr">
                <a:defRPr/>
              </a:pPr>
              <a:r>
                <a:rPr lang="zh-CN" altLang="en-US" sz="2000" spc="150" dirty="0">
                  <a:solidFill>
                    <a:srgbClr val="000000"/>
                  </a:solidFill>
                  <a:latin typeface="微软雅黑" panose="020B0503020204020204" pitchFamily="34" charset="-122"/>
                  <a:ea typeface="微软雅黑" panose="020B0503020204020204" pitchFamily="34" charset="-122"/>
                </a:rPr>
                <a:t>预算约束线</a:t>
              </a:r>
            </a:p>
          </p:txBody>
        </p:sp>
        <p:sp>
          <p:nvSpPr>
            <p:cNvPr id="52" name="MH_Other_2">
              <a:extLst>
                <a:ext uri="{FF2B5EF4-FFF2-40B4-BE49-F238E27FC236}">
                  <a16:creationId xmlns:a16="http://schemas.microsoft.com/office/drawing/2014/main" id="{0DB56ABC-AE72-4D4C-9791-F17200429E95}"/>
                </a:ext>
              </a:extLst>
            </p:cNvPr>
            <p:cNvSpPr/>
            <p:nvPr>
              <p:custDataLst>
                <p:tags r:id="rId3"/>
              </p:custDataLst>
            </p:nvPr>
          </p:nvSpPr>
          <p:spPr bwMode="auto">
            <a:xfrm rot="10800000">
              <a:off x="4004344" y="1240922"/>
              <a:ext cx="189743" cy="162838"/>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
        <p:nvSpPr>
          <p:cNvPr id="4" name="标注: 线形 3">
            <a:extLst>
              <a:ext uri="{FF2B5EF4-FFF2-40B4-BE49-F238E27FC236}">
                <a16:creationId xmlns:a16="http://schemas.microsoft.com/office/drawing/2014/main" id="{BA589127-B38E-4E42-A03D-B3DA47F61475}"/>
              </a:ext>
            </a:extLst>
          </p:cNvPr>
          <p:cNvSpPr/>
          <p:nvPr/>
        </p:nvSpPr>
        <p:spPr bwMode="auto">
          <a:xfrm>
            <a:off x="6962473" y="1925655"/>
            <a:ext cx="2181527" cy="1017446"/>
          </a:xfrm>
          <a:prstGeom prst="borderCallout1">
            <a:avLst>
              <a:gd name="adj1" fmla="val 45984"/>
              <a:gd name="adj2" fmla="val -3760"/>
              <a:gd name="adj3" fmla="val 114134"/>
              <a:gd name="adj4" fmla="val -23345"/>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预算约束线把可供选择的两种商品的组合分为三个区域</a:t>
            </a:r>
          </a:p>
        </p:txBody>
      </p:sp>
      <p:sp>
        <p:nvSpPr>
          <p:cNvPr id="5" name="标注: 线形 4">
            <a:extLst>
              <a:ext uri="{FF2B5EF4-FFF2-40B4-BE49-F238E27FC236}">
                <a16:creationId xmlns:a16="http://schemas.microsoft.com/office/drawing/2014/main" id="{9CA1F8F7-F97E-4D95-A877-2FA481B0E40D}"/>
              </a:ext>
            </a:extLst>
          </p:cNvPr>
          <p:cNvSpPr/>
          <p:nvPr/>
        </p:nvSpPr>
        <p:spPr bwMode="auto">
          <a:xfrm>
            <a:off x="6578797" y="5866182"/>
            <a:ext cx="2567730" cy="826584"/>
          </a:xfrm>
          <a:prstGeom prst="borderCallout1">
            <a:avLst>
              <a:gd name="adj1" fmla="val 32010"/>
              <a:gd name="adj2" fmla="val -2042"/>
              <a:gd name="adj3" fmla="val -34945"/>
              <a:gd name="adj4" fmla="val -11817"/>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lang="zh-CN" altLang="en-US" sz="1600" dirty="0"/>
              <a:t>与横轴和纵轴的两个交点代表消费者将全部收入用于购买其中的一种商品</a:t>
            </a:r>
            <a:endPar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255310739"/>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wipe(left)">
                                      <p:cBhvr>
                                        <p:cTn id="7" dur="500"/>
                                        <p:tgtEl>
                                          <p:spTgt spid="4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7"/>
                                        </p:tgtEl>
                                        <p:attrNameLst>
                                          <p:attrName>style.visibility</p:attrName>
                                        </p:attrNameLst>
                                      </p:cBhvr>
                                      <p:to>
                                        <p:strVal val="visible"/>
                                      </p:to>
                                    </p:set>
                                    <p:animEffect transition="in" filter="fade">
                                      <p:cBhvr>
                                        <p:cTn id="12" dur="500"/>
                                        <p:tgtEl>
                                          <p:spTgt spid="47"/>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50"/>
                                        </p:tgtEl>
                                        <p:attrNameLst>
                                          <p:attrName>style.visibility</p:attrName>
                                        </p:attrNameLst>
                                      </p:cBhvr>
                                      <p:to>
                                        <p:strVal val="visible"/>
                                      </p:to>
                                    </p:set>
                                    <p:animEffect transition="in" filter="barn(inVertical)">
                                      <p:cBhvr>
                                        <p:cTn id="17" dur="500"/>
                                        <p:tgtEl>
                                          <p:spTgt spid="50"/>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nodeType="clickEffect">
                                  <p:stCondLst>
                                    <p:cond delay="0"/>
                                  </p:stCondLst>
                                  <p:childTnLst>
                                    <p:set>
                                      <p:cBhvr>
                                        <p:cTn id="21" dur="1" fill="hold">
                                          <p:stCondLst>
                                            <p:cond delay="0"/>
                                          </p:stCondLst>
                                        </p:cTn>
                                        <p:tgtEl>
                                          <p:spTgt spid="13">
                                            <p:txEl>
                                              <p:pRg st="0" end="0"/>
                                            </p:txEl>
                                          </p:spTgt>
                                        </p:tgtEl>
                                        <p:attrNameLst>
                                          <p:attrName>style.visibility</p:attrName>
                                        </p:attrNameLst>
                                      </p:cBhvr>
                                      <p:to>
                                        <p:strVal val="visible"/>
                                      </p:to>
                                    </p:set>
                                    <p:animEffect transition="in" filter="strips(downRight)">
                                      <p:cBhvr>
                                        <p:cTn id="22" dur="500"/>
                                        <p:tgtEl>
                                          <p:spTgt spid="13">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fade">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grpId="0"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fade">
                                      <p:cBhvr>
                                        <p:cTn id="32" dur="1000"/>
                                        <p:tgtEl>
                                          <p:spTgt spid="3"/>
                                        </p:tgtEl>
                                      </p:cBhvr>
                                    </p:animEffect>
                                    <p:anim calcmode="lin" valueType="num">
                                      <p:cBhvr>
                                        <p:cTn id="33" dur="1000" fill="hold"/>
                                        <p:tgtEl>
                                          <p:spTgt spid="3"/>
                                        </p:tgtEl>
                                        <p:attrNameLst>
                                          <p:attrName>ppt_x</p:attrName>
                                        </p:attrNameLst>
                                      </p:cBhvr>
                                      <p:tavLst>
                                        <p:tav tm="0">
                                          <p:val>
                                            <p:strVal val="#ppt_x"/>
                                          </p:val>
                                        </p:tav>
                                        <p:tav tm="100000">
                                          <p:val>
                                            <p:strVal val="#ppt_x"/>
                                          </p:val>
                                        </p:tav>
                                      </p:tavLst>
                                    </p:anim>
                                    <p:anim calcmode="lin" valueType="num">
                                      <p:cBhvr>
                                        <p:cTn id="3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49" grpId="0" animBg="1"/>
      <p:bldP spid="3"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extBox 110">
            <a:extLst>
              <a:ext uri="{FF2B5EF4-FFF2-40B4-BE49-F238E27FC236}">
                <a16:creationId xmlns:a16="http://schemas.microsoft.com/office/drawing/2014/main" id="{F82354F7-476A-4258-BFA3-E2863A1A56B8}"/>
              </a:ext>
            </a:extLst>
          </p:cNvPr>
          <p:cNvSpPr txBox="1">
            <a:spLocks noChangeArrowheads="1"/>
          </p:cNvSpPr>
          <p:nvPr/>
        </p:nvSpPr>
        <p:spPr bwMode="auto">
          <a:xfrm>
            <a:off x="881840" y="4241514"/>
            <a:ext cx="7098198" cy="1844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538163" lvl="3" indent="-261938" defTabSz="457200" eaLnBrk="1" hangingPunct="1">
              <a:lnSpc>
                <a:spcPts val="2600"/>
              </a:lnSpc>
              <a:spcBef>
                <a:spcPct val="20000"/>
              </a:spcBef>
              <a:spcAft>
                <a:spcPts val="1200"/>
              </a:spcAft>
              <a:buFont typeface="Wingdings" panose="05000000000000000000" pitchFamily="2" charset="2"/>
              <a:buChar char="Ø"/>
              <a:defRPr/>
            </a:pPr>
            <a:r>
              <a:rPr lang="en-US" altLang="zh-CN" spc="150" dirty="0">
                <a:solidFill>
                  <a:srgbClr val="000000"/>
                </a:solidFill>
                <a:latin typeface="微软雅黑" panose="020B0503020204020204" pitchFamily="34" charset="-122"/>
                <a:ea typeface="微软雅黑" panose="020B0503020204020204" pitchFamily="34" charset="-122"/>
              </a:rPr>
              <a:t>F</a:t>
            </a:r>
            <a:r>
              <a:rPr lang="zh-CN" altLang="en-US" spc="150" dirty="0">
                <a:solidFill>
                  <a:srgbClr val="000000"/>
                </a:solidFill>
                <a:latin typeface="微软雅黑" panose="020B0503020204020204" pitchFamily="34" charset="-122"/>
                <a:ea typeface="微软雅黑" panose="020B0503020204020204" pitchFamily="34" charset="-122"/>
              </a:rPr>
              <a:t>点是现有条件下消费者无法支付的商品组合</a:t>
            </a:r>
            <a:endParaRPr lang="en-US" altLang="zh-CN" spc="150" dirty="0">
              <a:solidFill>
                <a:srgbClr val="000000"/>
              </a:solidFill>
              <a:latin typeface="微软雅黑" panose="020B0503020204020204" pitchFamily="34" charset="-122"/>
              <a:ea typeface="微软雅黑" panose="020B0503020204020204" pitchFamily="34" charset="-122"/>
            </a:endParaRPr>
          </a:p>
          <a:p>
            <a:pPr marL="538163" lvl="3" indent="-261938" defTabSz="457200" eaLnBrk="1" hangingPunct="1">
              <a:lnSpc>
                <a:spcPts val="2600"/>
              </a:lnSpc>
              <a:spcBef>
                <a:spcPct val="20000"/>
              </a:spcBef>
              <a:spcAft>
                <a:spcPts val="1200"/>
              </a:spcAft>
              <a:buFont typeface="Wingdings" panose="05000000000000000000" pitchFamily="2" charset="2"/>
              <a:buChar char="Ø"/>
              <a:defRPr/>
            </a:pPr>
            <a:r>
              <a:rPr lang="en-US" altLang="zh-CN" spc="150" dirty="0">
                <a:solidFill>
                  <a:srgbClr val="000000"/>
                </a:solidFill>
                <a:latin typeface="微软雅黑" panose="020B0503020204020204" pitchFamily="34" charset="-122"/>
                <a:ea typeface="微软雅黑" panose="020B0503020204020204" pitchFamily="34" charset="-122"/>
              </a:rPr>
              <a:t>G</a:t>
            </a:r>
            <a:r>
              <a:rPr lang="zh-CN" altLang="en-US" spc="150" dirty="0">
                <a:solidFill>
                  <a:srgbClr val="000000"/>
                </a:solidFill>
                <a:latin typeface="微软雅黑" panose="020B0503020204020204" pitchFamily="34" charset="-122"/>
                <a:ea typeface="微软雅黑" panose="020B0503020204020204" pitchFamily="34" charset="-122"/>
              </a:rPr>
              <a:t>点是现有收入能够购买而且会有剩余的商品组合</a:t>
            </a:r>
            <a:endParaRPr lang="en-US" altLang="zh-CN" spc="150" dirty="0">
              <a:solidFill>
                <a:srgbClr val="000000"/>
              </a:solidFill>
              <a:latin typeface="微软雅黑" panose="020B0503020204020204" pitchFamily="34" charset="-122"/>
              <a:ea typeface="微软雅黑" panose="020B0503020204020204" pitchFamily="34" charset="-122"/>
            </a:endParaRPr>
          </a:p>
          <a:p>
            <a:pPr marL="538163" lvl="3" indent="-261938" defTabSz="457200" eaLnBrk="1" hangingPunct="1">
              <a:lnSpc>
                <a:spcPts val="2600"/>
              </a:lnSpc>
              <a:spcBef>
                <a:spcPct val="20000"/>
              </a:spcBef>
              <a:spcAft>
                <a:spcPts val="1200"/>
              </a:spcAft>
              <a:buFont typeface="Wingdings" panose="05000000000000000000" pitchFamily="2" charset="2"/>
              <a:buChar char="Ø"/>
              <a:defRPr/>
            </a:pPr>
            <a:r>
              <a:rPr lang="zh-CN" altLang="en-US" spc="150" dirty="0">
                <a:solidFill>
                  <a:srgbClr val="000000"/>
                </a:solidFill>
                <a:latin typeface="微软雅黑" panose="020B0503020204020204" pitchFamily="34" charset="-122"/>
                <a:ea typeface="微软雅黑" panose="020B0503020204020204" pitchFamily="34" charset="-122"/>
              </a:rPr>
              <a:t>预算约束线给出了消费者在既定收入下可以购买到的两种商品的最大数量组合如</a:t>
            </a:r>
            <a:r>
              <a:rPr lang="en-US" altLang="zh-CN" spc="150" dirty="0">
                <a:solidFill>
                  <a:srgbClr val="000000"/>
                </a:solidFill>
                <a:latin typeface="微软雅黑" panose="020B0503020204020204" pitchFamily="34" charset="-122"/>
                <a:ea typeface="微软雅黑" panose="020B0503020204020204" pitchFamily="34" charset="-122"/>
              </a:rPr>
              <a:t>A</a:t>
            </a:r>
            <a:r>
              <a:rPr lang="zh-CN" altLang="en-US" spc="150" dirty="0">
                <a:solidFill>
                  <a:srgbClr val="000000"/>
                </a:solidFill>
                <a:latin typeface="微软雅黑" panose="020B0503020204020204" pitchFamily="34" charset="-122"/>
                <a:ea typeface="微软雅黑" panose="020B0503020204020204" pitchFamily="34" charset="-122"/>
              </a:rPr>
              <a:t>点和</a:t>
            </a:r>
            <a:r>
              <a:rPr lang="en-US" altLang="zh-CN" spc="150" dirty="0">
                <a:solidFill>
                  <a:srgbClr val="000000"/>
                </a:solidFill>
                <a:latin typeface="微软雅黑" panose="020B0503020204020204" pitchFamily="34" charset="-122"/>
                <a:ea typeface="微软雅黑" panose="020B0503020204020204" pitchFamily="34" charset="-122"/>
              </a:rPr>
              <a:t>B</a:t>
            </a:r>
            <a:r>
              <a:rPr lang="zh-CN" altLang="en-US" spc="150" dirty="0">
                <a:solidFill>
                  <a:srgbClr val="000000"/>
                </a:solidFill>
                <a:latin typeface="微软雅黑" panose="020B0503020204020204" pitchFamily="34" charset="-122"/>
                <a:ea typeface="微软雅黑" panose="020B0503020204020204" pitchFamily="34" charset="-122"/>
              </a:rPr>
              <a:t>点</a:t>
            </a:r>
            <a:endParaRPr lang="en-US" altLang="zh-CN" spc="150" dirty="0">
              <a:solidFill>
                <a:srgbClr val="000000"/>
              </a:solidFill>
              <a:latin typeface="微软雅黑" panose="020B0503020204020204" pitchFamily="34" charset="-122"/>
              <a:ea typeface="微软雅黑" panose="020B0503020204020204" pitchFamily="34" charset="-122"/>
            </a:endParaRPr>
          </a:p>
        </p:txBody>
      </p:sp>
      <p:grpSp>
        <p:nvGrpSpPr>
          <p:cNvPr id="2" name="组合 1">
            <a:extLst>
              <a:ext uri="{FF2B5EF4-FFF2-40B4-BE49-F238E27FC236}">
                <a16:creationId xmlns:a16="http://schemas.microsoft.com/office/drawing/2014/main" id="{7471FE2D-F073-40DD-AB2B-7D22D514CACB}"/>
              </a:ext>
            </a:extLst>
          </p:cNvPr>
          <p:cNvGrpSpPr/>
          <p:nvPr/>
        </p:nvGrpSpPr>
        <p:grpSpPr>
          <a:xfrm>
            <a:off x="2818422" y="1662320"/>
            <a:ext cx="2926741" cy="2438847"/>
            <a:chOff x="5418482" y="2332386"/>
            <a:chExt cx="3300913" cy="2750644"/>
          </a:xfrm>
        </p:grpSpPr>
        <p:grpSp>
          <p:nvGrpSpPr>
            <p:cNvPr id="14" name="组合 32">
              <a:extLst>
                <a:ext uri="{FF2B5EF4-FFF2-40B4-BE49-F238E27FC236}">
                  <a16:creationId xmlns:a16="http://schemas.microsoft.com/office/drawing/2014/main" id="{155321B8-E7B7-4A1B-9367-330FF68301D9}"/>
                </a:ext>
              </a:extLst>
            </p:cNvPr>
            <p:cNvGrpSpPr>
              <a:grpSpLocks/>
            </p:cNvGrpSpPr>
            <p:nvPr/>
          </p:nvGrpSpPr>
          <p:grpSpPr bwMode="auto">
            <a:xfrm>
              <a:off x="5653432" y="2332386"/>
              <a:ext cx="3065963" cy="2750644"/>
              <a:chOff x="0" y="1"/>
              <a:chExt cx="3627420" cy="3254374"/>
            </a:xfrm>
          </p:grpSpPr>
          <p:cxnSp>
            <p:nvCxnSpPr>
              <p:cNvPr id="15" name="直接箭头连接符 6">
                <a:extLst>
                  <a:ext uri="{FF2B5EF4-FFF2-40B4-BE49-F238E27FC236}">
                    <a16:creationId xmlns:a16="http://schemas.microsoft.com/office/drawing/2014/main" id="{83870FD0-7CD4-4782-89AC-E63DD681E8A1}"/>
                  </a:ext>
                </a:extLst>
              </p:cNvPr>
              <p:cNvCxnSpPr>
                <a:cxnSpLocks noChangeShapeType="1"/>
              </p:cNvCxnSpPr>
              <p:nvPr/>
            </p:nvCxnSpPr>
            <p:spPr bwMode="auto">
              <a:xfrm flipV="1">
                <a:off x="400048" y="2840038"/>
                <a:ext cx="3124185" cy="19050"/>
              </a:xfrm>
              <a:prstGeom prst="straightConnector1">
                <a:avLst/>
              </a:prstGeom>
              <a:noFill/>
              <a:ln w="9525" cmpd="sng">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16" name="直接箭头连接符 8">
                <a:extLst>
                  <a:ext uri="{FF2B5EF4-FFF2-40B4-BE49-F238E27FC236}">
                    <a16:creationId xmlns:a16="http://schemas.microsoft.com/office/drawing/2014/main" id="{6C199091-7E02-4319-A672-76740E24BDB0}"/>
                  </a:ext>
                </a:extLst>
              </p:cNvPr>
              <p:cNvCxnSpPr>
                <a:cxnSpLocks noChangeShapeType="1"/>
              </p:cNvCxnSpPr>
              <p:nvPr/>
            </p:nvCxnSpPr>
            <p:spPr bwMode="auto">
              <a:xfrm rot="16200000" flipV="1">
                <a:off x="-1039021" y="1420019"/>
                <a:ext cx="2859086" cy="19050"/>
              </a:xfrm>
              <a:prstGeom prst="straightConnector1">
                <a:avLst/>
              </a:prstGeom>
              <a:noFill/>
              <a:ln w="9525" cmpd="sng">
                <a:solidFill>
                  <a:srgbClr val="7F7F7F"/>
                </a:solidFill>
                <a:round/>
                <a:headEnd/>
                <a:tailEnd type="stealth" w="med" len="lg"/>
              </a:ln>
              <a:extLst>
                <a:ext uri="{909E8E84-426E-40DD-AFC4-6F175D3DCCD1}">
                  <a14:hiddenFill xmlns:a14="http://schemas.microsoft.com/office/drawing/2010/main">
                    <a:noFill/>
                  </a14:hiddenFill>
                </a:ext>
              </a:extLst>
            </p:spPr>
          </p:cxnSp>
          <p:graphicFrame>
            <p:nvGraphicFramePr>
              <p:cNvPr id="17" name="Object 12">
                <a:extLst>
                  <a:ext uri="{FF2B5EF4-FFF2-40B4-BE49-F238E27FC236}">
                    <a16:creationId xmlns:a16="http://schemas.microsoft.com/office/drawing/2014/main" id="{C29683DD-04CC-45D6-8917-D1B0A09E1634}"/>
                  </a:ext>
                </a:extLst>
              </p:cNvPr>
              <p:cNvGraphicFramePr>
                <a:graphicFrameLocks noChangeAspect="1"/>
              </p:cNvGraphicFramePr>
              <p:nvPr/>
            </p:nvGraphicFramePr>
            <p:xfrm>
              <a:off x="133361" y="2940624"/>
              <a:ext cx="213378" cy="248969"/>
            </p:xfrm>
            <a:graphic>
              <a:graphicData uri="http://schemas.openxmlformats.org/presentationml/2006/ole">
                <mc:AlternateContent xmlns:mc="http://schemas.openxmlformats.org/markup-compatibility/2006">
                  <mc:Choice xmlns:v="urn:schemas-microsoft-com:vml" Requires="v">
                    <p:oleObj spid="_x0000_s122143" r:id="rId5" imgW="152717" imgH="178117" progId="">
                      <p:embed/>
                    </p:oleObj>
                  </mc:Choice>
                  <mc:Fallback>
                    <p:oleObj r:id="rId5" imgW="152717" imgH="178117" progId="">
                      <p:embed/>
                      <p:pic>
                        <p:nvPicPr>
                          <p:cNvPr id="17" name="Object 12">
                            <a:extLst>
                              <a:ext uri="{FF2B5EF4-FFF2-40B4-BE49-F238E27FC236}">
                                <a16:creationId xmlns:a16="http://schemas.microsoft.com/office/drawing/2014/main" id="{C29683DD-04CC-45D6-8917-D1B0A09E163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3361" y="2940624"/>
                            <a:ext cx="213378" cy="2489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 name="Object 13">
                <a:extLst>
                  <a:ext uri="{FF2B5EF4-FFF2-40B4-BE49-F238E27FC236}">
                    <a16:creationId xmlns:a16="http://schemas.microsoft.com/office/drawing/2014/main" id="{52A2046D-54C6-4719-8E45-550C5D551B26}"/>
                  </a:ext>
                </a:extLst>
              </p:cNvPr>
              <p:cNvGraphicFramePr>
                <a:graphicFrameLocks noChangeAspect="1"/>
              </p:cNvGraphicFramePr>
              <p:nvPr/>
            </p:nvGraphicFramePr>
            <p:xfrm>
              <a:off x="3378479" y="2934273"/>
              <a:ext cx="248941" cy="320102"/>
            </p:xfrm>
            <a:graphic>
              <a:graphicData uri="http://schemas.openxmlformats.org/presentationml/2006/ole">
                <mc:AlternateContent xmlns:mc="http://schemas.openxmlformats.org/markup-compatibility/2006">
                  <mc:Choice xmlns:v="urn:schemas-microsoft-com:vml" Requires="v">
                    <p:oleObj spid="_x0000_s122144" r:id="rId7" imgW="178040" imgH="228818" progId="">
                      <p:embed/>
                    </p:oleObj>
                  </mc:Choice>
                  <mc:Fallback>
                    <p:oleObj r:id="rId7" imgW="178040" imgH="228818" progId="">
                      <p:embed/>
                      <p:pic>
                        <p:nvPicPr>
                          <p:cNvPr id="18" name="Object 13">
                            <a:extLst>
                              <a:ext uri="{FF2B5EF4-FFF2-40B4-BE49-F238E27FC236}">
                                <a16:creationId xmlns:a16="http://schemas.microsoft.com/office/drawing/2014/main" id="{52A2046D-54C6-4719-8E45-550C5D551B2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78479" y="2934273"/>
                            <a:ext cx="248941" cy="320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 name="Object 14">
                <a:extLst>
                  <a:ext uri="{FF2B5EF4-FFF2-40B4-BE49-F238E27FC236}">
                    <a16:creationId xmlns:a16="http://schemas.microsoft.com/office/drawing/2014/main" id="{1D84BEBF-858A-4EF4-8173-B9013767D8C9}"/>
                  </a:ext>
                </a:extLst>
              </p:cNvPr>
              <p:cNvGraphicFramePr>
                <a:graphicFrameLocks noChangeAspect="1"/>
              </p:cNvGraphicFramePr>
              <p:nvPr/>
            </p:nvGraphicFramePr>
            <p:xfrm>
              <a:off x="0" y="38107"/>
              <a:ext cx="266722" cy="320102"/>
            </p:xfrm>
            <a:graphic>
              <a:graphicData uri="http://schemas.openxmlformats.org/presentationml/2006/ole">
                <mc:AlternateContent xmlns:mc="http://schemas.openxmlformats.org/markup-compatibility/2006">
                  <mc:Choice xmlns:v="urn:schemas-microsoft-com:vml" Requires="v">
                    <p:oleObj spid="_x0000_s122145" r:id="rId9" imgW="190983" imgH="229116" progId="">
                      <p:embed/>
                    </p:oleObj>
                  </mc:Choice>
                  <mc:Fallback>
                    <p:oleObj r:id="rId9" imgW="190983" imgH="229116" progId="">
                      <p:embed/>
                      <p:pic>
                        <p:nvPicPr>
                          <p:cNvPr id="19" name="Object 14">
                            <a:extLst>
                              <a:ext uri="{FF2B5EF4-FFF2-40B4-BE49-F238E27FC236}">
                                <a16:creationId xmlns:a16="http://schemas.microsoft.com/office/drawing/2014/main" id="{1D84BEBF-858A-4EF4-8173-B9013767D8C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38107"/>
                            <a:ext cx="266722" cy="320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20" name="组合 50">
              <a:extLst>
                <a:ext uri="{FF2B5EF4-FFF2-40B4-BE49-F238E27FC236}">
                  <a16:creationId xmlns:a16="http://schemas.microsoft.com/office/drawing/2014/main" id="{90442B1D-F6AA-4CFF-82C5-CADE75417B26}"/>
                </a:ext>
              </a:extLst>
            </p:cNvPr>
            <p:cNvGrpSpPr>
              <a:grpSpLocks/>
            </p:cNvGrpSpPr>
            <p:nvPr/>
          </p:nvGrpSpPr>
          <p:grpSpPr bwMode="auto">
            <a:xfrm>
              <a:off x="5418482" y="2698690"/>
              <a:ext cx="2682215" cy="2384340"/>
              <a:chOff x="0" y="0"/>
              <a:chExt cx="3172723" cy="2822491"/>
            </a:xfrm>
          </p:grpSpPr>
          <p:sp>
            <p:nvSpPr>
              <p:cNvPr id="21" name="椭圆 17">
                <a:extLst>
                  <a:ext uri="{FF2B5EF4-FFF2-40B4-BE49-F238E27FC236}">
                    <a16:creationId xmlns:a16="http://schemas.microsoft.com/office/drawing/2014/main" id="{BE5A7C17-218F-4BB0-B908-A6C08FC51B41}"/>
                  </a:ext>
                </a:extLst>
              </p:cNvPr>
              <p:cNvSpPr>
                <a:spLocks noChangeArrowheads="1"/>
              </p:cNvSpPr>
              <p:nvPr/>
            </p:nvSpPr>
            <p:spPr bwMode="auto">
              <a:xfrm>
                <a:off x="2844181" y="2358694"/>
                <a:ext cx="99991" cy="101654"/>
              </a:xfrm>
              <a:prstGeom prst="ellipse">
                <a:avLst/>
              </a:prstGeom>
              <a:solidFill>
                <a:schemeClr val="tx1"/>
              </a:solidFill>
              <a:ln w="25400" cmpd="sng">
                <a:solidFill>
                  <a:srgbClr val="000000"/>
                </a:solidFill>
                <a:round/>
                <a:headEnd/>
                <a:tailEnd/>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a:solidFill>
                    <a:srgbClr val="FFFFFF"/>
                  </a:solidFill>
                  <a:latin typeface="微软雅黑" panose="020B0503020204020204" pitchFamily="34" charset="-122"/>
                  <a:ea typeface="微软雅黑" panose="020B0503020204020204" pitchFamily="34" charset="-122"/>
                </a:endParaRPr>
              </a:p>
            </p:txBody>
          </p:sp>
          <p:sp>
            <p:nvSpPr>
              <p:cNvPr id="22" name="椭圆 16">
                <a:extLst>
                  <a:ext uri="{FF2B5EF4-FFF2-40B4-BE49-F238E27FC236}">
                    <a16:creationId xmlns:a16="http://schemas.microsoft.com/office/drawing/2014/main" id="{34E2DEBD-0779-4F6F-BF72-5638801BA207}"/>
                  </a:ext>
                </a:extLst>
              </p:cNvPr>
              <p:cNvSpPr>
                <a:spLocks noChangeArrowheads="1"/>
              </p:cNvSpPr>
              <p:nvPr/>
            </p:nvSpPr>
            <p:spPr bwMode="auto">
              <a:xfrm>
                <a:off x="558678" y="214427"/>
                <a:ext cx="99991" cy="100065"/>
              </a:xfrm>
              <a:prstGeom prst="ellipse">
                <a:avLst/>
              </a:prstGeom>
              <a:solidFill>
                <a:schemeClr val="tx1"/>
              </a:solidFill>
              <a:ln w="25400" cmpd="sng">
                <a:solidFill>
                  <a:srgbClr val="000000"/>
                </a:solidFill>
                <a:round/>
                <a:headEnd/>
                <a:tailEnd/>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a:solidFill>
                    <a:srgbClr val="FFFFFF"/>
                  </a:solidFill>
                  <a:latin typeface="微软雅黑" panose="020B0503020204020204" pitchFamily="34" charset="-122"/>
                  <a:ea typeface="微软雅黑" panose="020B0503020204020204" pitchFamily="34" charset="-122"/>
                </a:endParaRPr>
              </a:p>
            </p:txBody>
          </p:sp>
          <p:grpSp>
            <p:nvGrpSpPr>
              <p:cNvPr id="23" name="组合 34">
                <a:extLst>
                  <a:ext uri="{FF2B5EF4-FFF2-40B4-BE49-F238E27FC236}">
                    <a16:creationId xmlns:a16="http://schemas.microsoft.com/office/drawing/2014/main" id="{99D148C6-C4C2-4FCD-AE5A-D1D94CA95C7E}"/>
                  </a:ext>
                </a:extLst>
              </p:cNvPr>
              <p:cNvGrpSpPr>
                <a:grpSpLocks/>
              </p:cNvGrpSpPr>
              <p:nvPr/>
            </p:nvGrpSpPr>
            <p:grpSpPr bwMode="auto">
              <a:xfrm>
                <a:off x="0" y="0"/>
                <a:ext cx="3172723" cy="2822491"/>
                <a:chOff x="0" y="0"/>
                <a:chExt cx="3172723" cy="2822491"/>
              </a:xfrm>
            </p:grpSpPr>
            <p:cxnSp>
              <p:nvCxnSpPr>
                <p:cNvPr id="26" name="直接连接符 14">
                  <a:extLst>
                    <a:ext uri="{FF2B5EF4-FFF2-40B4-BE49-F238E27FC236}">
                      <a16:creationId xmlns:a16="http://schemas.microsoft.com/office/drawing/2014/main" id="{992D5F53-5B9D-4F00-9DB0-464386D7298D}"/>
                    </a:ext>
                  </a:extLst>
                </p:cNvPr>
                <p:cNvCxnSpPr>
                  <a:cxnSpLocks noChangeShapeType="1"/>
                </p:cNvCxnSpPr>
                <p:nvPr/>
              </p:nvCxnSpPr>
              <p:spPr bwMode="auto">
                <a:xfrm>
                  <a:off x="629889" y="285102"/>
                  <a:ext cx="2263283" cy="2120443"/>
                </a:xfrm>
                <a:prstGeom prst="line">
                  <a:avLst/>
                </a:prstGeom>
                <a:noFill/>
                <a:ln w="38100" cmpd="sng">
                  <a:solidFill>
                    <a:srgbClr val="F3C97F"/>
                  </a:solidFill>
                  <a:round/>
                  <a:headEnd/>
                  <a:tailEnd/>
                </a:ln>
                <a:effectLst>
                  <a:outerShdw dist="23000" dir="5400000" algn="ctr" rotWithShape="0">
                    <a:srgbClr val="000000">
                      <a:alpha val="32999"/>
                    </a:srgbClr>
                  </a:outerShdw>
                </a:effectLst>
                <a:extLst>
                  <a:ext uri="{909E8E84-426E-40DD-AFC4-6F175D3DCCD1}">
                    <a14:hiddenFill xmlns:a14="http://schemas.microsoft.com/office/drawing/2010/main">
                      <a:noFill/>
                    </a14:hiddenFill>
                  </a:ext>
                </a:extLst>
              </p:spPr>
            </p:cxnSp>
            <p:graphicFrame>
              <p:nvGraphicFramePr>
                <p:cNvPr id="24" name="Object 19">
                  <a:extLst>
                    <a:ext uri="{FF2B5EF4-FFF2-40B4-BE49-F238E27FC236}">
                      <a16:creationId xmlns:a16="http://schemas.microsoft.com/office/drawing/2014/main" id="{91C27EC9-C32B-4CC5-A186-D79224546FC9}"/>
                    </a:ext>
                  </a:extLst>
                </p:cNvPr>
                <p:cNvGraphicFramePr>
                  <a:graphicFrameLocks noChangeAspect="1"/>
                </p:cNvGraphicFramePr>
                <p:nvPr/>
              </p:nvGraphicFramePr>
              <p:xfrm>
                <a:off x="2825984" y="1981587"/>
                <a:ext cx="213378" cy="231185"/>
              </p:xfrm>
              <a:graphic>
                <a:graphicData uri="http://schemas.openxmlformats.org/presentationml/2006/ole">
                  <mc:AlternateContent xmlns:mc="http://schemas.openxmlformats.org/markup-compatibility/2006">
                    <mc:Choice xmlns:v="urn:schemas-microsoft-com:vml" Requires="v">
                      <p:oleObj spid="_x0000_s122146" r:id="rId11" imgW="152783" imgH="165489" progId="">
                        <p:embed/>
                      </p:oleObj>
                    </mc:Choice>
                    <mc:Fallback>
                      <p:oleObj r:id="rId11" imgW="152783" imgH="165489" progId="">
                        <p:embed/>
                        <p:pic>
                          <p:nvPicPr>
                            <p:cNvPr id="24" name="Object 19">
                              <a:extLst>
                                <a:ext uri="{FF2B5EF4-FFF2-40B4-BE49-F238E27FC236}">
                                  <a16:creationId xmlns:a16="http://schemas.microsoft.com/office/drawing/2014/main" id="{91C27EC9-C32B-4CC5-A186-D79224546FC9}"/>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825984" y="1981587"/>
                              <a:ext cx="213378" cy="231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 name="Object 20">
                  <a:extLst>
                    <a:ext uri="{FF2B5EF4-FFF2-40B4-BE49-F238E27FC236}">
                      <a16:creationId xmlns:a16="http://schemas.microsoft.com/office/drawing/2014/main" id="{DB3E1D1B-959C-4DEF-BEB1-69190E6429D1}"/>
                    </a:ext>
                  </a:extLst>
                </p:cNvPr>
                <p:cNvGraphicFramePr>
                  <a:graphicFrameLocks noChangeAspect="1"/>
                </p:cNvGraphicFramePr>
                <p:nvPr/>
              </p:nvGraphicFramePr>
              <p:xfrm>
                <a:off x="749362" y="0"/>
                <a:ext cx="213378" cy="231185"/>
              </p:xfrm>
              <a:graphic>
                <a:graphicData uri="http://schemas.openxmlformats.org/presentationml/2006/ole">
                  <mc:AlternateContent xmlns:mc="http://schemas.openxmlformats.org/markup-compatibility/2006">
                    <mc:Choice xmlns:v="urn:schemas-microsoft-com:vml" Requires="v">
                      <p:oleObj spid="_x0000_s122147" r:id="rId13" imgW="152783" imgH="165489" progId="">
                        <p:embed/>
                      </p:oleObj>
                    </mc:Choice>
                    <mc:Fallback>
                      <p:oleObj r:id="rId13" imgW="152783" imgH="165489" progId="">
                        <p:embed/>
                        <p:pic>
                          <p:nvPicPr>
                            <p:cNvPr id="25" name="Object 20">
                              <a:extLst>
                                <a:ext uri="{FF2B5EF4-FFF2-40B4-BE49-F238E27FC236}">
                                  <a16:creationId xmlns:a16="http://schemas.microsoft.com/office/drawing/2014/main" id="{DB3E1D1B-959C-4DEF-BEB1-69190E6429D1}"/>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49362" y="0"/>
                              <a:ext cx="213378" cy="231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 name="Object 22">
                  <a:extLst>
                    <a:ext uri="{FF2B5EF4-FFF2-40B4-BE49-F238E27FC236}">
                      <a16:creationId xmlns:a16="http://schemas.microsoft.com/office/drawing/2014/main" id="{8E88471D-C007-47A0-8AA3-5097CA27A8A5}"/>
                    </a:ext>
                  </a:extLst>
                </p:cNvPr>
                <p:cNvGraphicFramePr>
                  <a:graphicFrameLocks noChangeAspect="1"/>
                </p:cNvGraphicFramePr>
                <p:nvPr/>
              </p:nvGraphicFramePr>
              <p:xfrm>
                <a:off x="0" y="63513"/>
                <a:ext cx="497881" cy="320102"/>
              </p:xfrm>
              <a:graphic>
                <a:graphicData uri="http://schemas.openxmlformats.org/presentationml/2006/ole">
                  <mc:AlternateContent xmlns:mc="http://schemas.openxmlformats.org/markup-compatibility/2006">
                    <mc:Choice xmlns:v="urn:schemas-microsoft-com:vml" Requires="v">
                      <p:oleObj spid="_x0000_s122148" r:id="rId15" imgW="355917" imgH="228917" progId="">
                        <p:embed/>
                      </p:oleObj>
                    </mc:Choice>
                    <mc:Fallback>
                      <p:oleObj r:id="rId15" imgW="355917" imgH="228917" progId="">
                        <p:embed/>
                        <p:pic>
                          <p:nvPicPr>
                            <p:cNvPr id="27" name="Object 22">
                              <a:extLst>
                                <a:ext uri="{FF2B5EF4-FFF2-40B4-BE49-F238E27FC236}">
                                  <a16:creationId xmlns:a16="http://schemas.microsoft.com/office/drawing/2014/main" id="{8E88471D-C007-47A0-8AA3-5097CA27A8A5}"/>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0" y="63513"/>
                              <a:ext cx="497881" cy="320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 name="Object 23">
                  <a:extLst>
                    <a:ext uri="{FF2B5EF4-FFF2-40B4-BE49-F238E27FC236}">
                      <a16:creationId xmlns:a16="http://schemas.microsoft.com/office/drawing/2014/main" id="{FE78921D-6A0C-41D1-8384-120CB47B3329}"/>
                    </a:ext>
                  </a:extLst>
                </p:cNvPr>
                <p:cNvGraphicFramePr>
                  <a:graphicFrameLocks noChangeAspect="1"/>
                </p:cNvGraphicFramePr>
                <p:nvPr/>
              </p:nvGraphicFramePr>
              <p:xfrm>
                <a:off x="2692623" y="2502389"/>
                <a:ext cx="480100" cy="320102"/>
              </p:xfrm>
              <a:graphic>
                <a:graphicData uri="http://schemas.openxmlformats.org/presentationml/2006/ole">
                  <mc:AlternateContent xmlns:mc="http://schemas.openxmlformats.org/markup-compatibility/2006">
                    <mc:Choice xmlns:v="urn:schemas-microsoft-com:vml" Requires="v">
                      <p:oleObj spid="_x0000_s122149" r:id="rId17" imgW="343366" imgH="229016" progId="">
                        <p:embed/>
                      </p:oleObj>
                    </mc:Choice>
                    <mc:Fallback>
                      <p:oleObj r:id="rId17" imgW="343366" imgH="229016" progId="">
                        <p:embed/>
                        <p:pic>
                          <p:nvPicPr>
                            <p:cNvPr id="28" name="Object 23">
                              <a:extLst>
                                <a:ext uri="{FF2B5EF4-FFF2-40B4-BE49-F238E27FC236}">
                                  <a16:creationId xmlns:a16="http://schemas.microsoft.com/office/drawing/2014/main" id="{FE78921D-6A0C-41D1-8384-120CB47B3329}"/>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692623" y="2502389"/>
                              <a:ext cx="480100" cy="320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grpSp>
          <p:nvGrpSpPr>
            <p:cNvPr id="35" name="组合 36">
              <a:extLst>
                <a:ext uri="{FF2B5EF4-FFF2-40B4-BE49-F238E27FC236}">
                  <a16:creationId xmlns:a16="http://schemas.microsoft.com/office/drawing/2014/main" id="{85FB6B68-FFE7-4878-967B-92410BB69991}"/>
                </a:ext>
              </a:extLst>
            </p:cNvPr>
            <p:cNvGrpSpPr>
              <a:grpSpLocks/>
            </p:cNvGrpSpPr>
            <p:nvPr/>
          </p:nvGrpSpPr>
          <p:grpSpPr bwMode="auto">
            <a:xfrm>
              <a:off x="7498524" y="3630143"/>
              <a:ext cx="415925" cy="231775"/>
              <a:chOff x="0" y="0"/>
              <a:chExt cx="415495" cy="231185"/>
            </a:xfrm>
          </p:grpSpPr>
          <p:sp>
            <p:nvSpPr>
              <p:cNvPr id="36" name="椭圆 19">
                <a:extLst>
                  <a:ext uri="{FF2B5EF4-FFF2-40B4-BE49-F238E27FC236}">
                    <a16:creationId xmlns:a16="http://schemas.microsoft.com/office/drawing/2014/main" id="{E16196A3-AB7E-4BBC-9167-366ABBCC1608}"/>
                  </a:ext>
                </a:extLst>
              </p:cNvPr>
              <p:cNvSpPr>
                <a:spLocks noChangeArrowheads="1"/>
              </p:cNvSpPr>
              <p:nvPr/>
            </p:nvSpPr>
            <p:spPr bwMode="auto">
              <a:xfrm>
                <a:off x="0" y="25335"/>
                <a:ext cx="99910" cy="101341"/>
              </a:xfrm>
              <a:prstGeom prst="ellipse">
                <a:avLst/>
              </a:prstGeom>
              <a:solidFill>
                <a:schemeClr val="tx1"/>
              </a:solidFill>
              <a:ln w="25400" cmpd="sng">
                <a:solidFill>
                  <a:srgbClr val="000000"/>
                </a:solidFill>
                <a:round/>
                <a:headEnd/>
                <a:tailEnd/>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endParaRPr>
              </a:p>
            </p:txBody>
          </p:sp>
          <p:graphicFrame>
            <p:nvGraphicFramePr>
              <p:cNvPr id="37" name="Object 8">
                <a:extLst>
                  <a:ext uri="{FF2B5EF4-FFF2-40B4-BE49-F238E27FC236}">
                    <a16:creationId xmlns:a16="http://schemas.microsoft.com/office/drawing/2014/main" id="{4DB52CEB-46BC-4765-A9F0-2DC3FC1CD94C}"/>
                  </a:ext>
                </a:extLst>
              </p:cNvPr>
              <p:cNvGraphicFramePr>
                <a:graphicFrameLocks noChangeAspect="1"/>
              </p:cNvGraphicFramePr>
              <p:nvPr/>
            </p:nvGraphicFramePr>
            <p:xfrm>
              <a:off x="184336" y="0"/>
              <a:ext cx="231159" cy="231185"/>
            </p:xfrm>
            <a:graphic>
              <a:graphicData uri="http://schemas.openxmlformats.org/presentationml/2006/ole">
                <mc:AlternateContent xmlns:mc="http://schemas.openxmlformats.org/markup-compatibility/2006">
                  <mc:Choice xmlns:v="urn:schemas-microsoft-com:vml" Requires="v">
                    <p:oleObj spid="_x0000_s122150" r:id="rId19" imgW="165489" imgH="165489" progId="">
                      <p:embed/>
                    </p:oleObj>
                  </mc:Choice>
                  <mc:Fallback>
                    <p:oleObj r:id="rId19" imgW="165489" imgH="165489" progId="">
                      <p:embed/>
                      <p:pic>
                        <p:nvPicPr>
                          <p:cNvPr id="37" name="Object 8">
                            <a:extLst>
                              <a:ext uri="{FF2B5EF4-FFF2-40B4-BE49-F238E27FC236}">
                                <a16:creationId xmlns:a16="http://schemas.microsoft.com/office/drawing/2014/main" id="{4DB52CEB-46BC-4765-A9F0-2DC3FC1CD94C}"/>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84336" y="0"/>
                            <a:ext cx="231159" cy="231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38" name="组合 41">
              <a:extLst>
                <a:ext uri="{FF2B5EF4-FFF2-40B4-BE49-F238E27FC236}">
                  <a16:creationId xmlns:a16="http://schemas.microsoft.com/office/drawing/2014/main" id="{37D0C4BE-188F-46F6-88D2-FC902C2A32FE}"/>
                </a:ext>
              </a:extLst>
            </p:cNvPr>
            <p:cNvGrpSpPr>
              <a:grpSpLocks/>
            </p:cNvGrpSpPr>
            <p:nvPr/>
          </p:nvGrpSpPr>
          <p:grpSpPr bwMode="auto">
            <a:xfrm>
              <a:off x="6488874" y="2448880"/>
              <a:ext cx="2116064" cy="997114"/>
              <a:chOff x="0" y="-16340"/>
              <a:chExt cx="2137037" cy="1025991"/>
            </a:xfrm>
          </p:grpSpPr>
          <p:cxnSp>
            <p:nvCxnSpPr>
              <p:cNvPr id="39" name="直接连接符 37">
                <a:extLst>
                  <a:ext uri="{FF2B5EF4-FFF2-40B4-BE49-F238E27FC236}">
                    <a16:creationId xmlns:a16="http://schemas.microsoft.com/office/drawing/2014/main" id="{34E2D316-CE68-4ECE-8612-70E733B05F95}"/>
                  </a:ext>
                </a:extLst>
              </p:cNvPr>
              <p:cNvCxnSpPr>
                <a:cxnSpLocks noChangeShapeType="1"/>
                <a:endCxn id="43" idx="1"/>
              </p:cNvCxnSpPr>
              <p:nvPr/>
            </p:nvCxnSpPr>
            <p:spPr bwMode="auto">
              <a:xfrm flipV="1">
                <a:off x="0" y="312424"/>
                <a:ext cx="488681" cy="697227"/>
              </a:xfrm>
              <a:prstGeom prst="line">
                <a:avLst/>
              </a:prstGeom>
              <a:noFill/>
              <a:ln w="9525" cmpd="sng">
                <a:solidFill>
                  <a:srgbClr val="7F7F7F"/>
                </a:solidFill>
                <a:round/>
                <a:headEnd/>
                <a:tailEnd/>
              </a:ln>
              <a:extLst>
                <a:ext uri="{909E8E84-426E-40DD-AFC4-6F175D3DCCD1}">
                  <a14:hiddenFill xmlns:a14="http://schemas.microsoft.com/office/drawing/2010/main">
                    <a:noFill/>
                  </a14:hiddenFill>
                </a:ext>
              </a:extLst>
            </p:spPr>
          </p:cxnSp>
          <p:grpSp>
            <p:nvGrpSpPr>
              <p:cNvPr id="40" name="组合 39">
                <a:extLst>
                  <a:ext uri="{FF2B5EF4-FFF2-40B4-BE49-F238E27FC236}">
                    <a16:creationId xmlns:a16="http://schemas.microsoft.com/office/drawing/2014/main" id="{A1C2001E-BF8D-4F82-AB73-44787A3467AB}"/>
                  </a:ext>
                </a:extLst>
              </p:cNvPr>
              <p:cNvGrpSpPr>
                <a:grpSpLocks/>
              </p:cNvGrpSpPr>
              <p:nvPr/>
            </p:nvGrpSpPr>
            <p:grpSpPr bwMode="auto">
              <a:xfrm>
                <a:off x="488682" y="-16340"/>
                <a:ext cx="1648355" cy="660230"/>
                <a:chOff x="50532" y="-16340"/>
                <a:chExt cx="1648355" cy="660230"/>
              </a:xfrm>
            </p:grpSpPr>
            <p:graphicFrame>
              <p:nvGraphicFramePr>
                <p:cNvPr id="41" name="Object 28">
                  <a:extLst>
                    <a:ext uri="{FF2B5EF4-FFF2-40B4-BE49-F238E27FC236}">
                      <a16:creationId xmlns:a16="http://schemas.microsoft.com/office/drawing/2014/main" id="{4EBD1726-5266-43BB-B24A-93734142B940}"/>
                    </a:ext>
                  </a:extLst>
                </p:cNvPr>
                <p:cNvGraphicFramePr>
                  <a:graphicFrameLocks noChangeAspect="1"/>
                </p:cNvGraphicFramePr>
                <p:nvPr/>
              </p:nvGraphicFramePr>
              <p:xfrm>
                <a:off x="1231900" y="50800"/>
                <a:ext cx="177800" cy="231140"/>
              </p:xfrm>
              <a:graphic>
                <a:graphicData uri="http://schemas.openxmlformats.org/presentationml/2006/ole">
                  <mc:AlternateContent xmlns:mc="http://schemas.openxmlformats.org/markup-compatibility/2006">
                    <mc:Choice xmlns:v="urn:schemas-microsoft-com:vml" Requires="v">
                      <p:oleObj spid="_x0000_s122151" r:id="rId21" imgW="127262" imgH="165345" progId="">
                        <p:embed/>
                      </p:oleObj>
                    </mc:Choice>
                    <mc:Fallback>
                      <p:oleObj r:id="rId21" imgW="127262" imgH="165345" progId="">
                        <p:embed/>
                        <p:pic>
                          <p:nvPicPr>
                            <p:cNvPr id="41" name="Object 28">
                              <a:extLst>
                                <a:ext uri="{FF2B5EF4-FFF2-40B4-BE49-F238E27FC236}">
                                  <a16:creationId xmlns:a16="http://schemas.microsoft.com/office/drawing/2014/main" id="{4EBD1726-5266-43BB-B24A-93734142B940}"/>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231900" y="50800"/>
                              <a:ext cx="177800" cy="2311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2" name="Object 29">
                  <a:extLst>
                    <a:ext uri="{FF2B5EF4-FFF2-40B4-BE49-F238E27FC236}">
                      <a16:creationId xmlns:a16="http://schemas.microsoft.com/office/drawing/2014/main" id="{3F6B1A42-6EAB-4264-B7CF-A3759F15A849}"/>
                    </a:ext>
                  </a:extLst>
                </p:cNvPr>
                <p:cNvGraphicFramePr>
                  <a:graphicFrameLocks noChangeAspect="1"/>
                </p:cNvGraphicFramePr>
                <p:nvPr/>
              </p:nvGraphicFramePr>
              <p:xfrm>
                <a:off x="673100" y="323850"/>
                <a:ext cx="675640" cy="320040"/>
              </p:xfrm>
              <a:graphic>
                <a:graphicData uri="http://schemas.openxmlformats.org/presentationml/2006/ole">
                  <mc:AlternateContent xmlns:mc="http://schemas.openxmlformats.org/markup-compatibility/2006">
                    <mc:Choice xmlns:v="urn:schemas-microsoft-com:vml" Requires="v">
                      <p:oleObj spid="_x0000_s122152" r:id="rId23" imgW="483127" imgH="229016" progId="">
                        <p:embed/>
                      </p:oleObj>
                    </mc:Choice>
                    <mc:Fallback>
                      <p:oleObj r:id="rId23" imgW="483127" imgH="229016" progId="">
                        <p:embed/>
                        <p:pic>
                          <p:nvPicPr>
                            <p:cNvPr id="42" name="Object 29">
                              <a:extLst>
                                <a:ext uri="{FF2B5EF4-FFF2-40B4-BE49-F238E27FC236}">
                                  <a16:creationId xmlns:a16="http://schemas.microsoft.com/office/drawing/2014/main" id="{3F6B1A42-6EAB-4264-B7CF-A3759F15A849}"/>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673100" y="323850"/>
                              <a:ext cx="675640" cy="320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3" name="TextBox 38">
                  <a:extLst>
                    <a:ext uri="{FF2B5EF4-FFF2-40B4-BE49-F238E27FC236}">
                      <a16:creationId xmlns:a16="http://schemas.microsoft.com/office/drawing/2014/main" id="{0FFAC7F7-E02D-4C96-BF0A-D71D9CF98CBB}"/>
                    </a:ext>
                  </a:extLst>
                </p:cNvPr>
                <p:cNvSpPr txBox="1">
                  <a:spLocks noChangeArrowheads="1"/>
                </p:cNvSpPr>
                <p:nvPr/>
              </p:nvSpPr>
              <p:spPr bwMode="auto">
                <a:xfrm>
                  <a:off x="50532" y="-16340"/>
                  <a:ext cx="1648355" cy="657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400" dirty="0">
                      <a:latin typeface="微软雅黑" panose="020B0503020204020204" pitchFamily="34" charset="-122"/>
                      <a:ea typeface="微软雅黑" panose="020B0503020204020204" pitchFamily="34" charset="-122"/>
                    </a:rPr>
                    <a:t>预算约束线       ：</a:t>
                  </a:r>
                  <a:endParaRPr lang="en-US" altLang="zh-CN" sz="1400" dirty="0">
                    <a:latin typeface="微软雅黑" panose="020B0503020204020204" pitchFamily="34" charset="-122"/>
                    <a:ea typeface="微软雅黑" panose="020B0503020204020204" pitchFamily="34" charset="-122"/>
                  </a:endParaRPr>
                </a:p>
                <a:p>
                  <a:pPr eaLnBrk="1" hangingPunct="1">
                    <a:lnSpc>
                      <a:spcPts val="3000"/>
                    </a:lnSpc>
                  </a:pPr>
                  <a:r>
                    <a:rPr lang="zh-CN" altLang="en-US" sz="1400" dirty="0">
                      <a:latin typeface="微软雅黑" panose="020B0503020204020204" pitchFamily="34" charset="-122"/>
                      <a:ea typeface="微软雅黑" panose="020B0503020204020204" pitchFamily="34" charset="-122"/>
                    </a:rPr>
                    <a:t>斜率</a:t>
                  </a:r>
                  <a:r>
                    <a:rPr lang="en-US" altLang="zh-CN" sz="1400" dirty="0">
                      <a:latin typeface="微软雅黑" panose="020B0503020204020204" pitchFamily="34" charset="-122"/>
                      <a:ea typeface="微软雅黑" panose="020B0503020204020204" pitchFamily="34" charset="-122"/>
                    </a:rPr>
                    <a:t>=</a:t>
                  </a:r>
                  <a:endParaRPr lang="zh-CN" altLang="en-US" sz="1400" dirty="0">
                    <a:latin typeface="微软雅黑" panose="020B0503020204020204" pitchFamily="34" charset="-122"/>
                    <a:ea typeface="微软雅黑" panose="020B0503020204020204" pitchFamily="34" charset="-122"/>
                  </a:endParaRPr>
                </a:p>
              </p:txBody>
            </p:sp>
          </p:grpSp>
        </p:grpSp>
        <p:grpSp>
          <p:nvGrpSpPr>
            <p:cNvPr id="44" name="组合 35">
              <a:extLst>
                <a:ext uri="{FF2B5EF4-FFF2-40B4-BE49-F238E27FC236}">
                  <a16:creationId xmlns:a16="http://schemas.microsoft.com/office/drawing/2014/main" id="{FE8205FE-41DD-4901-87BC-63BDCC1C1D1C}"/>
                </a:ext>
              </a:extLst>
            </p:cNvPr>
            <p:cNvGrpSpPr>
              <a:grpSpLocks/>
            </p:cNvGrpSpPr>
            <p:nvPr/>
          </p:nvGrpSpPr>
          <p:grpSpPr bwMode="auto">
            <a:xfrm>
              <a:off x="6714030" y="4280126"/>
              <a:ext cx="415925" cy="249238"/>
              <a:chOff x="0" y="0"/>
              <a:chExt cx="415430" cy="248969"/>
            </a:xfrm>
          </p:grpSpPr>
          <p:sp>
            <p:nvSpPr>
              <p:cNvPr id="45" name="椭圆 18">
                <a:extLst>
                  <a:ext uri="{FF2B5EF4-FFF2-40B4-BE49-F238E27FC236}">
                    <a16:creationId xmlns:a16="http://schemas.microsoft.com/office/drawing/2014/main" id="{E8AA5354-7500-40B7-8BEE-57489A9FBE48}"/>
                  </a:ext>
                </a:extLst>
              </p:cNvPr>
              <p:cNvSpPr>
                <a:spLocks noChangeArrowheads="1"/>
              </p:cNvSpPr>
              <p:nvPr/>
            </p:nvSpPr>
            <p:spPr bwMode="auto">
              <a:xfrm>
                <a:off x="0" y="52331"/>
                <a:ext cx="99894" cy="99904"/>
              </a:xfrm>
              <a:prstGeom prst="ellipse">
                <a:avLst/>
              </a:prstGeom>
              <a:solidFill>
                <a:schemeClr val="tx1"/>
              </a:solidFill>
              <a:ln w="25400" cmpd="sng">
                <a:solidFill>
                  <a:srgbClr val="000000"/>
                </a:solidFill>
                <a:round/>
                <a:headEnd/>
                <a:tailEnd/>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dirty="0">
                  <a:solidFill>
                    <a:srgbClr val="FFFFFF"/>
                  </a:solidFill>
                  <a:latin typeface="微软雅黑" panose="020B0503020204020204" pitchFamily="34" charset="-122"/>
                  <a:ea typeface="微软雅黑" panose="020B0503020204020204" pitchFamily="34" charset="-122"/>
                </a:endParaRPr>
              </a:p>
            </p:txBody>
          </p:sp>
          <p:graphicFrame>
            <p:nvGraphicFramePr>
              <p:cNvPr id="46" name="Object 5">
                <a:extLst>
                  <a:ext uri="{FF2B5EF4-FFF2-40B4-BE49-F238E27FC236}">
                    <a16:creationId xmlns:a16="http://schemas.microsoft.com/office/drawing/2014/main" id="{46A76077-510F-4613-9332-21BB9A538D5D}"/>
                  </a:ext>
                </a:extLst>
              </p:cNvPr>
              <p:cNvGraphicFramePr>
                <a:graphicFrameLocks noChangeAspect="1"/>
              </p:cNvGraphicFramePr>
              <p:nvPr/>
            </p:nvGraphicFramePr>
            <p:xfrm>
              <a:off x="184271" y="0"/>
              <a:ext cx="231159" cy="248969"/>
            </p:xfrm>
            <a:graphic>
              <a:graphicData uri="http://schemas.openxmlformats.org/presentationml/2006/ole">
                <mc:AlternateContent xmlns:mc="http://schemas.openxmlformats.org/markup-compatibility/2006">
                  <mc:Choice xmlns:v="urn:schemas-microsoft-com:vml" Requires="v">
                    <p:oleObj spid="_x0000_s122153" r:id="rId25" imgW="165417" imgH="178117" progId="">
                      <p:embed/>
                    </p:oleObj>
                  </mc:Choice>
                  <mc:Fallback>
                    <p:oleObj r:id="rId25" imgW="165417" imgH="178117" progId="">
                      <p:embed/>
                      <p:pic>
                        <p:nvPicPr>
                          <p:cNvPr id="46" name="Object 5">
                            <a:extLst>
                              <a:ext uri="{FF2B5EF4-FFF2-40B4-BE49-F238E27FC236}">
                                <a16:creationId xmlns:a16="http://schemas.microsoft.com/office/drawing/2014/main" id="{46A76077-510F-4613-9332-21BB9A538D5D}"/>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84271" y="0"/>
                            <a:ext cx="231159" cy="2489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sp>
        <p:nvSpPr>
          <p:cNvPr id="48" name="矩形 47">
            <a:extLst>
              <a:ext uri="{FF2B5EF4-FFF2-40B4-BE49-F238E27FC236}">
                <a16:creationId xmlns:a16="http://schemas.microsoft.com/office/drawing/2014/main" id="{33A37AA2-FFA0-4E68-B620-EC3402972621}"/>
              </a:ext>
            </a:extLst>
          </p:cNvPr>
          <p:cNvSpPr/>
          <p:nvPr/>
        </p:nvSpPr>
        <p:spPr>
          <a:xfrm>
            <a:off x="6537411" y="0"/>
            <a:ext cx="2606590" cy="369332"/>
          </a:xfrm>
          <a:prstGeom prst="rect">
            <a:avLst/>
          </a:prstGeom>
        </p:spPr>
        <p:txBody>
          <a:bodyPr wrap="squar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 第三节  预算约束线</a:t>
            </a:r>
          </a:p>
        </p:txBody>
      </p:sp>
      <p:sp>
        <p:nvSpPr>
          <p:cNvPr id="49" name="矩形 48">
            <a:extLst>
              <a:ext uri="{FF2B5EF4-FFF2-40B4-BE49-F238E27FC236}">
                <a16:creationId xmlns:a16="http://schemas.microsoft.com/office/drawing/2014/main" id="{9B10EEA0-8276-4ECC-BF12-5EC83D4B6767}"/>
              </a:ext>
            </a:extLst>
          </p:cNvPr>
          <p:cNvSpPr/>
          <p:nvPr/>
        </p:nvSpPr>
        <p:spPr>
          <a:xfrm>
            <a:off x="467544" y="548680"/>
            <a:ext cx="3454792"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一、预算约束线的含义</a:t>
            </a:r>
          </a:p>
        </p:txBody>
      </p:sp>
      <p:sp>
        <p:nvSpPr>
          <p:cNvPr id="3" name="矩形 2">
            <a:extLst>
              <a:ext uri="{FF2B5EF4-FFF2-40B4-BE49-F238E27FC236}">
                <a16:creationId xmlns:a16="http://schemas.microsoft.com/office/drawing/2014/main" id="{D400FD03-7346-4531-A3B4-2F0B66072D01}"/>
              </a:ext>
            </a:extLst>
          </p:cNvPr>
          <p:cNvSpPr/>
          <p:nvPr/>
        </p:nvSpPr>
        <p:spPr>
          <a:xfrm>
            <a:off x="5392495" y="2838823"/>
            <a:ext cx="2129429" cy="338554"/>
          </a:xfrm>
          <a:prstGeom prst="rect">
            <a:avLst/>
          </a:prstGeom>
        </p:spPr>
        <p:txBody>
          <a:bodyPr wrap="none">
            <a:spAutoFit/>
          </a:bodyPr>
          <a:lstStyle/>
          <a:p>
            <a:pPr lvl="1" indent="80963">
              <a:spcAft>
                <a:spcPts val="2000"/>
              </a:spcAft>
            </a:pPr>
            <a:r>
              <a:rPr lang="en-US" altLang="zh-CN" sz="1600" i="1" dirty="0">
                <a:latin typeface="微软雅黑" panose="020B0503020204020204" pitchFamily="34" charset="-122"/>
                <a:ea typeface="微软雅黑" panose="020B0503020204020204" pitchFamily="34" charset="-122"/>
              </a:rPr>
              <a:t>P</a:t>
            </a:r>
            <a:r>
              <a:rPr lang="en-US" altLang="zh-CN" sz="1600" i="1" baseline="-25000" dirty="0">
                <a:latin typeface="微软雅黑" panose="020B0503020204020204" pitchFamily="34" charset="-122"/>
                <a:ea typeface="微软雅黑" panose="020B0503020204020204" pitchFamily="34" charset="-122"/>
              </a:rPr>
              <a:t>1</a:t>
            </a:r>
            <a:r>
              <a:rPr lang="en-US" altLang="zh-CN" sz="1600" i="1" dirty="0">
                <a:latin typeface="微软雅黑" panose="020B0503020204020204" pitchFamily="34" charset="-122"/>
                <a:ea typeface="微软雅黑" panose="020B0503020204020204" pitchFamily="34" charset="-122"/>
              </a:rPr>
              <a:t>Q</a:t>
            </a:r>
            <a:r>
              <a:rPr lang="en-US" altLang="zh-CN" sz="1600" i="1" baseline="-25000" dirty="0">
                <a:latin typeface="微软雅黑" panose="020B0503020204020204" pitchFamily="34" charset="-122"/>
                <a:ea typeface="微软雅黑" panose="020B0503020204020204" pitchFamily="34" charset="-122"/>
              </a:rPr>
              <a:t>1</a:t>
            </a:r>
            <a:r>
              <a:rPr lang="en-US" altLang="zh-CN" sz="1600" i="1" dirty="0">
                <a:latin typeface="微软雅黑" panose="020B0503020204020204" pitchFamily="34" charset="-122"/>
                <a:ea typeface="微软雅黑" panose="020B0503020204020204" pitchFamily="34" charset="-122"/>
              </a:rPr>
              <a:t>+P</a:t>
            </a:r>
            <a:r>
              <a:rPr lang="en-US" altLang="zh-CN" sz="1600" i="1" baseline="-25000" dirty="0">
                <a:latin typeface="微软雅黑" panose="020B0503020204020204" pitchFamily="34" charset="-122"/>
                <a:ea typeface="微软雅黑" panose="020B0503020204020204" pitchFamily="34" charset="-122"/>
              </a:rPr>
              <a:t>2</a:t>
            </a:r>
            <a:r>
              <a:rPr lang="en-US" altLang="zh-CN" sz="1600" i="1" dirty="0">
                <a:latin typeface="微软雅黑" panose="020B0503020204020204" pitchFamily="34" charset="-122"/>
                <a:ea typeface="微软雅黑" panose="020B0503020204020204" pitchFamily="34" charset="-122"/>
              </a:rPr>
              <a:t>Q</a:t>
            </a:r>
            <a:r>
              <a:rPr lang="en-US" altLang="zh-CN" sz="1600" i="1" baseline="-25000" dirty="0">
                <a:latin typeface="微软雅黑" panose="020B0503020204020204" pitchFamily="34" charset="-122"/>
                <a:ea typeface="微软雅黑" panose="020B0503020204020204" pitchFamily="34" charset="-122"/>
              </a:rPr>
              <a:t>2</a:t>
            </a:r>
            <a:r>
              <a:rPr lang="en-US" altLang="zh-CN" sz="1600" i="1" dirty="0">
                <a:latin typeface="微软雅黑" panose="020B0503020204020204" pitchFamily="34" charset="-122"/>
                <a:ea typeface="微软雅黑" panose="020B0503020204020204" pitchFamily="34" charset="-122"/>
              </a:rPr>
              <a:t>=m</a:t>
            </a:r>
          </a:p>
        </p:txBody>
      </p:sp>
      <p:grpSp>
        <p:nvGrpSpPr>
          <p:cNvPr id="47" name="组合 46">
            <a:extLst>
              <a:ext uri="{FF2B5EF4-FFF2-40B4-BE49-F238E27FC236}">
                <a16:creationId xmlns:a16="http://schemas.microsoft.com/office/drawing/2014/main" id="{1B48E7F9-F813-4AB3-92BD-2D8ED9F18235}"/>
              </a:ext>
            </a:extLst>
          </p:cNvPr>
          <p:cNvGrpSpPr/>
          <p:nvPr/>
        </p:nvGrpSpPr>
        <p:grpSpPr>
          <a:xfrm>
            <a:off x="467544" y="1286399"/>
            <a:ext cx="2483619" cy="461665"/>
            <a:chOff x="467544" y="1161144"/>
            <a:chExt cx="3806023" cy="659493"/>
          </a:xfrm>
        </p:grpSpPr>
        <p:sp>
          <p:nvSpPr>
            <p:cNvPr id="51" name="MH_Text_1">
              <a:extLst>
                <a:ext uri="{FF2B5EF4-FFF2-40B4-BE49-F238E27FC236}">
                  <a16:creationId xmlns:a16="http://schemas.microsoft.com/office/drawing/2014/main" id="{36A0A456-56C6-4660-BDC3-1F3D3390CFA8}"/>
                </a:ext>
              </a:extLst>
            </p:cNvPr>
            <p:cNvSpPr/>
            <p:nvPr>
              <p:custDataLst>
                <p:tags r:id="rId2"/>
              </p:custDataLst>
            </p:nvPr>
          </p:nvSpPr>
          <p:spPr bwMode="auto">
            <a:xfrm>
              <a:off x="467544" y="1161144"/>
              <a:ext cx="3806023" cy="659493"/>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algn="ctr">
                <a:defRPr/>
              </a:pPr>
              <a:r>
                <a:rPr lang="zh-CN" altLang="en-US" sz="2000" spc="150" dirty="0">
                  <a:solidFill>
                    <a:srgbClr val="000000"/>
                  </a:solidFill>
                  <a:latin typeface="微软雅黑" panose="020B0503020204020204" pitchFamily="34" charset="-122"/>
                  <a:ea typeface="微软雅黑" panose="020B0503020204020204" pitchFamily="34" charset="-122"/>
                </a:rPr>
                <a:t>预算约束线</a:t>
              </a:r>
            </a:p>
          </p:txBody>
        </p:sp>
        <p:sp>
          <p:nvSpPr>
            <p:cNvPr id="52" name="MH_Other_2">
              <a:extLst>
                <a:ext uri="{FF2B5EF4-FFF2-40B4-BE49-F238E27FC236}">
                  <a16:creationId xmlns:a16="http://schemas.microsoft.com/office/drawing/2014/main" id="{C9001B1D-34FF-4ACF-BA1D-E2F0F0676036}"/>
                </a:ext>
              </a:extLst>
            </p:cNvPr>
            <p:cNvSpPr/>
            <p:nvPr>
              <p:custDataLst>
                <p:tags r:id="rId3"/>
              </p:custDataLst>
            </p:nvPr>
          </p:nvSpPr>
          <p:spPr bwMode="auto">
            <a:xfrm rot="10800000">
              <a:off x="4004344" y="1240922"/>
              <a:ext cx="189743" cy="162838"/>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Tree>
    <p:extLst>
      <p:ext uri="{BB962C8B-B14F-4D97-AF65-F5344CB8AC3E}">
        <p14:creationId xmlns:p14="http://schemas.microsoft.com/office/powerpoint/2010/main" val="4138318878"/>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barn(inVertical)">
                                      <p:cBhvr>
                                        <p:cTn id="7" dur="500"/>
                                        <p:tgtEl>
                                          <p:spTgt spid="4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8" presetClass="entr" presetSubtype="6" fill="hold" nodeType="clickEffect">
                                  <p:stCondLst>
                                    <p:cond delay="0"/>
                                  </p:stCondLst>
                                  <p:childTnLst>
                                    <p:set>
                                      <p:cBhvr>
                                        <p:cTn id="19" dur="1" fill="hold">
                                          <p:stCondLst>
                                            <p:cond delay="0"/>
                                          </p:stCondLst>
                                        </p:cTn>
                                        <p:tgtEl>
                                          <p:spTgt spid="50">
                                            <p:txEl>
                                              <p:pRg st="0" end="0"/>
                                            </p:txEl>
                                          </p:spTgt>
                                        </p:tgtEl>
                                        <p:attrNameLst>
                                          <p:attrName>style.visibility</p:attrName>
                                        </p:attrNameLst>
                                      </p:cBhvr>
                                      <p:to>
                                        <p:strVal val="visible"/>
                                      </p:to>
                                    </p:set>
                                    <p:animEffect transition="in" filter="strips(downRight)">
                                      <p:cBhvr>
                                        <p:cTn id="20" dur="500"/>
                                        <p:tgtEl>
                                          <p:spTgt spid="50">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8" presetClass="entr" presetSubtype="6" fill="hold" nodeType="clickEffect">
                                  <p:stCondLst>
                                    <p:cond delay="0"/>
                                  </p:stCondLst>
                                  <p:childTnLst>
                                    <p:set>
                                      <p:cBhvr>
                                        <p:cTn id="24" dur="1" fill="hold">
                                          <p:stCondLst>
                                            <p:cond delay="0"/>
                                          </p:stCondLst>
                                        </p:cTn>
                                        <p:tgtEl>
                                          <p:spTgt spid="50">
                                            <p:txEl>
                                              <p:pRg st="1" end="1"/>
                                            </p:txEl>
                                          </p:spTgt>
                                        </p:tgtEl>
                                        <p:attrNameLst>
                                          <p:attrName>style.visibility</p:attrName>
                                        </p:attrNameLst>
                                      </p:cBhvr>
                                      <p:to>
                                        <p:strVal val="visible"/>
                                      </p:to>
                                    </p:set>
                                    <p:animEffect transition="in" filter="strips(downRight)">
                                      <p:cBhvr>
                                        <p:cTn id="25" dur="500"/>
                                        <p:tgtEl>
                                          <p:spTgt spid="50">
                                            <p:txEl>
                                              <p:pRg st="1" end="1"/>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8" presetClass="entr" presetSubtype="6" fill="hold" nodeType="clickEffect">
                                  <p:stCondLst>
                                    <p:cond delay="0"/>
                                  </p:stCondLst>
                                  <p:childTnLst>
                                    <p:set>
                                      <p:cBhvr>
                                        <p:cTn id="29" dur="1" fill="hold">
                                          <p:stCondLst>
                                            <p:cond delay="0"/>
                                          </p:stCondLst>
                                        </p:cTn>
                                        <p:tgtEl>
                                          <p:spTgt spid="50">
                                            <p:txEl>
                                              <p:pRg st="2" end="2"/>
                                            </p:txEl>
                                          </p:spTgt>
                                        </p:tgtEl>
                                        <p:attrNameLst>
                                          <p:attrName>style.visibility</p:attrName>
                                        </p:attrNameLst>
                                      </p:cBhvr>
                                      <p:to>
                                        <p:strVal val="visible"/>
                                      </p:to>
                                    </p:set>
                                    <p:animEffect transition="in" filter="strips(downRight)">
                                      <p:cBhvr>
                                        <p:cTn id="30" dur="500"/>
                                        <p:tgtEl>
                                          <p:spTgt spid="5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a:extLst>
              <a:ext uri="{FF2B5EF4-FFF2-40B4-BE49-F238E27FC236}">
                <a16:creationId xmlns:a16="http://schemas.microsoft.com/office/drawing/2014/main" id="{98F8B8A5-C4EA-4529-8DCC-788845B64AED}"/>
              </a:ext>
            </a:extLst>
          </p:cNvPr>
          <p:cNvGrpSpPr/>
          <p:nvPr/>
        </p:nvGrpSpPr>
        <p:grpSpPr>
          <a:xfrm>
            <a:off x="2003839" y="3281939"/>
            <a:ext cx="1567902" cy="1964665"/>
            <a:chOff x="1543822" y="3898887"/>
            <a:chExt cx="1567902" cy="1964665"/>
          </a:xfrm>
        </p:grpSpPr>
        <p:graphicFrame>
          <p:nvGraphicFramePr>
            <p:cNvPr id="26640" name="Object 16"/>
            <p:cNvGraphicFramePr>
              <a:graphicFrameLocks noChangeAspect="1"/>
            </p:cNvGraphicFramePr>
            <p:nvPr>
              <p:extLst>
                <p:ext uri="{D42A27DB-BD31-4B8C-83A1-F6EECF244321}">
                  <p14:modId xmlns:p14="http://schemas.microsoft.com/office/powerpoint/2010/main" val="1990728325"/>
                </p:ext>
              </p:extLst>
            </p:nvPr>
          </p:nvGraphicFramePr>
          <p:xfrm>
            <a:off x="1543822" y="3898887"/>
            <a:ext cx="246636" cy="231137"/>
          </p:xfrm>
          <a:graphic>
            <a:graphicData uri="http://schemas.openxmlformats.org/presentationml/2006/ole">
              <mc:AlternateContent xmlns:mc="http://schemas.openxmlformats.org/markup-compatibility/2006">
                <mc:Choice xmlns:v="urn:schemas-microsoft-com:vml" Requires="v">
                  <p:oleObj spid="_x0000_s27561" r:id="rId5" imgW="152783" imgH="165489" progId="">
                    <p:embed/>
                  </p:oleObj>
                </mc:Choice>
                <mc:Fallback>
                  <p:oleObj r:id="rId5" imgW="152783" imgH="165489" progId="">
                    <p:embed/>
                    <p:pic>
                      <p:nvPicPr>
                        <p:cNvPr id="0" name="Object 1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43822" y="3898887"/>
                          <a:ext cx="246636" cy="231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4" name="组合 3">
              <a:extLst>
                <a:ext uri="{FF2B5EF4-FFF2-40B4-BE49-F238E27FC236}">
                  <a16:creationId xmlns:a16="http://schemas.microsoft.com/office/drawing/2014/main" id="{AAD12654-0547-4C03-A6FD-22408F6B300D}"/>
                </a:ext>
              </a:extLst>
            </p:cNvPr>
            <p:cNvGrpSpPr/>
            <p:nvPr/>
          </p:nvGrpSpPr>
          <p:grpSpPr>
            <a:xfrm>
              <a:off x="1874836" y="4000497"/>
              <a:ext cx="1236888" cy="1863055"/>
              <a:chOff x="1874836" y="4000497"/>
              <a:chExt cx="1236888" cy="1863055"/>
            </a:xfrm>
          </p:grpSpPr>
          <p:graphicFrame>
            <p:nvGraphicFramePr>
              <p:cNvPr id="26639" name="Object 15"/>
              <p:cNvGraphicFramePr>
                <a:graphicFrameLocks noChangeAspect="1"/>
              </p:cNvGraphicFramePr>
              <p:nvPr>
                <p:extLst>
                  <p:ext uri="{D42A27DB-BD31-4B8C-83A1-F6EECF244321}">
                    <p14:modId xmlns:p14="http://schemas.microsoft.com/office/powerpoint/2010/main" val="804633947"/>
                  </p:ext>
                </p:extLst>
              </p:nvPr>
            </p:nvGraphicFramePr>
            <p:xfrm>
              <a:off x="2865088" y="5632415"/>
              <a:ext cx="246636" cy="231137"/>
            </p:xfrm>
            <a:graphic>
              <a:graphicData uri="http://schemas.openxmlformats.org/presentationml/2006/ole">
                <mc:AlternateContent xmlns:mc="http://schemas.openxmlformats.org/markup-compatibility/2006">
                  <mc:Choice xmlns:v="urn:schemas-microsoft-com:vml" Requires="v">
                    <p:oleObj spid="_x0000_s27562" r:id="rId7" imgW="152783" imgH="165489" progId="">
                      <p:embed/>
                    </p:oleObj>
                  </mc:Choice>
                  <mc:Fallback>
                    <p:oleObj r:id="rId7" imgW="152783" imgH="165489" progId="">
                      <p:embed/>
                      <p:pic>
                        <p:nvPicPr>
                          <p:cNvPr id="0" name="Object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65088" y="5632415"/>
                            <a:ext cx="246636" cy="231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 name="组合 1">
                <a:extLst>
                  <a:ext uri="{FF2B5EF4-FFF2-40B4-BE49-F238E27FC236}">
                    <a16:creationId xmlns:a16="http://schemas.microsoft.com/office/drawing/2014/main" id="{C009306C-4955-4642-B387-AD0364E8BFAC}"/>
                  </a:ext>
                </a:extLst>
              </p:cNvPr>
              <p:cNvGrpSpPr/>
              <p:nvPr/>
            </p:nvGrpSpPr>
            <p:grpSpPr>
              <a:xfrm>
                <a:off x="1874836" y="4000497"/>
                <a:ext cx="1144587" cy="1543049"/>
                <a:chOff x="1874836" y="4000497"/>
                <a:chExt cx="1144587" cy="1543049"/>
              </a:xfrm>
            </p:grpSpPr>
            <p:cxnSp>
              <p:nvCxnSpPr>
                <p:cNvPr id="26637" name="直接连接符 14"/>
                <p:cNvCxnSpPr>
                  <a:cxnSpLocks noChangeShapeType="1"/>
                </p:cNvCxnSpPr>
                <p:nvPr/>
              </p:nvCxnSpPr>
              <p:spPr bwMode="auto">
                <a:xfrm rot="16200000" flipH="1">
                  <a:off x="1675605" y="4199728"/>
                  <a:ext cx="1543049" cy="1144587"/>
                </a:xfrm>
                <a:prstGeom prst="line">
                  <a:avLst/>
                </a:prstGeom>
                <a:noFill/>
                <a:ln w="38100" cmpd="sng">
                  <a:solidFill>
                    <a:srgbClr val="F3C97F"/>
                  </a:solidFill>
                  <a:round/>
                  <a:headEnd/>
                  <a:tailEnd/>
                </a:ln>
                <a:effectLst>
                  <a:outerShdw dist="23000" dir="5400000" algn="ctr" rotWithShape="0">
                    <a:srgbClr val="000000">
                      <a:alpha val="32999"/>
                    </a:srgbClr>
                  </a:outerShdw>
                </a:effectLst>
                <a:extLst>
                  <a:ext uri="{909E8E84-426E-40DD-AFC4-6F175D3DCCD1}">
                    <a14:hiddenFill xmlns:a14="http://schemas.microsoft.com/office/drawing/2010/main">
                      <a:noFill/>
                    </a14:hiddenFill>
                  </a:ext>
                </a:extLst>
              </p:spPr>
            </p:cxnSp>
            <p:graphicFrame>
              <p:nvGraphicFramePr>
                <p:cNvPr id="26645" name="Object 21"/>
                <p:cNvGraphicFramePr>
                  <a:graphicFrameLocks noChangeAspect="1"/>
                </p:cNvGraphicFramePr>
                <p:nvPr>
                  <p:extLst>
                    <p:ext uri="{D42A27DB-BD31-4B8C-83A1-F6EECF244321}">
                      <p14:modId xmlns:p14="http://schemas.microsoft.com/office/powerpoint/2010/main" val="440826125"/>
                    </p:ext>
                  </p:extLst>
                </p:nvPr>
              </p:nvGraphicFramePr>
              <p:xfrm>
                <a:off x="2307221" y="4413231"/>
                <a:ext cx="205530" cy="231137"/>
              </p:xfrm>
              <a:graphic>
                <a:graphicData uri="http://schemas.openxmlformats.org/presentationml/2006/ole">
                  <mc:AlternateContent xmlns:mc="http://schemas.openxmlformats.org/markup-compatibility/2006">
                    <mc:Choice xmlns:v="urn:schemas-microsoft-com:vml" Requires="v">
                      <p:oleObj spid="_x0000_s27563" r:id="rId9" imgW="127262" imgH="165345" progId="">
                        <p:embed/>
                      </p:oleObj>
                    </mc:Choice>
                    <mc:Fallback>
                      <p:oleObj r:id="rId9" imgW="127262" imgH="165345" progId="">
                        <p:embed/>
                        <p:pic>
                          <p:nvPicPr>
                            <p:cNvPr id="0" name="Object 2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07221" y="4413231"/>
                              <a:ext cx="205530" cy="231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grpSp>
      <p:grpSp>
        <p:nvGrpSpPr>
          <p:cNvPr id="7" name="组合 6">
            <a:extLst>
              <a:ext uri="{FF2B5EF4-FFF2-40B4-BE49-F238E27FC236}">
                <a16:creationId xmlns:a16="http://schemas.microsoft.com/office/drawing/2014/main" id="{1E87254D-9221-456A-A365-EF415AB6439B}"/>
              </a:ext>
            </a:extLst>
          </p:cNvPr>
          <p:cNvGrpSpPr/>
          <p:nvPr/>
        </p:nvGrpSpPr>
        <p:grpSpPr>
          <a:xfrm>
            <a:off x="1952457" y="2678697"/>
            <a:ext cx="2350385" cy="2663156"/>
            <a:chOff x="1492440" y="3295645"/>
            <a:chExt cx="2350385" cy="2663156"/>
          </a:xfrm>
        </p:grpSpPr>
        <p:graphicFrame>
          <p:nvGraphicFramePr>
            <p:cNvPr id="26643" name="Object 19"/>
            <p:cNvGraphicFramePr>
              <a:graphicFrameLocks noChangeAspect="1"/>
            </p:cNvGraphicFramePr>
            <p:nvPr>
              <p:extLst>
                <p:ext uri="{D42A27DB-BD31-4B8C-83A1-F6EECF244321}">
                  <p14:modId xmlns:p14="http://schemas.microsoft.com/office/powerpoint/2010/main" val="2542118507"/>
                </p:ext>
              </p:extLst>
            </p:nvPr>
          </p:nvGraphicFramePr>
          <p:xfrm>
            <a:off x="1492440" y="3295645"/>
            <a:ext cx="267189" cy="320036"/>
          </p:xfrm>
          <a:graphic>
            <a:graphicData uri="http://schemas.openxmlformats.org/presentationml/2006/ole">
              <mc:AlternateContent xmlns:mc="http://schemas.openxmlformats.org/markup-compatibility/2006">
                <mc:Choice xmlns:v="urn:schemas-microsoft-com:vml" Requires="v">
                  <p:oleObj spid="_x0000_s27564" r:id="rId11" imgW="165417" imgH="228917" progId="">
                    <p:embed/>
                  </p:oleObj>
                </mc:Choice>
                <mc:Fallback>
                  <p:oleObj r:id="rId11" imgW="165417" imgH="228917" progId="">
                    <p:embed/>
                    <p:pic>
                      <p:nvPicPr>
                        <p:cNvPr id="0" name="Object 1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492440" y="3295645"/>
                          <a:ext cx="267189" cy="3200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 name="组合 2">
              <a:extLst>
                <a:ext uri="{FF2B5EF4-FFF2-40B4-BE49-F238E27FC236}">
                  <a16:creationId xmlns:a16="http://schemas.microsoft.com/office/drawing/2014/main" id="{470AA0AA-8228-498C-BBD7-0FD6D66CEF23}"/>
                </a:ext>
              </a:extLst>
            </p:cNvPr>
            <p:cNvGrpSpPr/>
            <p:nvPr/>
          </p:nvGrpSpPr>
          <p:grpSpPr>
            <a:xfrm>
              <a:off x="1830387" y="3390897"/>
              <a:ext cx="2012438" cy="2567904"/>
              <a:chOff x="1830387" y="3390897"/>
              <a:chExt cx="2012438" cy="2567904"/>
            </a:xfrm>
          </p:grpSpPr>
          <p:cxnSp>
            <p:nvCxnSpPr>
              <p:cNvPr id="26631" name="直接连接符 15"/>
              <p:cNvCxnSpPr>
                <a:cxnSpLocks noChangeShapeType="1"/>
              </p:cNvCxnSpPr>
              <p:nvPr/>
            </p:nvCxnSpPr>
            <p:spPr bwMode="auto">
              <a:xfrm rot="16200000" flipH="1">
                <a:off x="1526381" y="3694903"/>
                <a:ext cx="2171699" cy="1563687"/>
              </a:xfrm>
              <a:prstGeom prst="line">
                <a:avLst/>
              </a:prstGeom>
              <a:noFill/>
              <a:ln w="38100" cmpd="sng">
                <a:solidFill>
                  <a:srgbClr val="F3C97F"/>
                </a:solidFill>
                <a:round/>
                <a:headEnd/>
                <a:tailEnd/>
              </a:ln>
              <a:effectLst>
                <a:outerShdw dist="23000" dir="5400000" algn="ctr" rotWithShape="0">
                  <a:srgbClr val="000000">
                    <a:alpha val="32999"/>
                  </a:srgbClr>
                </a:outerShdw>
              </a:effectLst>
              <a:extLst>
                <a:ext uri="{909E8E84-426E-40DD-AFC4-6F175D3DCCD1}">
                  <a14:hiddenFill xmlns:a14="http://schemas.microsoft.com/office/drawing/2010/main">
                    <a:noFill/>
                  </a14:hiddenFill>
                </a:ext>
              </a:extLst>
            </p:spPr>
          </p:cxnSp>
          <p:graphicFrame>
            <p:nvGraphicFramePr>
              <p:cNvPr id="26632" name="Object 8"/>
              <p:cNvGraphicFramePr>
                <a:graphicFrameLocks noChangeAspect="1"/>
              </p:cNvGraphicFramePr>
              <p:nvPr>
                <p:extLst>
                  <p:ext uri="{D42A27DB-BD31-4B8C-83A1-F6EECF244321}">
                    <p14:modId xmlns:p14="http://schemas.microsoft.com/office/powerpoint/2010/main" val="4272449202"/>
                  </p:ext>
                </p:extLst>
              </p:nvPr>
            </p:nvGraphicFramePr>
            <p:xfrm>
              <a:off x="3555083" y="5619715"/>
              <a:ext cx="287742" cy="320036"/>
            </p:xfrm>
            <a:graphic>
              <a:graphicData uri="http://schemas.openxmlformats.org/presentationml/2006/ole">
                <mc:AlternateContent xmlns:mc="http://schemas.openxmlformats.org/markup-compatibility/2006">
                  <mc:Choice xmlns:v="urn:schemas-microsoft-com:vml" Requires="v">
                    <p:oleObj spid="_x0000_s27565" r:id="rId13" imgW="178040" imgH="228818" progId="">
                      <p:embed/>
                    </p:oleObj>
                  </mc:Choice>
                  <mc:Fallback>
                    <p:oleObj r:id="rId13" imgW="178040" imgH="228818" progId="">
                      <p:embed/>
                      <p:pic>
                        <p:nvPicPr>
                          <p:cNvPr id="0" name="Object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555083" y="5619715"/>
                            <a:ext cx="287742" cy="3200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641" name="Object 17"/>
              <p:cNvGraphicFramePr>
                <a:graphicFrameLocks noChangeAspect="1"/>
              </p:cNvGraphicFramePr>
              <p:nvPr>
                <p:extLst>
                  <p:ext uri="{D42A27DB-BD31-4B8C-83A1-F6EECF244321}">
                    <p14:modId xmlns:p14="http://schemas.microsoft.com/office/powerpoint/2010/main" val="1247129456"/>
                  </p:ext>
                </p:extLst>
              </p:nvPr>
            </p:nvGraphicFramePr>
            <p:xfrm>
              <a:off x="3210086" y="5638765"/>
              <a:ext cx="267189" cy="320036"/>
            </p:xfrm>
            <a:graphic>
              <a:graphicData uri="http://schemas.openxmlformats.org/presentationml/2006/ole">
                <mc:AlternateContent xmlns:mc="http://schemas.openxmlformats.org/markup-compatibility/2006">
                  <mc:Choice xmlns:v="urn:schemas-microsoft-com:vml" Requires="v">
                    <p:oleObj spid="_x0000_s27566" r:id="rId15" imgW="165417" imgH="228917" progId="">
                      <p:embed/>
                    </p:oleObj>
                  </mc:Choice>
                  <mc:Fallback>
                    <p:oleObj r:id="rId15" imgW="165417" imgH="228917" progId="">
                      <p:embed/>
                      <p:pic>
                        <p:nvPicPr>
                          <p:cNvPr id="0" name="Object 1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210086" y="5638765"/>
                            <a:ext cx="267189" cy="3200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646" name="Object 22"/>
              <p:cNvGraphicFramePr>
                <a:graphicFrameLocks noChangeAspect="1"/>
              </p:cNvGraphicFramePr>
              <p:nvPr>
                <p:extLst>
                  <p:ext uri="{D42A27DB-BD31-4B8C-83A1-F6EECF244321}">
                    <p14:modId xmlns:p14="http://schemas.microsoft.com/office/powerpoint/2010/main" val="3187449357"/>
                  </p:ext>
                </p:extLst>
              </p:nvPr>
            </p:nvGraphicFramePr>
            <p:xfrm>
              <a:off x="2608176" y="4076685"/>
              <a:ext cx="226083" cy="320036"/>
            </p:xfrm>
            <a:graphic>
              <a:graphicData uri="http://schemas.openxmlformats.org/presentationml/2006/ole">
                <mc:AlternateContent xmlns:mc="http://schemas.openxmlformats.org/markup-compatibility/2006">
                  <mc:Choice xmlns:v="urn:schemas-microsoft-com:vml" Requires="v">
                    <p:oleObj spid="_x0000_s27567" r:id="rId17" imgW="140199" imgH="229215" progId="">
                      <p:embed/>
                    </p:oleObj>
                  </mc:Choice>
                  <mc:Fallback>
                    <p:oleObj r:id="rId17" imgW="140199" imgH="229215" progId="">
                      <p:embed/>
                      <p:pic>
                        <p:nvPicPr>
                          <p:cNvPr id="0" name="Object 2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608176" y="4076685"/>
                            <a:ext cx="226083" cy="3200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grpSp>
        <p:nvGrpSpPr>
          <p:cNvPr id="6" name="组合 5">
            <a:extLst>
              <a:ext uri="{FF2B5EF4-FFF2-40B4-BE49-F238E27FC236}">
                <a16:creationId xmlns:a16="http://schemas.microsoft.com/office/drawing/2014/main" id="{42A31BDB-FF1A-4A1C-A280-3A6E004D6615}"/>
              </a:ext>
            </a:extLst>
          </p:cNvPr>
          <p:cNvGrpSpPr/>
          <p:nvPr/>
        </p:nvGrpSpPr>
        <p:grpSpPr>
          <a:xfrm>
            <a:off x="1915755" y="3783583"/>
            <a:ext cx="1299245" cy="1539220"/>
            <a:chOff x="1455738" y="4400531"/>
            <a:chExt cx="1299245" cy="1539220"/>
          </a:xfrm>
        </p:grpSpPr>
        <p:graphicFrame>
          <p:nvGraphicFramePr>
            <p:cNvPr id="26644" name="Object 20"/>
            <p:cNvGraphicFramePr>
              <a:graphicFrameLocks noChangeAspect="1"/>
            </p:cNvGraphicFramePr>
            <p:nvPr>
              <p:extLst>
                <p:ext uri="{D42A27DB-BD31-4B8C-83A1-F6EECF244321}">
                  <p14:modId xmlns:p14="http://schemas.microsoft.com/office/powerpoint/2010/main" val="461744205"/>
                </p:ext>
              </p:extLst>
            </p:nvPr>
          </p:nvGraphicFramePr>
          <p:xfrm>
            <a:off x="1455738" y="4400531"/>
            <a:ext cx="308295" cy="320036"/>
          </p:xfrm>
          <a:graphic>
            <a:graphicData uri="http://schemas.openxmlformats.org/presentationml/2006/ole">
              <mc:AlternateContent xmlns:mc="http://schemas.openxmlformats.org/markup-compatibility/2006">
                <mc:Choice xmlns:v="urn:schemas-microsoft-com:vml" Requires="v">
                  <p:oleObj spid="_x0000_s27568" r:id="rId19" imgW="190983" imgH="229116" progId="">
                    <p:embed/>
                  </p:oleObj>
                </mc:Choice>
                <mc:Fallback>
                  <p:oleObj r:id="rId19" imgW="190983" imgH="229116" progId="">
                    <p:embed/>
                    <p:pic>
                      <p:nvPicPr>
                        <p:cNvPr id="0" name="Object 2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455738" y="4400531"/>
                          <a:ext cx="308295" cy="3200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5" name="组合 4">
              <a:extLst>
                <a:ext uri="{FF2B5EF4-FFF2-40B4-BE49-F238E27FC236}">
                  <a16:creationId xmlns:a16="http://schemas.microsoft.com/office/drawing/2014/main" id="{7C2AF18E-7BF2-417A-952F-15B8348F0918}"/>
                </a:ext>
              </a:extLst>
            </p:cNvPr>
            <p:cNvGrpSpPr/>
            <p:nvPr/>
          </p:nvGrpSpPr>
          <p:grpSpPr>
            <a:xfrm>
              <a:off x="1874835" y="4552947"/>
              <a:ext cx="880148" cy="1386804"/>
              <a:chOff x="1874835" y="4552947"/>
              <a:chExt cx="880148" cy="1386804"/>
            </a:xfrm>
          </p:grpSpPr>
          <p:cxnSp>
            <p:nvCxnSpPr>
              <p:cNvPr id="26630" name="直接连接符 12"/>
              <p:cNvCxnSpPr>
                <a:cxnSpLocks noChangeShapeType="1"/>
              </p:cNvCxnSpPr>
              <p:nvPr/>
            </p:nvCxnSpPr>
            <p:spPr bwMode="auto">
              <a:xfrm rot="16200000" flipH="1">
                <a:off x="1731166" y="4696616"/>
                <a:ext cx="990599" cy="703261"/>
              </a:xfrm>
              <a:prstGeom prst="line">
                <a:avLst/>
              </a:prstGeom>
              <a:noFill/>
              <a:ln w="38100" cmpd="sng">
                <a:solidFill>
                  <a:srgbClr val="F3C97F"/>
                </a:solidFill>
                <a:round/>
                <a:headEnd/>
                <a:tailEnd/>
              </a:ln>
              <a:effectLst>
                <a:outerShdw dist="23000" dir="5400000" algn="ctr" rotWithShape="0">
                  <a:srgbClr val="000000">
                    <a:alpha val="32999"/>
                  </a:srgbClr>
                </a:outerShdw>
              </a:effectLst>
              <a:extLst>
                <a:ext uri="{909E8E84-426E-40DD-AFC4-6F175D3DCCD1}">
                  <a14:hiddenFill xmlns:a14="http://schemas.microsoft.com/office/drawing/2010/main">
                    <a:noFill/>
                  </a14:hiddenFill>
                </a:ext>
              </a:extLst>
            </p:spPr>
          </p:cxnSp>
          <p:graphicFrame>
            <p:nvGraphicFramePr>
              <p:cNvPr id="26642" name="Object 18"/>
              <p:cNvGraphicFramePr>
                <a:graphicFrameLocks noChangeAspect="1"/>
              </p:cNvGraphicFramePr>
              <p:nvPr>
                <p:extLst>
                  <p:ext uri="{D42A27DB-BD31-4B8C-83A1-F6EECF244321}">
                    <p14:modId xmlns:p14="http://schemas.microsoft.com/office/powerpoint/2010/main" val="2722960245"/>
                  </p:ext>
                </p:extLst>
              </p:nvPr>
            </p:nvGraphicFramePr>
            <p:xfrm>
              <a:off x="2446688" y="5619715"/>
              <a:ext cx="308295" cy="320036"/>
            </p:xfrm>
            <a:graphic>
              <a:graphicData uri="http://schemas.openxmlformats.org/presentationml/2006/ole">
                <mc:AlternateContent xmlns:mc="http://schemas.openxmlformats.org/markup-compatibility/2006">
                  <mc:Choice xmlns:v="urn:schemas-microsoft-com:vml" Requires="v">
                    <p:oleObj spid="_x0000_s27569" r:id="rId21" imgW="190983" imgH="229116" progId="">
                      <p:embed/>
                    </p:oleObj>
                  </mc:Choice>
                  <mc:Fallback>
                    <p:oleObj r:id="rId21" imgW="190983" imgH="229116" progId="">
                      <p:embed/>
                      <p:pic>
                        <p:nvPicPr>
                          <p:cNvPr id="0" name="Object 18"/>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446688" y="5619715"/>
                            <a:ext cx="308295" cy="3200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647" name="Object 23"/>
              <p:cNvGraphicFramePr>
                <a:graphicFrameLocks noChangeAspect="1"/>
              </p:cNvGraphicFramePr>
              <p:nvPr>
                <p:extLst>
                  <p:ext uri="{D42A27DB-BD31-4B8C-83A1-F6EECF244321}">
                    <p14:modId xmlns:p14="http://schemas.microsoft.com/office/powerpoint/2010/main" val="2337300178"/>
                  </p:ext>
                </p:extLst>
              </p:nvPr>
            </p:nvGraphicFramePr>
            <p:xfrm>
              <a:off x="1896160" y="4972024"/>
              <a:ext cx="246636" cy="320036"/>
            </p:xfrm>
            <a:graphic>
              <a:graphicData uri="http://schemas.openxmlformats.org/presentationml/2006/ole">
                <mc:AlternateContent xmlns:mc="http://schemas.openxmlformats.org/markup-compatibility/2006">
                  <mc:Choice xmlns:v="urn:schemas-microsoft-com:vml" Requires="v">
                    <p:oleObj spid="_x0000_s27570" r:id="rId23" imgW="152783" imgH="229016" progId="">
                      <p:embed/>
                    </p:oleObj>
                  </mc:Choice>
                  <mc:Fallback>
                    <p:oleObj r:id="rId23" imgW="152783" imgH="229016" progId="">
                      <p:embed/>
                      <p:pic>
                        <p:nvPicPr>
                          <p:cNvPr id="0" name="Object 2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896160" y="4972024"/>
                            <a:ext cx="246636" cy="3200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grpSp>
        <p:nvGrpSpPr>
          <p:cNvPr id="10" name="组合 9">
            <a:extLst>
              <a:ext uri="{FF2B5EF4-FFF2-40B4-BE49-F238E27FC236}">
                <a16:creationId xmlns:a16="http://schemas.microsoft.com/office/drawing/2014/main" id="{18EA2255-6BFC-4F8A-B79C-A50A3275FED7}"/>
              </a:ext>
            </a:extLst>
          </p:cNvPr>
          <p:cNvGrpSpPr/>
          <p:nvPr/>
        </p:nvGrpSpPr>
        <p:grpSpPr>
          <a:xfrm>
            <a:off x="1959797" y="2297702"/>
            <a:ext cx="2356258" cy="3350623"/>
            <a:chOff x="5203417" y="2939377"/>
            <a:chExt cx="2356258" cy="3350623"/>
          </a:xfrm>
        </p:grpSpPr>
        <p:grpSp>
          <p:nvGrpSpPr>
            <p:cNvPr id="9" name="组合 8">
              <a:extLst>
                <a:ext uri="{FF2B5EF4-FFF2-40B4-BE49-F238E27FC236}">
                  <a16:creationId xmlns:a16="http://schemas.microsoft.com/office/drawing/2014/main" id="{640C48CA-6A6C-4B94-B537-B46AF0ED6E4B}"/>
                </a:ext>
              </a:extLst>
            </p:cNvPr>
            <p:cNvGrpSpPr/>
            <p:nvPr/>
          </p:nvGrpSpPr>
          <p:grpSpPr>
            <a:xfrm>
              <a:off x="5203417" y="2939377"/>
              <a:ext cx="2356258" cy="2941283"/>
              <a:chOff x="1499780" y="2914650"/>
              <a:chExt cx="2356258" cy="2941283"/>
            </a:xfrm>
          </p:grpSpPr>
          <p:cxnSp>
            <p:nvCxnSpPr>
              <p:cNvPr id="26635" name="直接箭头连接符 5"/>
              <p:cNvCxnSpPr>
                <a:cxnSpLocks noChangeShapeType="1"/>
              </p:cNvCxnSpPr>
              <p:nvPr/>
            </p:nvCxnSpPr>
            <p:spPr bwMode="auto">
              <a:xfrm>
                <a:off x="1808163" y="5543549"/>
                <a:ext cx="2047875" cy="19050"/>
              </a:xfrm>
              <a:prstGeom prst="straightConnector1">
                <a:avLst/>
              </a:prstGeom>
              <a:noFill/>
              <a:ln w="9525" cmpd="sng">
                <a:solidFill>
                  <a:srgbClr val="7F7F7F"/>
                </a:solidFill>
                <a:round/>
                <a:headEnd/>
                <a:tailEnd type="arrow" w="med" len="med"/>
              </a:ln>
              <a:extLst>
                <a:ext uri="{909E8E84-426E-40DD-AFC4-6F175D3DCCD1}">
                  <a14:hiddenFill xmlns:a14="http://schemas.microsoft.com/office/drawing/2010/main">
                    <a:noFill/>
                  </a14:hiddenFill>
                </a:ext>
              </a:extLst>
            </p:spPr>
          </p:cxnSp>
          <p:cxnSp>
            <p:nvCxnSpPr>
              <p:cNvPr id="26636" name="直接箭头连接符 7"/>
              <p:cNvCxnSpPr>
                <a:cxnSpLocks noChangeShapeType="1"/>
              </p:cNvCxnSpPr>
              <p:nvPr/>
            </p:nvCxnSpPr>
            <p:spPr bwMode="auto">
              <a:xfrm rot="16200000" flipV="1">
                <a:off x="527052" y="4237037"/>
                <a:ext cx="2628899" cy="22225"/>
              </a:xfrm>
              <a:prstGeom prst="straightConnector1">
                <a:avLst/>
              </a:prstGeom>
              <a:noFill/>
              <a:ln w="9525" cmpd="sng">
                <a:solidFill>
                  <a:srgbClr val="7F7F7F"/>
                </a:solidFill>
                <a:round/>
                <a:headEnd/>
                <a:tailEnd type="stealth" w="med" len="lg"/>
              </a:ln>
              <a:extLst>
                <a:ext uri="{909E8E84-426E-40DD-AFC4-6F175D3DCCD1}">
                  <a14:hiddenFill xmlns:a14="http://schemas.microsoft.com/office/drawing/2010/main">
                    <a:noFill/>
                  </a14:hiddenFill>
                </a:ext>
              </a:extLst>
            </p:spPr>
          </p:cxnSp>
          <p:graphicFrame>
            <p:nvGraphicFramePr>
              <p:cNvPr id="26638" name="Object 14"/>
              <p:cNvGraphicFramePr>
                <a:graphicFrameLocks noChangeAspect="1"/>
              </p:cNvGraphicFramePr>
              <p:nvPr>
                <p:extLst>
                  <p:ext uri="{D42A27DB-BD31-4B8C-83A1-F6EECF244321}">
                    <p14:modId xmlns:p14="http://schemas.microsoft.com/office/powerpoint/2010/main" val="2312080797"/>
                  </p:ext>
                </p:extLst>
              </p:nvPr>
            </p:nvGraphicFramePr>
            <p:xfrm>
              <a:off x="1543822" y="5607016"/>
              <a:ext cx="246636" cy="248917"/>
            </p:xfrm>
            <a:graphic>
              <a:graphicData uri="http://schemas.openxmlformats.org/presentationml/2006/ole">
                <mc:AlternateContent xmlns:mc="http://schemas.openxmlformats.org/markup-compatibility/2006">
                  <mc:Choice xmlns:v="urn:schemas-microsoft-com:vml" Requires="v">
                    <p:oleObj spid="_x0000_s27571" r:id="rId25" imgW="152717" imgH="178117" progId="">
                      <p:embed/>
                    </p:oleObj>
                  </mc:Choice>
                  <mc:Fallback>
                    <p:oleObj r:id="rId25" imgW="152717" imgH="178117" progId="">
                      <p:embed/>
                      <p:pic>
                        <p:nvPicPr>
                          <p:cNvPr id="0" name="Object 14"/>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543822" y="5607016"/>
                            <a:ext cx="246636" cy="2489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648" name="Object 24"/>
              <p:cNvGraphicFramePr>
                <a:graphicFrameLocks noChangeAspect="1"/>
              </p:cNvGraphicFramePr>
              <p:nvPr>
                <p:extLst>
                  <p:ext uri="{D42A27DB-BD31-4B8C-83A1-F6EECF244321}">
                    <p14:modId xmlns:p14="http://schemas.microsoft.com/office/powerpoint/2010/main" val="1533212466"/>
                  </p:ext>
                </p:extLst>
              </p:nvPr>
            </p:nvGraphicFramePr>
            <p:xfrm>
              <a:off x="1499780" y="2914650"/>
              <a:ext cx="308295" cy="320036"/>
            </p:xfrm>
            <a:graphic>
              <a:graphicData uri="http://schemas.openxmlformats.org/presentationml/2006/ole">
                <mc:AlternateContent xmlns:mc="http://schemas.openxmlformats.org/markup-compatibility/2006">
                  <mc:Choice xmlns:v="urn:schemas-microsoft-com:vml" Requires="v">
                    <p:oleObj spid="_x0000_s27572" r:id="rId27" imgW="190983" imgH="229116" progId="">
                      <p:embed/>
                    </p:oleObj>
                  </mc:Choice>
                  <mc:Fallback>
                    <p:oleObj r:id="rId27" imgW="190983" imgH="229116" progId="">
                      <p:embed/>
                      <p:pic>
                        <p:nvPicPr>
                          <p:cNvPr id="0" name="Object 24"/>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1499780" y="2914650"/>
                            <a:ext cx="308295" cy="3200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26649" name="直接箭头连接符 84"/>
              <p:cNvCxnSpPr>
                <a:cxnSpLocks noChangeShapeType="1"/>
              </p:cNvCxnSpPr>
              <p:nvPr/>
            </p:nvCxnSpPr>
            <p:spPr bwMode="auto">
              <a:xfrm>
                <a:off x="2922588" y="5372100"/>
                <a:ext cx="285750" cy="1588"/>
              </a:xfrm>
              <a:prstGeom prst="straightConnector1">
                <a:avLst/>
              </a:prstGeom>
              <a:noFill/>
              <a:ln w="25400" cmpd="sng">
                <a:solidFill>
                  <a:srgbClr val="C3C9D7"/>
                </a:solidFill>
                <a:round/>
                <a:headEnd/>
                <a:tailEnd type="arrow" w="med" len="med"/>
              </a:ln>
              <a:effectLst>
                <a:outerShdw dist="20000" dir="5400000" algn="ctr" rotWithShape="0">
                  <a:srgbClr val="000000">
                    <a:alpha val="35999"/>
                  </a:srgbClr>
                </a:outerShdw>
              </a:effectLst>
              <a:extLst>
                <a:ext uri="{909E8E84-426E-40DD-AFC4-6F175D3DCCD1}">
                  <a14:hiddenFill xmlns:a14="http://schemas.microsoft.com/office/drawing/2010/main">
                    <a:noFill/>
                  </a14:hiddenFill>
                </a:ext>
              </a:extLst>
            </p:spPr>
          </p:cxnSp>
          <p:cxnSp>
            <p:nvCxnSpPr>
              <p:cNvPr id="26650" name="直接箭头连接符 86"/>
              <p:cNvCxnSpPr>
                <a:cxnSpLocks noChangeShapeType="1"/>
              </p:cNvCxnSpPr>
              <p:nvPr/>
            </p:nvCxnSpPr>
            <p:spPr bwMode="auto">
              <a:xfrm rot="10800000">
                <a:off x="2522538" y="5391149"/>
                <a:ext cx="247650" cy="1588"/>
              </a:xfrm>
              <a:prstGeom prst="straightConnector1">
                <a:avLst/>
              </a:prstGeom>
              <a:noFill/>
              <a:ln w="25400" cmpd="sng">
                <a:solidFill>
                  <a:srgbClr val="C3C9D7"/>
                </a:solidFill>
                <a:round/>
                <a:headEnd/>
                <a:tailEnd type="arrow" w="med" len="med"/>
              </a:ln>
              <a:effectLst>
                <a:outerShdw dist="20000" dir="5400000" algn="ctr" rotWithShape="0">
                  <a:srgbClr val="000000">
                    <a:alpha val="35999"/>
                  </a:srgbClr>
                </a:outerShdw>
              </a:effectLst>
              <a:extLst>
                <a:ext uri="{909E8E84-426E-40DD-AFC4-6F175D3DCCD1}">
                  <a14:hiddenFill xmlns:a14="http://schemas.microsoft.com/office/drawing/2010/main">
                    <a:noFill/>
                  </a14:hiddenFill>
                </a:ext>
              </a:extLst>
            </p:spPr>
          </p:cxnSp>
        </p:grpSp>
        <p:sp>
          <p:nvSpPr>
            <p:cNvPr id="26651" name="TextBox 96"/>
            <p:cNvSpPr txBox="1">
              <a:spLocks noChangeArrowheads="1"/>
            </p:cNvSpPr>
            <p:nvPr/>
          </p:nvSpPr>
          <p:spPr bwMode="auto">
            <a:xfrm>
              <a:off x="6191457" y="5951446"/>
              <a:ext cx="46679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dirty="0">
                  <a:latin typeface="微软雅黑" panose="020B0503020204020204" pitchFamily="34" charset="-122"/>
                  <a:ea typeface="微软雅黑" panose="020B0503020204020204" pitchFamily="34" charset="-122"/>
                </a:rPr>
                <a:t>(a)</a:t>
              </a:r>
              <a:endParaRPr lang="zh-CN" altLang="en-US" sz="1600" dirty="0">
                <a:latin typeface="微软雅黑" panose="020B0503020204020204" pitchFamily="34" charset="-122"/>
                <a:ea typeface="微软雅黑" panose="020B0503020204020204" pitchFamily="34" charset="-122"/>
              </a:endParaRPr>
            </a:p>
          </p:txBody>
        </p:sp>
      </p:grpSp>
      <p:sp>
        <p:nvSpPr>
          <p:cNvPr id="26702" name="TextBox 110"/>
          <p:cNvSpPr txBox="1">
            <a:spLocks noChangeArrowheads="1"/>
          </p:cNvSpPr>
          <p:nvPr/>
        </p:nvSpPr>
        <p:spPr bwMode="auto">
          <a:xfrm>
            <a:off x="4451703" y="2810476"/>
            <a:ext cx="3775075" cy="1583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285750" lvl="2" indent="-285750" defTabSz="457200" eaLnBrk="1" hangingPunct="1">
              <a:lnSpc>
                <a:spcPts val="3000"/>
              </a:lnSpc>
              <a:buFont typeface="Wingdings" panose="05000000000000000000" pitchFamily="2" charset="2"/>
              <a:buChar char="Ø"/>
              <a:defRPr/>
            </a:pPr>
            <a:r>
              <a:rPr lang="zh-CN" altLang="en-US" spc="150" dirty="0">
                <a:solidFill>
                  <a:srgbClr val="000000"/>
                </a:solidFill>
                <a:latin typeface="微软雅黑" panose="020B0503020204020204" pitchFamily="34" charset="-122"/>
                <a:ea typeface="微软雅黑" panose="020B0503020204020204" pitchFamily="34" charset="-122"/>
              </a:rPr>
              <a:t>两种商品的价格保持不变，消费者的收入发生变动，这种情况下，预算约束线的斜率不变，会发生平行移动。</a:t>
            </a:r>
          </a:p>
        </p:txBody>
      </p:sp>
      <p:sp>
        <p:nvSpPr>
          <p:cNvPr id="38" name="矩形 37">
            <a:extLst>
              <a:ext uri="{FF2B5EF4-FFF2-40B4-BE49-F238E27FC236}">
                <a16:creationId xmlns:a16="http://schemas.microsoft.com/office/drawing/2014/main" id="{E93652E1-898C-4519-8D49-1D9A5461A8E4}"/>
              </a:ext>
            </a:extLst>
          </p:cNvPr>
          <p:cNvSpPr/>
          <p:nvPr/>
        </p:nvSpPr>
        <p:spPr>
          <a:xfrm>
            <a:off x="6537411" y="0"/>
            <a:ext cx="2606590" cy="369332"/>
          </a:xfrm>
          <a:prstGeom prst="rect">
            <a:avLst/>
          </a:prstGeom>
        </p:spPr>
        <p:txBody>
          <a:bodyPr wrap="squar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 第三节  预算约束线</a:t>
            </a:r>
          </a:p>
        </p:txBody>
      </p:sp>
      <p:sp>
        <p:nvSpPr>
          <p:cNvPr id="39" name="矩形 38">
            <a:extLst>
              <a:ext uri="{FF2B5EF4-FFF2-40B4-BE49-F238E27FC236}">
                <a16:creationId xmlns:a16="http://schemas.microsoft.com/office/drawing/2014/main" id="{1D1DF44E-5C75-4B81-BB70-481F6478D0A0}"/>
              </a:ext>
            </a:extLst>
          </p:cNvPr>
          <p:cNvSpPr/>
          <p:nvPr/>
        </p:nvSpPr>
        <p:spPr>
          <a:xfrm>
            <a:off x="467544" y="548680"/>
            <a:ext cx="3454792"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二、预算约束线的变动</a:t>
            </a:r>
          </a:p>
        </p:txBody>
      </p:sp>
      <p:grpSp>
        <p:nvGrpSpPr>
          <p:cNvPr id="41" name="组合 40">
            <a:extLst>
              <a:ext uri="{FF2B5EF4-FFF2-40B4-BE49-F238E27FC236}">
                <a16:creationId xmlns:a16="http://schemas.microsoft.com/office/drawing/2014/main" id="{C1B33827-817A-4F88-9CD6-35F04611AFCA}"/>
              </a:ext>
            </a:extLst>
          </p:cNvPr>
          <p:cNvGrpSpPr/>
          <p:nvPr/>
        </p:nvGrpSpPr>
        <p:grpSpPr>
          <a:xfrm>
            <a:off x="467544" y="1286399"/>
            <a:ext cx="2483619" cy="461665"/>
            <a:chOff x="467544" y="1161144"/>
            <a:chExt cx="3806023" cy="659493"/>
          </a:xfrm>
        </p:grpSpPr>
        <p:sp>
          <p:nvSpPr>
            <p:cNvPr id="42" name="MH_Text_1">
              <a:extLst>
                <a:ext uri="{FF2B5EF4-FFF2-40B4-BE49-F238E27FC236}">
                  <a16:creationId xmlns:a16="http://schemas.microsoft.com/office/drawing/2014/main" id="{3E864B31-3965-4523-892D-779A13C06387}"/>
                </a:ext>
              </a:extLst>
            </p:cNvPr>
            <p:cNvSpPr/>
            <p:nvPr>
              <p:custDataLst>
                <p:tags r:id="rId2"/>
              </p:custDataLst>
            </p:nvPr>
          </p:nvSpPr>
          <p:spPr bwMode="auto">
            <a:xfrm>
              <a:off x="467544" y="1161144"/>
              <a:ext cx="3806023" cy="659493"/>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algn="ctr">
                <a:defRPr/>
              </a:pPr>
              <a:r>
                <a:rPr lang="zh-CN" altLang="en-US" sz="2000" spc="150" dirty="0">
                  <a:solidFill>
                    <a:srgbClr val="000000"/>
                  </a:solidFill>
                  <a:latin typeface="微软雅黑" panose="020B0503020204020204" pitchFamily="34" charset="-122"/>
                  <a:ea typeface="微软雅黑" panose="020B0503020204020204" pitchFamily="34" charset="-122"/>
                </a:rPr>
                <a:t>情形</a:t>
              </a:r>
              <a:r>
                <a:rPr lang="en-US" altLang="zh-CN" sz="2000" spc="150" dirty="0">
                  <a:solidFill>
                    <a:srgbClr val="000000"/>
                  </a:solidFill>
                  <a:latin typeface="微软雅黑" panose="020B0503020204020204" pitchFamily="34" charset="-122"/>
                  <a:ea typeface="微软雅黑" panose="020B0503020204020204" pitchFamily="34" charset="-122"/>
                </a:rPr>
                <a:t>1</a:t>
              </a:r>
              <a:r>
                <a:rPr lang="zh-CN" altLang="en-US" sz="2000" spc="150" dirty="0">
                  <a:solidFill>
                    <a:srgbClr val="000000"/>
                  </a:solidFill>
                  <a:latin typeface="微软雅黑" panose="020B0503020204020204" pitchFamily="34" charset="-122"/>
                  <a:ea typeface="微软雅黑" panose="020B0503020204020204" pitchFamily="34" charset="-122"/>
                </a:rPr>
                <a:t>：收入变动时</a:t>
              </a:r>
            </a:p>
          </p:txBody>
        </p:sp>
        <p:sp>
          <p:nvSpPr>
            <p:cNvPr id="43" name="MH_Other_2">
              <a:extLst>
                <a:ext uri="{FF2B5EF4-FFF2-40B4-BE49-F238E27FC236}">
                  <a16:creationId xmlns:a16="http://schemas.microsoft.com/office/drawing/2014/main" id="{5477750F-ABE4-4763-B0D5-539E1CEB63A8}"/>
                </a:ext>
              </a:extLst>
            </p:cNvPr>
            <p:cNvSpPr/>
            <p:nvPr>
              <p:custDataLst>
                <p:tags r:id="rId3"/>
              </p:custDataLst>
            </p:nvPr>
          </p:nvSpPr>
          <p:spPr bwMode="auto">
            <a:xfrm rot="10800000">
              <a:off x="4004344" y="1240922"/>
              <a:ext cx="189743" cy="162838"/>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
        <p:nvSpPr>
          <p:cNvPr id="11" name="标注: 线形 10">
            <a:extLst>
              <a:ext uri="{FF2B5EF4-FFF2-40B4-BE49-F238E27FC236}">
                <a16:creationId xmlns:a16="http://schemas.microsoft.com/office/drawing/2014/main" id="{A11FA13D-5BF3-42C2-96A9-C160763CB68E}"/>
              </a:ext>
            </a:extLst>
          </p:cNvPr>
          <p:cNvSpPr/>
          <p:nvPr/>
        </p:nvSpPr>
        <p:spPr bwMode="auto">
          <a:xfrm>
            <a:off x="4067695" y="942109"/>
            <a:ext cx="3884814" cy="1189066"/>
          </a:xfrm>
          <a:prstGeom prst="borderCallout1">
            <a:avLst>
              <a:gd name="adj1" fmla="val 49505"/>
              <a:gd name="adj2" fmla="val -1486"/>
              <a:gd name="adj3" fmla="val 22043"/>
              <a:gd name="adj4" fmla="val -12227"/>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lang="zh-CN" altLang="en-US" dirty="0"/>
              <a:t>预算约束线的确定是以消费者收入和商品价格既定为条件的，当收入和价格变化时，预算约束线也就发生变动了。</a:t>
            </a: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wipe(left)">
                                      <p:cBhvr>
                                        <p:cTn id="7" dur="500"/>
                                        <p:tgtEl>
                                          <p:spTgt spid="39"/>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41"/>
                                        </p:tgtEl>
                                        <p:attrNameLst>
                                          <p:attrName>style.visibility</p:attrName>
                                        </p:attrNameLst>
                                      </p:cBhvr>
                                      <p:to>
                                        <p:strVal val="visible"/>
                                      </p:to>
                                    </p:set>
                                    <p:animEffect transition="in" filter="barn(inVertical)">
                                      <p:cBhvr>
                                        <p:cTn id="12" dur="500"/>
                                        <p:tgtEl>
                                          <p:spTgt spid="4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fade">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6702"/>
                                        </p:tgtEl>
                                        <p:attrNameLst>
                                          <p:attrName>style.visibility</p:attrName>
                                        </p:attrNameLst>
                                      </p:cBhvr>
                                      <p:to>
                                        <p:strVal val="visible"/>
                                      </p:to>
                                    </p:set>
                                    <p:animEffect transition="in" filter="fade">
                                      <p:cBhvr>
                                        <p:cTn id="37" dur="500"/>
                                        <p:tgtEl>
                                          <p:spTgt spid="267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702" grpId="0"/>
      <p:bldP spid="39"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E6E24FB2-A02A-4B5C-BF4C-5E04621FCDD6}"/>
              </a:ext>
            </a:extLst>
          </p:cNvPr>
          <p:cNvGrpSpPr/>
          <p:nvPr/>
        </p:nvGrpSpPr>
        <p:grpSpPr>
          <a:xfrm>
            <a:off x="1481197" y="2662114"/>
            <a:ext cx="1863874" cy="2573485"/>
            <a:chOff x="5247854" y="2510561"/>
            <a:chExt cx="1863874" cy="2573485"/>
          </a:xfrm>
        </p:grpSpPr>
        <p:cxnSp>
          <p:nvCxnSpPr>
            <p:cNvPr id="26662" name="直接连接符 55"/>
            <p:cNvCxnSpPr>
              <a:cxnSpLocks noChangeShapeType="1"/>
            </p:cNvCxnSpPr>
            <p:nvPr/>
          </p:nvCxnSpPr>
          <p:spPr bwMode="auto">
            <a:xfrm rot="16200000" flipH="1">
              <a:off x="5263315" y="3023439"/>
              <a:ext cx="2112963" cy="1366836"/>
            </a:xfrm>
            <a:prstGeom prst="line">
              <a:avLst/>
            </a:prstGeom>
            <a:noFill/>
            <a:ln w="38100" cmpd="sng">
              <a:solidFill>
                <a:srgbClr val="F3C97F"/>
              </a:solidFill>
              <a:round/>
              <a:headEnd/>
              <a:tailEnd/>
            </a:ln>
            <a:effectLst>
              <a:outerShdw dist="23000" dir="5400000" algn="ctr" rotWithShape="0">
                <a:srgbClr val="000000">
                  <a:alpha val="32999"/>
                </a:srgbClr>
              </a:outerShdw>
            </a:effectLst>
            <a:extLst>
              <a:ext uri="{909E8E84-426E-40DD-AFC4-6F175D3DCCD1}">
                <a14:hiddenFill xmlns:a14="http://schemas.microsoft.com/office/drawing/2010/main">
                  <a:noFill/>
                </a14:hiddenFill>
              </a:ext>
            </a:extLst>
          </p:spPr>
        </p:cxnSp>
        <p:graphicFrame>
          <p:nvGraphicFramePr>
            <p:cNvPr id="26664" name="Object 40"/>
            <p:cNvGraphicFramePr>
              <a:graphicFrameLocks noChangeAspect="1"/>
            </p:cNvGraphicFramePr>
            <p:nvPr>
              <p:extLst>
                <p:ext uri="{D42A27DB-BD31-4B8C-83A1-F6EECF244321}">
                  <p14:modId xmlns:p14="http://schemas.microsoft.com/office/powerpoint/2010/main" val="4231710535"/>
                </p:ext>
              </p:extLst>
            </p:nvPr>
          </p:nvGraphicFramePr>
          <p:xfrm>
            <a:off x="6822595" y="4852978"/>
            <a:ext cx="289133" cy="231068"/>
          </p:xfrm>
          <a:graphic>
            <a:graphicData uri="http://schemas.openxmlformats.org/presentationml/2006/ole">
              <mc:AlternateContent xmlns:mc="http://schemas.openxmlformats.org/markup-compatibility/2006">
                <mc:Choice xmlns:v="urn:schemas-microsoft-com:vml" Requires="v">
                  <p:oleObj spid="_x0000_s75543" r:id="rId5" imgW="152783" imgH="165489" progId="">
                    <p:embed/>
                  </p:oleObj>
                </mc:Choice>
                <mc:Fallback>
                  <p:oleObj r:id="rId5" imgW="152783" imgH="165489" progId="">
                    <p:embed/>
                    <p:pic>
                      <p:nvPicPr>
                        <p:cNvPr id="26664" name="Object 4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22595" y="4852978"/>
                          <a:ext cx="289133" cy="2310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665" name="Object 41"/>
            <p:cNvGraphicFramePr>
              <a:graphicFrameLocks noChangeAspect="1"/>
            </p:cNvGraphicFramePr>
            <p:nvPr>
              <p:extLst>
                <p:ext uri="{D42A27DB-BD31-4B8C-83A1-F6EECF244321}">
                  <p14:modId xmlns:p14="http://schemas.microsoft.com/office/powerpoint/2010/main" val="3383910853"/>
                </p:ext>
              </p:extLst>
            </p:nvPr>
          </p:nvGraphicFramePr>
          <p:xfrm>
            <a:off x="5247854" y="2510561"/>
            <a:ext cx="289133" cy="231068"/>
          </p:xfrm>
          <a:graphic>
            <a:graphicData uri="http://schemas.openxmlformats.org/presentationml/2006/ole">
              <mc:AlternateContent xmlns:mc="http://schemas.openxmlformats.org/markup-compatibility/2006">
                <mc:Choice xmlns:v="urn:schemas-microsoft-com:vml" Requires="v">
                  <p:oleObj spid="_x0000_s75544" r:id="rId7" imgW="152783" imgH="165489" progId="">
                    <p:embed/>
                  </p:oleObj>
                </mc:Choice>
                <mc:Fallback>
                  <p:oleObj r:id="rId7" imgW="152783" imgH="165489" progId="">
                    <p:embed/>
                    <p:pic>
                      <p:nvPicPr>
                        <p:cNvPr id="26665" name="Object 4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47854" y="2510561"/>
                          <a:ext cx="289133" cy="2310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668" name="Object 44"/>
            <p:cNvGraphicFramePr>
              <a:graphicFrameLocks noChangeAspect="1"/>
            </p:cNvGraphicFramePr>
            <p:nvPr>
              <p:extLst>
                <p:ext uri="{D42A27DB-BD31-4B8C-83A1-F6EECF244321}">
                  <p14:modId xmlns:p14="http://schemas.microsoft.com/office/powerpoint/2010/main" val="4007474226"/>
                </p:ext>
              </p:extLst>
            </p:nvPr>
          </p:nvGraphicFramePr>
          <p:xfrm>
            <a:off x="6762359" y="4243569"/>
            <a:ext cx="240944" cy="231068"/>
          </p:xfrm>
          <a:graphic>
            <a:graphicData uri="http://schemas.openxmlformats.org/presentationml/2006/ole">
              <mc:AlternateContent xmlns:mc="http://schemas.openxmlformats.org/markup-compatibility/2006">
                <mc:Choice xmlns:v="urn:schemas-microsoft-com:vml" Requires="v">
                  <p:oleObj spid="_x0000_s75545" r:id="rId9" imgW="127262" imgH="165345" progId="">
                    <p:embed/>
                  </p:oleObj>
                </mc:Choice>
                <mc:Fallback>
                  <p:oleObj r:id="rId9" imgW="127262" imgH="165345" progId="">
                    <p:embed/>
                    <p:pic>
                      <p:nvPicPr>
                        <p:cNvPr id="26668" name="Object 4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762359" y="4243569"/>
                          <a:ext cx="240944" cy="2310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2" name="组合 1">
            <a:extLst>
              <a:ext uri="{FF2B5EF4-FFF2-40B4-BE49-F238E27FC236}">
                <a16:creationId xmlns:a16="http://schemas.microsoft.com/office/drawing/2014/main" id="{1C1D3FE4-ADFA-4E88-923A-0822134CFA1C}"/>
              </a:ext>
            </a:extLst>
          </p:cNvPr>
          <p:cNvGrpSpPr/>
          <p:nvPr/>
        </p:nvGrpSpPr>
        <p:grpSpPr>
          <a:xfrm>
            <a:off x="1842732" y="2763829"/>
            <a:ext cx="1930875" cy="2566990"/>
            <a:chOff x="5609389" y="2612276"/>
            <a:chExt cx="1930875" cy="2566990"/>
          </a:xfrm>
        </p:grpSpPr>
        <p:cxnSp>
          <p:nvCxnSpPr>
            <p:cNvPr id="26656" name="直接连接符 38"/>
            <p:cNvCxnSpPr>
              <a:cxnSpLocks noChangeShapeType="1"/>
            </p:cNvCxnSpPr>
            <p:nvPr/>
          </p:nvCxnSpPr>
          <p:spPr bwMode="auto">
            <a:xfrm rot="16200000" flipH="1">
              <a:off x="5441114" y="2780551"/>
              <a:ext cx="2170113" cy="1833563"/>
            </a:xfrm>
            <a:prstGeom prst="line">
              <a:avLst/>
            </a:prstGeom>
            <a:noFill/>
            <a:ln w="38100" cmpd="sng">
              <a:solidFill>
                <a:srgbClr val="F3C97F"/>
              </a:solidFill>
              <a:round/>
              <a:headEnd/>
              <a:tailEnd/>
            </a:ln>
            <a:effectLst>
              <a:outerShdw dist="23000" dir="5400000" algn="ctr" rotWithShape="0">
                <a:srgbClr val="000000">
                  <a:alpha val="32999"/>
                </a:srgbClr>
              </a:outerShdw>
            </a:effectLst>
            <a:extLst>
              <a:ext uri="{909E8E84-426E-40DD-AFC4-6F175D3DCCD1}">
                <a14:hiddenFill xmlns:a14="http://schemas.microsoft.com/office/drawing/2010/main">
                  <a:noFill/>
                </a14:hiddenFill>
              </a:ext>
            </a:extLst>
          </p:spPr>
        </p:cxnSp>
        <p:graphicFrame>
          <p:nvGraphicFramePr>
            <p:cNvPr id="26666" name="Object 42"/>
            <p:cNvGraphicFramePr>
              <a:graphicFrameLocks noChangeAspect="1"/>
            </p:cNvGraphicFramePr>
            <p:nvPr>
              <p:extLst>
                <p:ext uri="{D42A27DB-BD31-4B8C-83A1-F6EECF244321}">
                  <p14:modId xmlns:p14="http://schemas.microsoft.com/office/powerpoint/2010/main" val="1044966883"/>
                </p:ext>
              </p:extLst>
            </p:nvPr>
          </p:nvGraphicFramePr>
          <p:xfrm>
            <a:off x="7227037" y="4859326"/>
            <a:ext cx="313227" cy="319940"/>
          </p:xfrm>
          <a:graphic>
            <a:graphicData uri="http://schemas.openxmlformats.org/presentationml/2006/ole">
              <mc:AlternateContent xmlns:mc="http://schemas.openxmlformats.org/markup-compatibility/2006">
                <mc:Choice xmlns:v="urn:schemas-microsoft-com:vml" Requires="v">
                  <p:oleObj spid="_x0000_s75546" r:id="rId11" imgW="165417" imgH="228917" progId="">
                    <p:embed/>
                  </p:oleObj>
                </mc:Choice>
                <mc:Fallback>
                  <p:oleObj r:id="rId11" imgW="165417" imgH="228917" progId="">
                    <p:embed/>
                    <p:pic>
                      <p:nvPicPr>
                        <p:cNvPr id="26666" name="Object 4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227037" y="4859326"/>
                          <a:ext cx="313227" cy="3199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669" name="Object 45"/>
            <p:cNvGraphicFramePr>
              <a:graphicFrameLocks noChangeAspect="1"/>
            </p:cNvGraphicFramePr>
            <p:nvPr>
              <p:extLst>
                <p:ext uri="{D42A27DB-BD31-4B8C-83A1-F6EECF244321}">
                  <p14:modId xmlns:p14="http://schemas.microsoft.com/office/powerpoint/2010/main" val="2485890764"/>
                </p:ext>
              </p:extLst>
            </p:nvPr>
          </p:nvGraphicFramePr>
          <p:xfrm>
            <a:off x="7218432" y="4078520"/>
            <a:ext cx="265038" cy="319940"/>
          </p:xfrm>
          <a:graphic>
            <a:graphicData uri="http://schemas.openxmlformats.org/presentationml/2006/ole">
              <mc:AlternateContent xmlns:mc="http://schemas.openxmlformats.org/markup-compatibility/2006">
                <mc:Choice xmlns:v="urn:schemas-microsoft-com:vml" Requires="v">
                  <p:oleObj spid="_x0000_s75547" r:id="rId13" imgW="140199" imgH="229215" progId="">
                    <p:embed/>
                  </p:oleObj>
                </mc:Choice>
                <mc:Fallback>
                  <p:oleObj r:id="rId13" imgW="140199" imgH="229215" progId="">
                    <p:embed/>
                    <p:pic>
                      <p:nvPicPr>
                        <p:cNvPr id="26669" name="Object 4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218432" y="4078520"/>
                          <a:ext cx="265038" cy="3199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4" name="组合 3">
            <a:extLst>
              <a:ext uri="{FF2B5EF4-FFF2-40B4-BE49-F238E27FC236}">
                <a16:creationId xmlns:a16="http://schemas.microsoft.com/office/drawing/2014/main" id="{2C90F7DA-D6D9-4545-BA61-2D9E6CBB7B6A}"/>
              </a:ext>
            </a:extLst>
          </p:cNvPr>
          <p:cNvGrpSpPr/>
          <p:nvPr/>
        </p:nvGrpSpPr>
        <p:grpSpPr>
          <a:xfrm>
            <a:off x="1842732" y="2744781"/>
            <a:ext cx="1084129" cy="2566994"/>
            <a:chOff x="5609389" y="2593228"/>
            <a:chExt cx="1084129" cy="2566994"/>
          </a:xfrm>
        </p:grpSpPr>
        <p:cxnSp>
          <p:nvCxnSpPr>
            <p:cNvPr id="26655" name="直接连接符 37"/>
            <p:cNvCxnSpPr>
              <a:cxnSpLocks noChangeShapeType="1"/>
            </p:cNvCxnSpPr>
            <p:nvPr/>
          </p:nvCxnSpPr>
          <p:spPr bwMode="auto">
            <a:xfrm rot="16200000" flipH="1">
              <a:off x="4979151" y="3223466"/>
              <a:ext cx="2189163" cy="928688"/>
            </a:xfrm>
            <a:prstGeom prst="line">
              <a:avLst/>
            </a:prstGeom>
            <a:noFill/>
            <a:ln w="38100" cmpd="sng">
              <a:solidFill>
                <a:srgbClr val="F3C97F"/>
              </a:solidFill>
              <a:round/>
              <a:headEnd/>
              <a:tailEnd/>
            </a:ln>
            <a:effectLst>
              <a:outerShdw dist="23000" dir="5400000" algn="ctr" rotWithShape="0">
                <a:srgbClr val="000000">
                  <a:alpha val="32999"/>
                </a:srgbClr>
              </a:outerShdw>
            </a:effectLst>
            <a:extLst>
              <a:ext uri="{909E8E84-426E-40DD-AFC4-6F175D3DCCD1}">
                <a14:hiddenFill xmlns:a14="http://schemas.microsoft.com/office/drawing/2010/main">
                  <a:noFill/>
                </a14:hiddenFill>
              </a:ext>
            </a:extLst>
          </p:spPr>
        </p:cxnSp>
        <p:graphicFrame>
          <p:nvGraphicFramePr>
            <p:cNvPr id="26667" name="Object 43"/>
            <p:cNvGraphicFramePr>
              <a:graphicFrameLocks noChangeAspect="1"/>
            </p:cNvGraphicFramePr>
            <p:nvPr>
              <p:extLst>
                <p:ext uri="{D42A27DB-BD31-4B8C-83A1-F6EECF244321}">
                  <p14:modId xmlns:p14="http://schemas.microsoft.com/office/powerpoint/2010/main" val="2937082497"/>
                </p:ext>
              </p:extLst>
            </p:nvPr>
          </p:nvGraphicFramePr>
          <p:xfrm>
            <a:off x="6332102" y="4840282"/>
            <a:ext cx="361416" cy="319940"/>
          </p:xfrm>
          <a:graphic>
            <a:graphicData uri="http://schemas.openxmlformats.org/presentationml/2006/ole">
              <mc:AlternateContent xmlns:mc="http://schemas.openxmlformats.org/markup-compatibility/2006">
                <mc:Choice xmlns:v="urn:schemas-microsoft-com:vml" Requires="v">
                  <p:oleObj spid="_x0000_s75548" r:id="rId15" imgW="190983" imgH="229116" progId="">
                    <p:embed/>
                  </p:oleObj>
                </mc:Choice>
                <mc:Fallback>
                  <p:oleObj r:id="rId15" imgW="190983" imgH="229116" progId="">
                    <p:embed/>
                    <p:pic>
                      <p:nvPicPr>
                        <p:cNvPr id="26667" name="Object 4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332102" y="4840282"/>
                          <a:ext cx="361416" cy="3199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670" name="Object 46"/>
            <p:cNvGraphicFramePr>
              <a:graphicFrameLocks noChangeAspect="1"/>
            </p:cNvGraphicFramePr>
            <p:nvPr>
              <p:extLst>
                <p:ext uri="{D42A27DB-BD31-4B8C-83A1-F6EECF244321}">
                  <p14:modId xmlns:p14="http://schemas.microsoft.com/office/powerpoint/2010/main" val="3487437369"/>
                </p:ext>
              </p:extLst>
            </p:nvPr>
          </p:nvGraphicFramePr>
          <p:xfrm>
            <a:off x="5944871" y="4288005"/>
            <a:ext cx="289133" cy="319940"/>
          </p:xfrm>
          <a:graphic>
            <a:graphicData uri="http://schemas.openxmlformats.org/presentationml/2006/ole">
              <mc:AlternateContent xmlns:mc="http://schemas.openxmlformats.org/markup-compatibility/2006">
                <mc:Choice xmlns:v="urn:schemas-microsoft-com:vml" Requires="v">
                  <p:oleObj spid="_x0000_s75549" r:id="rId17" imgW="152783" imgH="229016" progId="">
                    <p:embed/>
                  </p:oleObj>
                </mc:Choice>
                <mc:Fallback>
                  <p:oleObj r:id="rId17" imgW="152783" imgH="229016" progId="">
                    <p:embed/>
                    <p:pic>
                      <p:nvPicPr>
                        <p:cNvPr id="26670" name="Object 4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944871" y="4288005"/>
                          <a:ext cx="289133" cy="3199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5" name="组合 4">
            <a:extLst>
              <a:ext uri="{FF2B5EF4-FFF2-40B4-BE49-F238E27FC236}">
                <a16:creationId xmlns:a16="http://schemas.microsoft.com/office/drawing/2014/main" id="{6F1A0EBC-2EED-4865-806F-E46140B04A62}"/>
              </a:ext>
            </a:extLst>
          </p:cNvPr>
          <p:cNvGrpSpPr/>
          <p:nvPr/>
        </p:nvGrpSpPr>
        <p:grpSpPr>
          <a:xfrm>
            <a:off x="1455382" y="2287581"/>
            <a:ext cx="2762250" cy="3268465"/>
            <a:chOff x="5222039" y="2136028"/>
            <a:chExt cx="2762250" cy="3268465"/>
          </a:xfrm>
        </p:grpSpPr>
        <p:graphicFrame>
          <p:nvGraphicFramePr>
            <p:cNvPr id="26657" name="Object 33"/>
            <p:cNvGraphicFramePr>
              <a:graphicFrameLocks noChangeAspect="1"/>
            </p:cNvGraphicFramePr>
            <p:nvPr>
              <p:extLst>
                <p:ext uri="{D42A27DB-BD31-4B8C-83A1-F6EECF244321}">
                  <p14:modId xmlns:p14="http://schemas.microsoft.com/office/powerpoint/2010/main" val="1862813645"/>
                </p:ext>
              </p:extLst>
            </p:nvPr>
          </p:nvGraphicFramePr>
          <p:xfrm>
            <a:off x="7631478" y="4840282"/>
            <a:ext cx="337321" cy="319940"/>
          </p:xfrm>
          <a:graphic>
            <a:graphicData uri="http://schemas.openxmlformats.org/presentationml/2006/ole">
              <mc:AlternateContent xmlns:mc="http://schemas.openxmlformats.org/markup-compatibility/2006">
                <mc:Choice xmlns:v="urn:schemas-microsoft-com:vml" Requires="v">
                  <p:oleObj spid="_x0000_s75550" r:id="rId19" imgW="178040" imgH="228818" progId="">
                    <p:embed/>
                  </p:oleObj>
                </mc:Choice>
                <mc:Fallback>
                  <p:oleObj r:id="rId19" imgW="178040" imgH="228818" progId="">
                    <p:embed/>
                    <p:pic>
                      <p:nvPicPr>
                        <p:cNvPr id="26657" name="Object 33"/>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631478" y="4840282"/>
                          <a:ext cx="337321" cy="3199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26660" name="直接箭头连接符 5"/>
            <p:cNvCxnSpPr>
              <a:cxnSpLocks noChangeShapeType="1"/>
            </p:cNvCxnSpPr>
            <p:nvPr/>
          </p:nvCxnSpPr>
          <p:spPr bwMode="auto">
            <a:xfrm>
              <a:off x="5583989" y="4763341"/>
              <a:ext cx="2400300" cy="19050"/>
            </a:xfrm>
            <a:prstGeom prst="straightConnector1">
              <a:avLst/>
            </a:prstGeom>
            <a:noFill/>
            <a:ln w="9525" cmpd="sng">
              <a:solidFill>
                <a:srgbClr val="7F7F7F"/>
              </a:solidFill>
              <a:round/>
              <a:headEnd/>
              <a:tailEnd type="arrow" w="med" len="med"/>
            </a:ln>
            <a:extLst>
              <a:ext uri="{909E8E84-426E-40DD-AFC4-6F175D3DCCD1}">
                <a14:hiddenFill xmlns:a14="http://schemas.microsoft.com/office/drawing/2010/main">
                  <a:noFill/>
                </a14:hiddenFill>
              </a:ext>
            </a:extLst>
          </p:spPr>
        </p:cxnSp>
        <p:cxnSp>
          <p:nvCxnSpPr>
            <p:cNvPr id="26661" name="直接箭头连接符 54"/>
            <p:cNvCxnSpPr>
              <a:cxnSpLocks noChangeShapeType="1"/>
            </p:cNvCxnSpPr>
            <p:nvPr/>
          </p:nvCxnSpPr>
          <p:spPr bwMode="auto">
            <a:xfrm rot="16200000" flipV="1">
              <a:off x="4284171" y="3455239"/>
              <a:ext cx="2627313" cy="26988"/>
            </a:xfrm>
            <a:prstGeom prst="straightConnector1">
              <a:avLst/>
            </a:prstGeom>
            <a:noFill/>
            <a:ln w="9525" cmpd="sng">
              <a:solidFill>
                <a:srgbClr val="7F7F7F"/>
              </a:solidFill>
              <a:round/>
              <a:headEnd/>
              <a:tailEnd type="stealth" w="med" len="lg"/>
            </a:ln>
            <a:extLst>
              <a:ext uri="{909E8E84-426E-40DD-AFC4-6F175D3DCCD1}">
                <a14:hiddenFill xmlns:a14="http://schemas.microsoft.com/office/drawing/2010/main">
                  <a:noFill/>
                </a14:hiddenFill>
              </a:ext>
            </a:extLst>
          </p:spPr>
        </p:cxnSp>
        <p:graphicFrame>
          <p:nvGraphicFramePr>
            <p:cNvPr id="26663" name="Object 39"/>
            <p:cNvGraphicFramePr>
              <a:graphicFrameLocks noChangeAspect="1"/>
            </p:cNvGraphicFramePr>
            <p:nvPr>
              <p:extLst>
                <p:ext uri="{D42A27DB-BD31-4B8C-83A1-F6EECF244321}">
                  <p14:modId xmlns:p14="http://schemas.microsoft.com/office/powerpoint/2010/main" val="3286965790"/>
                </p:ext>
              </p:extLst>
            </p:nvPr>
          </p:nvGraphicFramePr>
          <p:xfrm>
            <a:off x="5273670" y="4827586"/>
            <a:ext cx="289133" cy="248842"/>
          </p:xfrm>
          <a:graphic>
            <a:graphicData uri="http://schemas.openxmlformats.org/presentationml/2006/ole">
              <mc:AlternateContent xmlns:mc="http://schemas.openxmlformats.org/markup-compatibility/2006">
                <mc:Choice xmlns:v="urn:schemas-microsoft-com:vml" Requires="v">
                  <p:oleObj spid="_x0000_s75551" r:id="rId21" imgW="152717" imgH="178117" progId="">
                    <p:embed/>
                  </p:oleObj>
                </mc:Choice>
                <mc:Fallback>
                  <p:oleObj r:id="rId21" imgW="152717" imgH="178117" progId="">
                    <p:embed/>
                    <p:pic>
                      <p:nvPicPr>
                        <p:cNvPr id="26663" name="Object 39"/>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273670" y="4827586"/>
                          <a:ext cx="289133" cy="2488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671" name="Object 47"/>
            <p:cNvGraphicFramePr>
              <a:graphicFrameLocks noChangeAspect="1"/>
            </p:cNvGraphicFramePr>
            <p:nvPr>
              <p:extLst>
                <p:ext uri="{D42A27DB-BD31-4B8C-83A1-F6EECF244321}">
                  <p14:modId xmlns:p14="http://schemas.microsoft.com/office/powerpoint/2010/main" val="1804893101"/>
                </p:ext>
              </p:extLst>
            </p:nvPr>
          </p:nvGraphicFramePr>
          <p:xfrm>
            <a:off x="5222039" y="2136028"/>
            <a:ext cx="361416" cy="319940"/>
          </p:xfrm>
          <a:graphic>
            <a:graphicData uri="http://schemas.openxmlformats.org/presentationml/2006/ole">
              <mc:AlternateContent xmlns:mc="http://schemas.openxmlformats.org/markup-compatibility/2006">
                <mc:Choice xmlns:v="urn:schemas-microsoft-com:vml" Requires="v">
                  <p:oleObj spid="_x0000_s75552" r:id="rId23" imgW="190983" imgH="229116" progId="">
                    <p:embed/>
                  </p:oleObj>
                </mc:Choice>
                <mc:Fallback>
                  <p:oleObj r:id="rId23" imgW="190983" imgH="229116" progId="">
                    <p:embed/>
                    <p:pic>
                      <p:nvPicPr>
                        <p:cNvPr id="26671" name="Object 47"/>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222039" y="2136028"/>
                          <a:ext cx="361416" cy="3199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26672" name="直接箭头连接符 85"/>
            <p:cNvCxnSpPr>
              <a:cxnSpLocks noChangeShapeType="1"/>
            </p:cNvCxnSpPr>
            <p:nvPr/>
          </p:nvCxnSpPr>
          <p:spPr bwMode="auto">
            <a:xfrm>
              <a:off x="6917489" y="4574428"/>
              <a:ext cx="285750" cy="1588"/>
            </a:xfrm>
            <a:prstGeom prst="straightConnector1">
              <a:avLst/>
            </a:prstGeom>
            <a:noFill/>
            <a:ln w="25400" cmpd="sng">
              <a:solidFill>
                <a:srgbClr val="C3C9D7"/>
              </a:solidFill>
              <a:round/>
              <a:headEnd/>
              <a:tailEnd type="arrow" w="med" len="med"/>
            </a:ln>
            <a:effectLst>
              <a:outerShdw dist="20000" dir="5400000" algn="ctr" rotWithShape="0">
                <a:srgbClr val="000000">
                  <a:alpha val="35999"/>
                </a:srgbClr>
              </a:outerShdw>
            </a:effectLst>
            <a:extLst>
              <a:ext uri="{909E8E84-426E-40DD-AFC4-6F175D3DCCD1}">
                <a14:hiddenFill xmlns:a14="http://schemas.microsoft.com/office/drawing/2010/main">
                  <a:noFill/>
                </a14:hiddenFill>
              </a:ext>
            </a:extLst>
          </p:spPr>
        </p:cxnSp>
        <p:cxnSp>
          <p:nvCxnSpPr>
            <p:cNvPr id="26673" name="直接箭头连接符 90"/>
            <p:cNvCxnSpPr>
              <a:cxnSpLocks noChangeShapeType="1"/>
            </p:cNvCxnSpPr>
            <p:nvPr/>
          </p:nvCxnSpPr>
          <p:spPr bwMode="auto">
            <a:xfrm rot="10800000">
              <a:off x="6517439" y="4593478"/>
              <a:ext cx="247650" cy="1588"/>
            </a:xfrm>
            <a:prstGeom prst="straightConnector1">
              <a:avLst/>
            </a:prstGeom>
            <a:noFill/>
            <a:ln w="25400" cmpd="sng">
              <a:solidFill>
                <a:srgbClr val="C3C9D7"/>
              </a:solidFill>
              <a:round/>
              <a:headEnd/>
              <a:tailEnd type="arrow" w="med" len="med"/>
            </a:ln>
            <a:effectLst>
              <a:outerShdw dist="20000" dir="5400000" algn="ctr" rotWithShape="0">
                <a:srgbClr val="000000">
                  <a:alpha val="35999"/>
                </a:srgbClr>
              </a:outerShdw>
            </a:effectLst>
            <a:extLst>
              <a:ext uri="{909E8E84-426E-40DD-AFC4-6F175D3DCCD1}">
                <a14:hiddenFill xmlns:a14="http://schemas.microsoft.com/office/drawing/2010/main">
                  <a:noFill/>
                </a14:hiddenFill>
              </a:ext>
            </a:extLst>
          </p:spPr>
        </p:cxnSp>
        <p:sp>
          <p:nvSpPr>
            <p:cNvPr id="26674" name="TextBox 97"/>
            <p:cNvSpPr txBox="1">
              <a:spLocks noChangeArrowheads="1"/>
            </p:cNvSpPr>
            <p:nvPr/>
          </p:nvSpPr>
          <p:spPr bwMode="auto">
            <a:xfrm>
              <a:off x="6573002" y="5096716"/>
              <a:ext cx="46672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400">
                  <a:latin typeface="微软雅黑" panose="020B0503020204020204" pitchFamily="34" charset="-122"/>
                  <a:ea typeface="微软雅黑" panose="020B0503020204020204" pitchFamily="34" charset="-122"/>
                </a:rPr>
                <a:t>(b)</a:t>
              </a:r>
              <a:endParaRPr lang="zh-CN" altLang="en-US" sz="1400">
                <a:latin typeface="微软雅黑" panose="020B0503020204020204" pitchFamily="34" charset="-122"/>
                <a:ea typeface="微软雅黑" panose="020B0503020204020204" pitchFamily="34" charset="-122"/>
              </a:endParaRPr>
            </a:p>
          </p:txBody>
        </p:sp>
      </p:grpSp>
      <p:sp>
        <p:nvSpPr>
          <p:cNvPr id="26701" name="TextBox 110"/>
          <p:cNvSpPr txBox="1">
            <a:spLocks noChangeArrowheads="1"/>
          </p:cNvSpPr>
          <p:nvPr/>
        </p:nvSpPr>
        <p:spPr bwMode="auto">
          <a:xfrm>
            <a:off x="4572000" y="2539830"/>
            <a:ext cx="3821274" cy="2359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285750" lvl="2" indent="-285750" defTabSz="457200" eaLnBrk="1" hangingPunct="1">
              <a:lnSpc>
                <a:spcPts val="3000"/>
              </a:lnSpc>
              <a:spcAft>
                <a:spcPts val="2400"/>
              </a:spcAft>
              <a:buFont typeface="Wingdings" panose="05000000000000000000" pitchFamily="2" charset="2"/>
              <a:buChar char="Ø"/>
              <a:defRPr/>
            </a:pPr>
            <a:r>
              <a:rPr lang="zh-CN" altLang="en-US" spc="150" dirty="0">
                <a:solidFill>
                  <a:srgbClr val="000000"/>
                </a:solidFill>
                <a:latin typeface="微软雅黑" panose="020B0503020204020204" pitchFamily="34" charset="-122"/>
                <a:ea typeface="微软雅黑" panose="020B0503020204020204" pitchFamily="34" charset="-122"/>
              </a:rPr>
              <a:t>消费者的收入和第二种商品的价格保持不变，第一种商品的价格发生变动</a:t>
            </a:r>
            <a:endParaRPr lang="en-US" altLang="zh-CN" spc="150" dirty="0">
              <a:solidFill>
                <a:srgbClr val="000000"/>
              </a:solidFill>
              <a:latin typeface="微软雅黑" panose="020B0503020204020204" pitchFamily="34" charset="-122"/>
              <a:ea typeface="微软雅黑" panose="020B0503020204020204" pitchFamily="34" charset="-122"/>
            </a:endParaRPr>
          </a:p>
          <a:p>
            <a:pPr marL="285750" lvl="2" indent="-285750" defTabSz="457200" eaLnBrk="1" hangingPunct="1">
              <a:lnSpc>
                <a:spcPts val="3000"/>
              </a:lnSpc>
              <a:spcAft>
                <a:spcPts val="1200"/>
              </a:spcAft>
              <a:buFont typeface="Wingdings" panose="05000000000000000000" pitchFamily="2" charset="2"/>
              <a:buChar char="Ø"/>
              <a:defRPr/>
            </a:pPr>
            <a:r>
              <a:rPr lang="zh-CN" altLang="en-US" spc="150" dirty="0">
                <a:solidFill>
                  <a:srgbClr val="000000"/>
                </a:solidFill>
                <a:latin typeface="微软雅黑" panose="020B0503020204020204" pitchFamily="34" charset="-122"/>
                <a:ea typeface="微软雅黑" panose="020B0503020204020204" pitchFamily="34" charset="-122"/>
              </a:rPr>
              <a:t>这时，</a:t>
            </a:r>
            <a:r>
              <a:rPr lang="en-US" altLang="zh-CN" spc="150" dirty="0">
                <a:solidFill>
                  <a:srgbClr val="000000"/>
                </a:solidFill>
                <a:latin typeface="微软雅黑" panose="020B0503020204020204" pitchFamily="34" charset="-122"/>
                <a:ea typeface="微软雅黑" panose="020B0503020204020204" pitchFamily="34" charset="-122"/>
              </a:rPr>
              <a:t>B</a:t>
            </a:r>
            <a:r>
              <a:rPr lang="zh-CN" altLang="en-US" spc="150" dirty="0">
                <a:solidFill>
                  <a:srgbClr val="000000"/>
                </a:solidFill>
                <a:latin typeface="微软雅黑" panose="020B0503020204020204" pitchFamily="34" charset="-122"/>
                <a:ea typeface="微软雅黑" panose="020B0503020204020204" pitchFamily="34" charset="-122"/>
              </a:rPr>
              <a:t>点不会发生改变，预算约束线将围绕</a:t>
            </a:r>
            <a:r>
              <a:rPr lang="en-US" altLang="zh-CN" spc="150" dirty="0">
                <a:solidFill>
                  <a:srgbClr val="000000"/>
                </a:solidFill>
                <a:latin typeface="微软雅黑" panose="020B0503020204020204" pitchFamily="34" charset="-122"/>
                <a:ea typeface="微软雅黑" panose="020B0503020204020204" pitchFamily="34" charset="-122"/>
              </a:rPr>
              <a:t>B</a:t>
            </a:r>
            <a:r>
              <a:rPr lang="zh-CN" altLang="en-US" spc="150" dirty="0">
                <a:solidFill>
                  <a:srgbClr val="000000"/>
                </a:solidFill>
                <a:latin typeface="微软雅黑" panose="020B0503020204020204" pitchFamily="34" charset="-122"/>
                <a:ea typeface="微软雅黑" panose="020B0503020204020204" pitchFamily="34" charset="-122"/>
              </a:rPr>
              <a:t>点旋转。</a:t>
            </a:r>
          </a:p>
        </p:txBody>
      </p:sp>
      <p:sp>
        <p:nvSpPr>
          <p:cNvPr id="31" name="矩形 30">
            <a:extLst>
              <a:ext uri="{FF2B5EF4-FFF2-40B4-BE49-F238E27FC236}">
                <a16:creationId xmlns:a16="http://schemas.microsoft.com/office/drawing/2014/main" id="{A9CA65E2-4FF8-4D70-A3D4-610330430091}"/>
              </a:ext>
            </a:extLst>
          </p:cNvPr>
          <p:cNvSpPr/>
          <p:nvPr/>
        </p:nvSpPr>
        <p:spPr>
          <a:xfrm>
            <a:off x="6537411" y="0"/>
            <a:ext cx="2606590" cy="369332"/>
          </a:xfrm>
          <a:prstGeom prst="rect">
            <a:avLst/>
          </a:prstGeom>
        </p:spPr>
        <p:txBody>
          <a:bodyPr wrap="squar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 第三节  预算约束线</a:t>
            </a:r>
          </a:p>
        </p:txBody>
      </p:sp>
      <p:sp>
        <p:nvSpPr>
          <p:cNvPr id="32" name="矩形 31">
            <a:extLst>
              <a:ext uri="{FF2B5EF4-FFF2-40B4-BE49-F238E27FC236}">
                <a16:creationId xmlns:a16="http://schemas.microsoft.com/office/drawing/2014/main" id="{6B181F86-6D02-4A97-B630-F543410FF393}"/>
              </a:ext>
            </a:extLst>
          </p:cNvPr>
          <p:cNvSpPr/>
          <p:nvPr/>
        </p:nvSpPr>
        <p:spPr>
          <a:xfrm>
            <a:off x="467544" y="548680"/>
            <a:ext cx="3454792"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二、预算约束线的变动</a:t>
            </a:r>
          </a:p>
        </p:txBody>
      </p:sp>
      <p:grpSp>
        <p:nvGrpSpPr>
          <p:cNvPr id="28" name="组合 27">
            <a:extLst>
              <a:ext uri="{FF2B5EF4-FFF2-40B4-BE49-F238E27FC236}">
                <a16:creationId xmlns:a16="http://schemas.microsoft.com/office/drawing/2014/main" id="{A67B3289-DE6E-4568-BE7F-265604479840}"/>
              </a:ext>
            </a:extLst>
          </p:cNvPr>
          <p:cNvGrpSpPr/>
          <p:nvPr/>
        </p:nvGrpSpPr>
        <p:grpSpPr>
          <a:xfrm>
            <a:off x="467544" y="1286399"/>
            <a:ext cx="3068136" cy="461665"/>
            <a:chOff x="467544" y="1161144"/>
            <a:chExt cx="4701766" cy="659493"/>
          </a:xfrm>
        </p:grpSpPr>
        <p:sp>
          <p:nvSpPr>
            <p:cNvPr id="29" name="MH_Text_1">
              <a:extLst>
                <a:ext uri="{FF2B5EF4-FFF2-40B4-BE49-F238E27FC236}">
                  <a16:creationId xmlns:a16="http://schemas.microsoft.com/office/drawing/2014/main" id="{81F8F529-275D-4ECE-9B6B-34983C0805E4}"/>
                </a:ext>
              </a:extLst>
            </p:cNvPr>
            <p:cNvSpPr/>
            <p:nvPr>
              <p:custDataLst>
                <p:tags r:id="rId2"/>
              </p:custDataLst>
            </p:nvPr>
          </p:nvSpPr>
          <p:spPr bwMode="auto">
            <a:xfrm>
              <a:off x="467544" y="1161144"/>
              <a:ext cx="4701766" cy="659493"/>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algn="ctr">
                <a:defRPr/>
              </a:pPr>
              <a:r>
                <a:rPr lang="zh-CN" altLang="en-US" sz="2000" spc="150" dirty="0">
                  <a:solidFill>
                    <a:srgbClr val="000000"/>
                  </a:solidFill>
                  <a:latin typeface="微软雅黑" panose="020B0503020204020204" pitchFamily="34" charset="-122"/>
                  <a:ea typeface="微软雅黑" panose="020B0503020204020204" pitchFamily="34" charset="-122"/>
                </a:rPr>
                <a:t>情形</a:t>
              </a:r>
              <a:r>
                <a:rPr lang="en-US" altLang="zh-CN" sz="2000" spc="150" dirty="0">
                  <a:solidFill>
                    <a:srgbClr val="000000"/>
                  </a:solidFill>
                  <a:latin typeface="微软雅黑" panose="020B0503020204020204" pitchFamily="34" charset="-122"/>
                  <a:ea typeface="微软雅黑" panose="020B0503020204020204" pitchFamily="34" charset="-122"/>
                </a:rPr>
                <a:t>2</a:t>
              </a:r>
              <a:r>
                <a:rPr lang="zh-CN" altLang="en-US" sz="2000" spc="150" dirty="0">
                  <a:solidFill>
                    <a:srgbClr val="000000"/>
                  </a:solidFill>
                  <a:latin typeface="微软雅黑" panose="020B0503020204020204" pitchFamily="34" charset="-122"/>
                  <a:ea typeface="微软雅黑" panose="020B0503020204020204" pitchFamily="34" charset="-122"/>
                </a:rPr>
                <a:t>：相对价格变动时</a:t>
              </a:r>
            </a:p>
          </p:txBody>
        </p:sp>
        <p:sp>
          <p:nvSpPr>
            <p:cNvPr id="33" name="MH_Other_2">
              <a:extLst>
                <a:ext uri="{FF2B5EF4-FFF2-40B4-BE49-F238E27FC236}">
                  <a16:creationId xmlns:a16="http://schemas.microsoft.com/office/drawing/2014/main" id="{8FB73911-A579-4B50-9677-8C4219A73805}"/>
                </a:ext>
              </a:extLst>
            </p:cNvPr>
            <p:cNvSpPr/>
            <p:nvPr>
              <p:custDataLst>
                <p:tags r:id="rId3"/>
              </p:custDataLst>
            </p:nvPr>
          </p:nvSpPr>
          <p:spPr bwMode="auto">
            <a:xfrm rot="10800000">
              <a:off x="4004344" y="1240922"/>
              <a:ext cx="189743" cy="162838"/>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Tree>
    <p:extLst>
      <p:ext uri="{BB962C8B-B14F-4D97-AF65-F5344CB8AC3E}">
        <p14:creationId xmlns:p14="http://schemas.microsoft.com/office/powerpoint/2010/main" val="2167630324"/>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barn(inVertical)">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6701">
                                            <p:txEl>
                                              <p:pRg st="0" end="0"/>
                                            </p:txEl>
                                          </p:spTgt>
                                        </p:tgtEl>
                                        <p:attrNameLst>
                                          <p:attrName>style.visibility</p:attrName>
                                        </p:attrNameLst>
                                      </p:cBhvr>
                                      <p:to>
                                        <p:strVal val="visible"/>
                                      </p:to>
                                    </p:set>
                                    <p:animEffect transition="in" filter="wipe(up)">
                                      <p:cBhvr>
                                        <p:cTn id="17" dur="1000"/>
                                        <p:tgtEl>
                                          <p:spTgt spid="26701">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fade">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fade">
                                      <p:cBhvr>
                                        <p:cTn id="32" dur="5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26701">
                                            <p:txEl>
                                              <p:pRg st="1" end="1"/>
                                            </p:txEl>
                                          </p:spTgt>
                                        </p:tgtEl>
                                        <p:attrNameLst>
                                          <p:attrName>style.visibility</p:attrName>
                                        </p:attrNameLst>
                                      </p:cBhvr>
                                      <p:to>
                                        <p:strVal val="visible"/>
                                      </p:to>
                                    </p:set>
                                    <p:animEffect transition="in" filter="wipe(up)">
                                      <p:cBhvr>
                                        <p:cTn id="37" dur="1000"/>
                                        <p:tgtEl>
                                          <p:spTgt spid="2670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268A417C-896B-4F6B-A81E-4A72222D4DB5}"/>
              </a:ext>
            </a:extLst>
          </p:cNvPr>
          <p:cNvGrpSpPr/>
          <p:nvPr/>
        </p:nvGrpSpPr>
        <p:grpSpPr>
          <a:xfrm>
            <a:off x="1701674" y="3129650"/>
            <a:ext cx="1713319" cy="1964337"/>
            <a:chOff x="5555827" y="3198844"/>
            <a:chExt cx="1713319" cy="1964337"/>
          </a:xfrm>
        </p:grpSpPr>
        <p:cxnSp>
          <p:nvCxnSpPr>
            <p:cNvPr id="26687" name="直接连接符 75"/>
            <p:cNvCxnSpPr>
              <a:cxnSpLocks noChangeShapeType="1"/>
            </p:cNvCxnSpPr>
            <p:nvPr/>
          </p:nvCxnSpPr>
          <p:spPr bwMode="auto">
            <a:xfrm rot="16200000" flipH="1">
              <a:off x="5770347" y="3445876"/>
              <a:ext cx="1543051" cy="1252537"/>
            </a:xfrm>
            <a:prstGeom prst="line">
              <a:avLst/>
            </a:prstGeom>
            <a:noFill/>
            <a:ln w="38100" cmpd="sng">
              <a:solidFill>
                <a:srgbClr val="F3C97F"/>
              </a:solidFill>
              <a:round/>
              <a:headEnd/>
              <a:tailEnd/>
            </a:ln>
            <a:effectLst>
              <a:outerShdw dist="23000" dir="5400000" algn="ctr" rotWithShape="0">
                <a:srgbClr val="000000">
                  <a:alpha val="32999"/>
                </a:srgbClr>
              </a:outerShdw>
            </a:effectLst>
            <a:extLst>
              <a:ext uri="{909E8E84-426E-40DD-AFC4-6F175D3DCCD1}">
                <a14:hiddenFill xmlns:a14="http://schemas.microsoft.com/office/drawing/2010/main">
                  <a:noFill/>
                </a14:hiddenFill>
              </a:ext>
            </a:extLst>
          </p:spPr>
        </p:cxnSp>
        <p:graphicFrame>
          <p:nvGraphicFramePr>
            <p:cNvPr id="26689" name="Object 65"/>
            <p:cNvGraphicFramePr>
              <a:graphicFrameLocks noChangeAspect="1"/>
            </p:cNvGraphicFramePr>
            <p:nvPr>
              <p:extLst>
                <p:ext uri="{D42A27DB-BD31-4B8C-83A1-F6EECF244321}">
                  <p14:modId xmlns:p14="http://schemas.microsoft.com/office/powerpoint/2010/main" val="534094949"/>
                </p:ext>
              </p:extLst>
            </p:nvPr>
          </p:nvGraphicFramePr>
          <p:xfrm>
            <a:off x="6999635" y="4932083"/>
            <a:ext cx="269511" cy="231098"/>
          </p:xfrm>
          <a:graphic>
            <a:graphicData uri="http://schemas.openxmlformats.org/presentationml/2006/ole">
              <mc:AlternateContent xmlns:mc="http://schemas.openxmlformats.org/markup-compatibility/2006">
                <mc:Choice xmlns:v="urn:schemas-microsoft-com:vml" Requires="v">
                  <p:oleObj spid="_x0000_s76557" r:id="rId5" imgW="152783" imgH="165489" progId="">
                    <p:embed/>
                  </p:oleObj>
                </mc:Choice>
                <mc:Fallback>
                  <p:oleObj r:id="rId5" imgW="152783" imgH="165489" progId="">
                    <p:embed/>
                    <p:pic>
                      <p:nvPicPr>
                        <p:cNvPr id="26689" name="Object 6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99635" y="4932083"/>
                          <a:ext cx="269511" cy="231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690" name="Object 66"/>
            <p:cNvGraphicFramePr>
              <a:graphicFrameLocks noChangeAspect="1"/>
            </p:cNvGraphicFramePr>
            <p:nvPr>
              <p:extLst>
                <p:ext uri="{D42A27DB-BD31-4B8C-83A1-F6EECF244321}">
                  <p14:modId xmlns:p14="http://schemas.microsoft.com/office/powerpoint/2010/main" val="606221314"/>
                </p:ext>
              </p:extLst>
            </p:nvPr>
          </p:nvGraphicFramePr>
          <p:xfrm>
            <a:off x="5555827" y="3198844"/>
            <a:ext cx="269511" cy="231098"/>
          </p:xfrm>
          <a:graphic>
            <a:graphicData uri="http://schemas.openxmlformats.org/presentationml/2006/ole">
              <mc:AlternateContent xmlns:mc="http://schemas.openxmlformats.org/markup-compatibility/2006">
                <mc:Choice xmlns:v="urn:schemas-microsoft-com:vml" Requires="v">
                  <p:oleObj spid="_x0000_s76558" r:id="rId7" imgW="152783" imgH="165489" progId="">
                    <p:embed/>
                  </p:oleObj>
                </mc:Choice>
                <mc:Fallback>
                  <p:oleObj r:id="rId7" imgW="152783" imgH="165489" progId="">
                    <p:embed/>
                    <p:pic>
                      <p:nvPicPr>
                        <p:cNvPr id="26690" name="Object 6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555827" y="3198844"/>
                          <a:ext cx="269511" cy="231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693" name="Object 69"/>
            <p:cNvGraphicFramePr>
              <a:graphicFrameLocks noChangeAspect="1"/>
            </p:cNvGraphicFramePr>
            <p:nvPr>
              <p:extLst>
                <p:ext uri="{D42A27DB-BD31-4B8C-83A1-F6EECF244321}">
                  <p14:modId xmlns:p14="http://schemas.microsoft.com/office/powerpoint/2010/main" val="4072306822"/>
                </p:ext>
              </p:extLst>
            </p:nvPr>
          </p:nvGraphicFramePr>
          <p:xfrm>
            <a:off x="6462218" y="4227359"/>
            <a:ext cx="224592" cy="231098"/>
          </p:xfrm>
          <a:graphic>
            <a:graphicData uri="http://schemas.openxmlformats.org/presentationml/2006/ole">
              <mc:AlternateContent xmlns:mc="http://schemas.openxmlformats.org/markup-compatibility/2006">
                <mc:Choice xmlns:v="urn:schemas-microsoft-com:vml" Requires="v">
                  <p:oleObj spid="_x0000_s76559" r:id="rId9" imgW="127262" imgH="165345" progId="">
                    <p:embed/>
                  </p:oleObj>
                </mc:Choice>
                <mc:Fallback>
                  <p:oleObj r:id="rId9" imgW="127262" imgH="165345" progId="">
                    <p:embed/>
                    <p:pic>
                      <p:nvPicPr>
                        <p:cNvPr id="26693" name="Object 6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62218" y="4227359"/>
                          <a:ext cx="224592" cy="231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4" name="组合 3">
            <a:extLst>
              <a:ext uri="{FF2B5EF4-FFF2-40B4-BE49-F238E27FC236}">
                <a16:creationId xmlns:a16="http://schemas.microsoft.com/office/drawing/2014/main" id="{BAC39ED5-87DC-4149-B9F0-F708081A2802}"/>
              </a:ext>
            </a:extLst>
          </p:cNvPr>
          <p:cNvGrpSpPr/>
          <p:nvPr/>
        </p:nvGrpSpPr>
        <p:grpSpPr>
          <a:xfrm>
            <a:off x="1645526" y="2526509"/>
            <a:ext cx="2568374" cy="2662711"/>
            <a:chOff x="5499679" y="2595703"/>
            <a:chExt cx="2568374" cy="2662711"/>
          </a:xfrm>
        </p:grpSpPr>
        <p:cxnSp>
          <p:nvCxnSpPr>
            <p:cNvPr id="26681" name="直接连接符 58"/>
            <p:cNvCxnSpPr>
              <a:cxnSpLocks noChangeShapeType="1"/>
            </p:cNvCxnSpPr>
            <p:nvPr/>
          </p:nvCxnSpPr>
          <p:spPr bwMode="auto">
            <a:xfrm rot="16200000" flipH="1">
              <a:off x="5637791" y="2921206"/>
              <a:ext cx="2170113" cy="1709737"/>
            </a:xfrm>
            <a:prstGeom prst="line">
              <a:avLst/>
            </a:prstGeom>
            <a:noFill/>
            <a:ln w="38100" cmpd="sng">
              <a:solidFill>
                <a:srgbClr val="BB1528"/>
              </a:solidFill>
              <a:prstDash val="dash"/>
              <a:round/>
              <a:headEnd/>
              <a:tailEnd/>
            </a:ln>
            <a:effectLst>
              <a:outerShdw dist="23000" dir="5400000" algn="ctr" rotWithShape="0">
                <a:srgbClr val="000000">
                  <a:alpha val="32999"/>
                </a:srgbClr>
              </a:outerShdw>
            </a:effectLst>
            <a:extLst>
              <a:ext uri="{909E8E84-426E-40DD-AFC4-6F175D3DCCD1}">
                <a14:hiddenFill xmlns:a14="http://schemas.microsoft.com/office/drawing/2010/main">
                  <a:noFill/>
                </a14:hiddenFill>
              </a:ext>
            </a:extLst>
          </p:spPr>
        </p:cxnSp>
        <p:graphicFrame>
          <p:nvGraphicFramePr>
            <p:cNvPr id="26682" name="Object 58"/>
            <p:cNvGraphicFramePr>
              <a:graphicFrameLocks noChangeAspect="1"/>
            </p:cNvGraphicFramePr>
            <p:nvPr>
              <p:extLst>
                <p:ext uri="{D42A27DB-BD31-4B8C-83A1-F6EECF244321}">
                  <p14:modId xmlns:p14="http://schemas.microsoft.com/office/powerpoint/2010/main" val="3003472432"/>
                </p:ext>
              </p:extLst>
            </p:nvPr>
          </p:nvGraphicFramePr>
          <p:xfrm>
            <a:off x="7753624" y="4919385"/>
            <a:ext cx="314429" cy="319982"/>
          </p:xfrm>
          <a:graphic>
            <a:graphicData uri="http://schemas.openxmlformats.org/presentationml/2006/ole">
              <mc:AlternateContent xmlns:mc="http://schemas.openxmlformats.org/markup-compatibility/2006">
                <mc:Choice xmlns:v="urn:schemas-microsoft-com:vml" Requires="v">
                  <p:oleObj spid="_x0000_s76560" r:id="rId11" imgW="178040" imgH="228818" progId="">
                    <p:embed/>
                  </p:oleObj>
                </mc:Choice>
                <mc:Fallback>
                  <p:oleObj r:id="rId11" imgW="178040" imgH="228818" progId="">
                    <p:embed/>
                    <p:pic>
                      <p:nvPicPr>
                        <p:cNvPr id="26682" name="Object 5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753624" y="4919385"/>
                          <a:ext cx="314429" cy="3199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691" name="Object 67"/>
            <p:cNvGraphicFramePr>
              <a:graphicFrameLocks noChangeAspect="1"/>
            </p:cNvGraphicFramePr>
            <p:nvPr>
              <p:extLst>
                <p:ext uri="{D42A27DB-BD31-4B8C-83A1-F6EECF244321}">
                  <p14:modId xmlns:p14="http://schemas.microsoft.com/office/powerpoint/2010/main" val="3330652802"/>
                </p:ext>
              </p:extLst>
            </p:nvPr>
          </p:nvGraphicFramePr>
          <p:xfrm>
            <a:off x="7376630" y="4938432"/>
            <a:ext cx="291970" cy="319982"/>
          </p:xfrm>
          <a:graphic>
            <a:graphicData uri="http://schemas.openxmlformats.org/presentationml/2006/ole">
              <mc:AlternateContent xmlns:mc="http://schemas.openxmlformats.org/markup-compatibility/2006">
                <mc:Choice xmlns:v="urn:schemas-microsoft-com:vml" Requires="v">
                  <p:oleObj spid="_x0000_s76561" r:id="rId13" imgW="165417" imgH="228917" progId="">
                    <p:embed/>
                  </p:oleObj>
                </mc:Choice>
                <mc:Fallback>
                  <p:oleObj r:id="rId13" imgW="165417" imgH="228917" progId="">
                    <p:embed/>
                    <p:pic>
                      <p:nvPicPr>
                        <p:cNvPr id="26691" name="Object 6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376630" y="4938432"/>
                          <a:ext cx="291970" cy="3199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692" name="Object 68"/>
            <p:cNvGraphicFramePr>
              <a:graphicFrameLocks noChangeAspect="1"/>
            </p:cNvGraphicFramePr>
            <p:nvPr>
              <p:extLst>
                <p:ext uri="{D42A27DB-BD31-4B8C-83A1-F6EECF244321}">
                  <p14:modId xmlns:p14="http://schemas.microsoft.com/office/powerpoint/2010/main" val="1108961143"/>
                </p:ext>
              </p:extLst>
            </p:nvPr>
          </p:nvGraphicFramePr>
          <p:xfrm>
            <a:off x="5499679" y="2595703"/>
            <a:ext cx="291970" cy="319982"/>
          </p:xfrm>
          <a:graphic>
            <a:graphicData uri="http://schemas.openxmlformats.org/presentationml/2006/ole">
              <mc:AlternateContent xmlns:mc="http://schemas.openxmlformats.org/markup-compatibility/2006">
                <mc:Choice xmlns:v="urn:schemas-microsoft-com:vml" Requires="v">
                  <p:oleObj spid="_x0000_s76562" r:id="rId15" imgW="165417" imgH="228917" progId="">
                    <p:embed/>
                  </p:oleObj>
                </mc:Choice>
                <mc:Fallback>
                  <p:oleObj r:id="rId15" imgW="165417" imgH="228917" progId="">
                    <p:embed/>
                    <p:pic>
                      <p:nvPicPr>
                        <p:cNvPr id="26692" name="Object 6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499679" y="2595703"/>
                          <a:ext cx="291970" cy="3199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694" name="Object 70"/>
            <p:cNvGraphicFramePr>
              <a:graphicFrameLocks noChangeAspect="1"/>
            </p:cNvGraphicFramePr>
            <p:nvPr>
              <p:extLst>
                <p:ext uri="{D42A27DB-BD31-4B8C-83A1-F6EECF244321}">
                  <p14:modId xmlns:p14="http://schemas.microsoft.com/office/powerpoint/2010/main" val="322117033"/>
                </p:ext>
              </p:extLst>
            </p:nvPr>
          </p:nvGraphicFramePr>
          <p:xfrm>
            <a:off x="7248291" y="4195615"/>
            <a:ext cx="247052" cy="319982"/>
          </p:xfrm>
          <a:graphic>
            <a:graphicData uri="http://schemas.openxmlformats.org/presentationml/2006/ole">
              <mc:AlternateContent xmlns:mc="http://schemas.openxmlformats.org/markup-compatibility/2006">
                <mc:Choice xmlns:v="urn:schemas-microsoft-com:vml" Requires="v">
                  <p:oleObj spid="_x0000_s76563" r:id="rId17" imgW="140199" imgH="229215" progId="">
                    <p:embed/>
                  </p:oleObj>
                </mc:Choice>
                <mc:Fallback>
                  <p:oleObj r:id="rId17" imgW="140199" imgH="229215" progId="">
                    <p:embed/>
                    <p:pic>
                      <p:nvPicPr>
                        <p:cNvPr id="26694" name="Object 7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248291" y="4195615"/>
                          <a:ext cx="247052" cy="3199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3" name="组合 2">
            <a:extLst>
              <a:ext uri="{FF2B5EF4-FFF2-40B4-BE49-F238E27FC236}">
                <a16:creationId xmlns:a16="http://schemas.microsoft.com/office/drawing/2014/main" id="{88524E94-2C7D-48A7-BF31-F2B7370EB9A2}"/>
              </a:ext>
            </a:extLst>
          </p:cNvPr>
          <p:cNvGrpSpPr/>
          <p:nvPr/>
        </p:nvGrpSpPr>
        <p:grpSpPr>
          <a:xfrm>
            <a:off x="1653547" y="2145577"/>
            <a:ext cx="2579604" cy="2224640"/>
            <a:chOff x="5507700" y="2214771"/>
            <a:chExt cx="2579604" cy="2224640"/>
          </a:xfrm>
        </p:grpSpPr>
        <p:cxnSp>
          <p:nvCxnSpPr>
            <p:cNvPr id="26680" name="直接连接符 57"/>
            <p:cNvCxnSpPr>
              <a:cxnSpLocks noChangeShapeType="1"/>
            </p:cNvCxnSpPr>
            <p:nvPr/>
          </p:nvCxnSpPr>
          <p:spPr bwMode="auto">
            <a:xfrm>
              <a:off x="5893379" y="2691021"/>
              <a:ext cx="1900237" cy="1409701"/>
            </a:xfrm>
            <a:prstGeom prst="line">
              <a:avLst/>
            </a:prstGeom>
            <a:noFill/>
            <a:ln w="38100" cmpd="sng">
              <a:solidFill>
                <a:srgbClr val="F3C97F"/>
              </a:solidFill>
              <a:round/>
              <a:headEnd/>
              <a:tailEnd/>
            </a:ln>
            <a:effectLst>
              <a:outerShdw dist="23000" dir="5400000" algn="ctr" rotWithShape="0">
                <a:srgbClr val="000000">
                  <a:alpha val="32999"/>
                </a:srgbClr>
              </a:outerShdw>
            </a:effectLst>
            <a:extLst>
              <a:ext uri="{909E8E84-426E-40DD-AFC4-6F175D3DCCD1}">
                <a14:hiddenFill xmlns:a14="http://schemas.microsoft.com/office/drawing/2010/main">
                  <a:noFill/>
                </a14:hiddenFill>
              </a:ext>
            </a:extLst>
          </p:spPr>
        </p:cxnSp>
        <p:graphicFrame>
          <p:nvGraphicFramePr>
            <p:cNvPr id="26695" name="Object 71"/>
            <p:cNvGraphicFramePr>
              <a:graphicFrameLocks noChangeAspect="1"/>
            </p:cNvGraphicFramePr>
            <p:nvPr>
              <p:extLst>
                <p:ext uri="{D42A27DB-BD31-4B8C-83A1-F6EECF244321}">
                  <p14:modId xmlns:p14="http://schemas.microsoft.com/office/powerpoint/2010/main" val="3867639925"/>
                </p:ext>
              </p:extLst>
            </p:nvPr>
          </p:nvGraphicFramePr>
          <p:xfrm>
            <a:off x="7817793" y="4119429"/>
            <a:ext cx="269511" cy="319982"/>
          </p:xfrm>
          <a:graphic>
            <a:graphicData uri="http://schemas.openxmlformats.org/presentationml/2006/ole">
              <mc:AlternateContent xmlns:mc="http://schemas.openxmlformats.org/markup-compatibility/2006">
                <mc:Choice xmlns:v="urn:schemas-microsoft-com:vml" Requires="v">
                  <p:oleObj spid="_x0000_s76564" r:id="rId19" imgW="152783" imgH="229016" progId="">
                    <p:embed/>
                  </p:oleObj>
                </mc:Choice>
                <mc:Fallback>
                  <p:oleObj r:id="rId19" imgW="152783" imgH="229016" progId="">
                    <p:embed/>
                    <p:pic>
                      <p:nvPicPr>
                        <p:cNvPr id="26695" name="Object 7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817793" y="4119429"/>
                          <a:ext cx="269511" cy="3199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696" name="Object 72"/>
            <p:cNvGraphicFramePr>
              <a:graphicFrameLocks noChangeAspect="1"/>
            </p:cNvGraphicFramePr>
            <p:nvPr>
              <p:extLst>
                <p:ext uri="{D42A27DB-BD31-4B8C-83A1-F6EECF244321}">
                  <p14:modId xmlns:p14="http://schemas.microsoft.com/office/powerpoint/2010/main" val="1657284834"/>
                </p:ext>
              </p:extLst>
            </p:nvPr>
          </p:nvGraphicFramePr>
          <p:xfrm>
            <a:off x="5507700" y="2214771"/>
            <a:ext cx="336889" cy="319982"/>
          </p:xfrm>
          <a:graphic>
            <a:graphicData uri="http://schemas.openxmlformats.org/presentationml/2006/ole">
              <mc:AlternateContent xmlns:mc="http://schemas.openxmlformats.org/markup-compatibility/2006">
                <mc:Choice xmlns:v="urn:schemas-microsoft-com:vml" Requires="v">
                  <p:oleObj spid="_x0000_s76565" r:id="rId21" imgW="190983" imgH="229116" progId="">
                    <p:embed/>
                  </p:oleObj>
                </mc:Choice>
                <mc:Fallback>
                  <p:oleObj r:id="rId21" imgW="190983" imgH="229116" progId="">
                    <p:embed/>
                    <p:pic>
                      <p:nvPicPr>
                        <p:cNvPr id="26696" name="Object 7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507700" y="2214771"/>
                          <a:ext cx="336889" cy="3199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6" name="组合 5">
            <a:extLst>
              <a:ext uri="{FF2B5EF4-FFF2-40B4-BE49-F238E27FC236}">
                <a16:creationId xmlns:a16="http://schemas.microsoft.com/office/drawing/2014/main" id="{04F1537A-6FF7-499E-B0A8-DE5E72BFF850}"/>
              </a:ext>
            </a:extLst>
          </p:cNvPr>
          <p:cNvGrpSpPr/>
          <p:nvPr/>
        </p:nvGrpSpPr>
        <p:grpSpPr>
          <a:xfrm>
            <a:off x="1701674" y="2164624"/>
            <a:ext cx="2526714" cy="3245703"/>
            <a:chOff x="5555827" y="2233818"/>
            <a:chExt cx="2526714" cy="3245703"/>
          </a:xfrm>
        </p:grpSpPr>
        <p:cxnSp>
          <p:nvCxnSpPr>
            <p:cNvPr id="26677" name="直接箭头连接符 92"/>
            <p:cNvCxnSpPr>
              <a:cxnSpLocks noChangeShapeType="1"/>
            </p:cNvCxnSpPr>
            <p:nvPr/>
          </p:nvCxnSpPr>
          <p:spPr bwMode="auto">
            <a:xfrm flipV="1">
              <a:off x="7103054" y="4049921"/>
              <a:ext cx="449262" cy="17462"/>
            </a:xfrm>
            <a:prstGeom prst="straightConnector1">
              <a:avLst/>
            </a:prstGeom>
            <a:noFill/>
            <a:ln w="25400" cmpd="sng">
              <a:solidFill>
                <a:srgbClr val="C3C9D7"/>
              </a:solidFill>
              <a:round/>
              <a:headEnd/>
              <a:tailEnd type="arrow" w="med" len="med"/>
            </a:ln>
            <a:effectLst>
              <a:outerShdw dist="20000" dir="5400000" algn="ctr" rotWithShape="0">
                <a:srgbClr val="000000">
                  <a:alpha val="35999"/>
                </a:srgbClr>
              </a:outerShdw>
            </a:effectLst>
            <a:extLst>
              <a:ext uri="{909E8E84-426E-40DD-AFC4-6F175D3DCCD1}">
                <a14:hiddenFill xmlns:a14="http://schemas.microsoft.com/office/drawing/2010/main">
                  <a:noFill/>
                </a14:hiddenFill>
              </a:ext>
            </a:extLst>
          </p:spPr>
        </p:cxnSp>
        <p:cxnSp>
          <p:nvCxnSpPr>
            <p:cNvPr id="26685" name="直接箭头连接符 5"/>
            <p:cNvCxnSpPr>
              <a:cxnSpLocks noChangeShapeType="1"/>
            </p:cNvCxnSpPr>
            <p:nvPr/>
          </p:nvCxnSpPr>
          <p:spPr bwMode="auto">
            <a:xfrm>
              <a:off x="5844166" y="4843672"/>
              <a:ext cx="2238375" cy="19050"/>
            </a:xfrm>
            <a:prstGeom prst="straightConnector1">
              <a:avLst/>
            </a:prstGeom>
            <a:noFill/>
            <a:ln w="9525" cmpd="sng">
              <a:solidFill>
                <a:srgbClr val="7F7F7F"/>
              </a:solidFill>
              <a:round/>
              <a:headEnd/>
              <a:tailEnd type="arrow" w="med" len="med"/>
            </a:ln>
            <a:extLst>
              <a:ext uri="{909E8E84-426E-40DD-AFC4-6F175D3DCCD1}">
                <a14:hiddenFill xmlns:a14="http://schemas.microsoft.com/office/drawing/2010/main">
                  <a:noFill/>
                </a14:hiddenFill>
              </a:ext>
            </a:extLst>
          </p:spPr>
        </p:cxnSp>
        <p:cxnSp>
          <p:nvCxnSpPr>
            <p:cNvPr id="26686" name="直接箭头连接符 74"/>
            <p:cNvCxnSpPr>
              <a:cxnSpLocks noChangeShapeType="1"/>
            </p:cNvCxnSpPr>
            <p:nvPr/>
          </p:nvCxnSpPr>
          <p:spPr bwMode="auto">
            <a:xfrm rot="16200000" flipV="1">
              <a:off x="4565432" y="3536363"/>
              <a:ext cx="2628901" cy="23812"/>
            </a:xfrm>
            <a:prstGeom prst="straightConnector1">
              <a:avLst/>
            </a:prstGeom>
            <a:noFill/>
            <a:ln w="9525" cmpd="sng">
              <a:solidFill>
                <a:srgbClr val="7F7F7F"/>
              </a:solidFill>
              <a:round/>
              <a:headEnd/>
              <a:tailEnd type="stealth" w="med" len="lg"/>
            </a:ln>
            <a:extLst>
              <a:ext uri="{909E8E84-426E-40DD-AFC4-6F175D3DCCD1}">
                <a14:hiddenFill xmlns:a14="http://schemas.microsoft.com/office/drawing/2010/main">
                  <a:noFill/>
                </a14:hiddenFill>
              </a:ext>
            </a:extLst>
          </p:spPr>
        </p:cxnSp>
        <p:graphicFrame>
          <p:nvGraphicFramePr>
            <p:cNvPr id="26688" name="Object 64"/>
            <p:cNvGraphicFramePr>
              <a:graphicFrameLocks noChangeAspect="1"/>
            </p:cNvGraphicFramePr>
            <p:nvPr>
              <p:extLst>
                <p:ext uri="{D42A27DB-BD31-4B8C-83A1-F6EECF244321}">
                  <p14:modId xmlns:p14="http://schemas.microsoft.com/office/powerpoint/2010/main" val="3388979701"/>
                </p:ext>
              </p:extLst>
            </p:nvPr>
          </p:nvGraphicFramePr>
          <p:xfrm>
            <a:off x="5555827" y="4906687"/>
            <a:ext cx="269511" cy="248875"/>
          </p:xfrm>
          <a:graphic>
            <a:graphicData uri="http://schemas.openxmlformats.org/presentationml/2006/ole">
              <mc:AlternateContent xmlns:mc="http://schemas.openxmlformats.org/markup-compatibility/2006">
                <mc:Choice xmlns:v="urn:schemas-microsoft-com:vml" Requires="v">
                  <p:oleObj spid="_x0000_s76566" r:id="rId23" imgW="152717" imgH="178117" progId="">
                    <p:embed/>
                  </p:oleObj>
                </mc:Choice>
                <mc:Fallback>
                  <p:oleObj r:id="rId23" imgW="152717" imgH="178117" progId="">
                    <p:embed/>
                    <p:pic>
                      <p:nvPicPr>
                        <p:cNvPr id="26688" name="Object 64"/>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555827" y="4906687"/>
                          <a:ext cx="269511" cy="24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26697" name="直接箭头连接符 93"/>
            <p:cNvCxnSpPr>
              <a:cxnSpLocks noChangeShapeType="1"/>
            </p:cNvCxnSpPr>
            <p:nvPr/>
          </p:nvCxnSpPr>
          <p:spPr bwMode="auto">
            <a:xfrm flipV="1">
              <a:off x="6479166" y="3773697"/>
              <a:ext cx="503238" cy="14287"/>
            </a:xfrm>
            <a:prstGeom prst="straightConnector1">
              <a:avLst/>
            </a:prstGeom>
            <a:noFill/>
            <a:ln w="25400" cmpd="sng">
              <a:solidFill>
                <a:srgbClr val="C3C9D7"/>
              </a:solidFill>
              <a:round/>
              <a:headEnd/>
              <a:tailEnd type="arrow" w="med" len="med"/>
            </a:ln>
            <a:effectLst>
              <a:outerShdw dist="20000" dir="5400000" algn="ctr" rotWithShape="0">
                <a:srgbClr val="000000">
                  <a:alpha val="35999"/>
                </a:srgbClr>
              </a:outerShdw>
            </a:effectLst>
            <a:extLst>
              <a:ext uri="{909E8E84-426E-40DD-AFC4-6F175D3DCCD1}">
                <a14:hiddenFill xmlns:a14="http://schemas.microsoft.com/office/drawing/2010/main">
                  <a:noFill/>
                </a14:hiddenFill>
              </a:ext>
            </a:extLst>
          </p:spPr>
        </p:cxnSp>
        <p:cxnSp>
          <p:nvCxnSpPr>
            <p:cNvPr id="26698" name="直接箭头连接符 95"/>
            <p:cNvCxnSpPr>
              <a:cxnSpLocks noChangeShapeType="1"/>
            </p:cNvCxnSpPr>
            <p:nvPr/>
          </p:nvCxnSpPr>
          <p:spPr bwMode="auto">
            <a:xfrm>
              <a:off x="6598229" y="4107072"/>
              <a:ext cx="285750" cy="1587"/>
            </a:xfrm>
            <a:prstGeom prst="straightConnector1">
              <a:avLst/>
            </a:prstGeom>
            <a:noFill/>
            <a:ln w="25400" cmpd="sng">
              <a:solidFill>
                <a:srgbClr val="C3C9D7"/>
              </a:solidFill>
              <a:round/>
              <a:headEnd/>
              <a:tailEnd type="arrow" w="med" len="med"/>
            </a:ln>
            <a:effectLst>
              <a:outerShdw dist="20000" dir="5400000" algn="ctr" rotWithShape="0">
                <a:srgbClr val="000000">
                  <a:alpha val="35999"/>
                </a:srgbClr>
              </a:outerShdw>
            </a:effectLst>
            <a:extLst>
              <a:ext uri="{909E8E84-426E-40DD-AFC4-6F175D3DCCD1}">
                <a14:hiddenFill xmlns:a14="http://schemas.microsoft.com/office/drawing/2010/main">
                  <a:noFill/>
                </a14:hiddenFill>
              </a:ext>
            </a:extLst>
          </p:spPr>
        </p:cxnSp>
        <p:sp>
          <p:nvSpPr>
            <p:cNvPr id="26699" name="TextBox 98"/>
            <p:cNvSpPr txBox="1">
              <a:spLocks noChangeArrowheads="1"/>
            </p:cNvSpPr>
            <p:nvPr/>
          </p:nvSpPr>
          <p:spPr bwMode="auto">
            <a:xfrm>
              <a:off x="6934664" y="5171744"/>
              <a:ext cx="46695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400">
                  <a:latin typeface="微软雅黑" panose="020B0503020204020204" pitchFamily="34" charset="-122"/>
                  <a:ea typeface="微软雅黑" panose="020B0503020204020204" pitchFamily="34" charset="-122"/>
                </a:rPr>
                <a:t>(c)</a:t>
              </a:r>
              <a:endParaRPr lang="zh-CN" altLang="en-US" sz="1400">
                <a:latin typeface="微软雅黑" panose="020B0503020204020204" pitchFamily="34" charset="-122"/>
                <a:ea typeface="微软雅黑" panose="020B0503020204020204" pitchFamily="34" charset="-122"/>
              </a:endParaRPr>
            </a:p>
          </p:txBody>
        </p:sp>
      </p:grpSp>
      <p:sp>
        <p:nvSpPr>
          <p:cNvPr id="26700" name="TextBox 110"/>
          <p:cNvSpPr txBox="1">
            <a:spLocks noChangeArrowheads="1"/>
          </p:cNvSpPr>
          <p:nvPr/>
        </p:nvSpPr>
        <p:spPr bwMode="auto">
          <a:xfrm>
            <a:off x="4572000" y="2786322"/>
            <a:ext cx="3779668" cy="1583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285750" lvl="2" indent="-285750" defTabSz="457200" eaLnBrk="1" hangingPunct="1">
              <a:lnSpc>
                <a:spcPts val="3000"/>
              </a:lnSpc>
              <a:buFont typeface="Wingdings" panose="05000000000000000000" pitchFamily="2" charset="2"/>
              <a:buChar char="Ø"/>
              <a:defRPr/>
            </a:pPr>
            <a:r>
              <a:rPr lang="zh-CN" altLang="en-US" spc="150" dirty="0">
                <a:solidFill>
                  <a:srgbClr val="000000"/>
                </a:solidFill>
                <a:latin typeface="微软雅黑" panose="020B0503020204020204" pitchFamily="34" charset="-122"/>
                <a:ea typeface="微软雅黑" panose="020B0503020204020204" pitchFamily="34" charset="-122"/>
              </a:rPr>
              <a:t>消费者的收入和两种商品的价格同时发生变动，这时，消费者的预算约束线既可能发生平行移动，也可能出现旋转。</a:t>
            </a:r>
          </a:p>
        </p:txBody>
      </p:sp>
      <p:sp>
        <p:nvSpPr>
          <p:cNvPr id="32" name="矩形 31">
            <a:extLst>
              <a:ext uri="{FF2B5EF4-FFF2-40B4-BE49-F238E27FC236}">
                <a16:creationId xmlns:a16="http://schemas.microsoft.com/office/drawing/2014/main" id="{C8007BAD-2A51-42AD-B738-CE178C334C7F}"/>
              </a:ext>
            </a:extLst>
          </p:cNvPr>
          <p:cNvSpPr/>
          <p:nvPr/>
        </p:nvSpPr>
        <p:spPr>
          <a:xfrm>
            <a:off x="6537411" y="0"/>
            <a:ext cx="2606590" cy="369332"/>
          </a:xfrm>
          <a:prstGeom prst="rect">
            <a:avLst/>
          </a:prstGeom>
        </p:spPr>
        <p:txBody>
          <a:bodyPr wrap="squar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 第三节  预算约束线</a:t>
            </a:r>
          </a:p>
        </p:txBody>
      </p:sp>
      <p:sp>
        <p:nvSpPr>
          <p:cNvPr id="33" name="矩形 32">
            <a:extLst>
              <a:ext uri="{FF2B5EF4-FFF2-40B4-BE49-F238E27FC236}">
                <a16:creationId xmlns:a16="http://schemas.microsoft.com/office/drawing/2014/main" id="{D20EA089-7514-4EAB-BAAF-7B59C5167F15}"/>
              </a:ext>
            </a:extLst>
          </p:cNvPr>
          <p:cNvSpPr/>
          <p:nvPr/>
        </p:nvSpPr>
        <p:spPr>
          <a:xfrm>
            <a:off x="467544" y="548680"/>
            <a:ext cx="3454792"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二、预算约束线的变动</a:t>
            </a:r>
          </a:p>
        </p:txBody>
      </p:sp>
      <p:grpSp>
        <p:nvGrpSpPr>
          <p:cNvPr id="30" name="组合 29">
            <a:extLst>
              <a:ext uri="{FF2B5EF4-FFF2-40B4-BE49-F238E27FC236}">
                <a16:creationId xmlns:a16="http://schemas.microsoft.com/office/drawing/2014/main" id="{27A91202-DED9-4AD2-8B0E-11C561152CBF}"/>
              </a:ext>
            </a:extLst>
          </p:cNvPr>
          <p:cNvGrpSpPr/>
          <p:nvPr/>
        </p:nvGrpSpPr>
        <p:grpSpPr>
          <a:xfrm>
            <a:off x="467544" y="1286399"/>
            <a:ext cx="3666652" cy="461665"/>
            <a:chOff x="467544" y="1161144"/>
            <a:chExt cx="5060794" cy="659493"/>
          </a:xfrm>
        </p:grpSpPr>
        <p:sp>
          <p:nvSpPr>
            <p:cNvPr id="34" name="MH_Text_1">
              <a:extLst>
                <a:ext uri="{FF2B5EF4-FFF2-40B4-BE49-F238E27FC236}">
                  <a16:creationId xmlns:a16="http://schemas.microsoft.com/office/drawing/2014/main" id="{9E72BF96-2DBD-461A-9E11-8CA6FEFB3E4B}"/>
                </a:ext>
              </a:extLst>
            </p:cNvPr>
            <p:cNvSpPr/>
            <p:nvPr>
              <p:custDataLst>
                <p:tags r:id="rId2"/>
              </p:custDataLst>
            </p:nvPr>
          </p:nvSpPr>
          <p:spPr bwMode="auto">
            <a:xfrm>
              <a:off x="467544" y="1161144"/>
              <a:ext cx="5060794" cy="659493"/>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algn="ctr">
                <a:defRPr/>
              </a:pPr>
              <a:r>
                <a:rPr lang="zh-CN" altLang="en-US" sz="2000" spc="150" dirty="0">
                  <a:solidFill>
                    <a:srgbClr val="000000"/>
                  </a:solidFill>
                  <a:latin typeface="微软雅黑" panose="020B0503020204020204" pitchFamily="34" charset="-122"/>
                  <a:ea typeface="微软雅黑" panose="020B0503020204020204" pitchFamily="34" charset="-122"/>
                </a:rPr>
                <a:t>情形</a:t>
              </a:r>
              <a:r>
                <a:rPr lang="en-US" altLang="zh-CN" sz="2000" spc="150" dirty="0">
                  <a:solidFill>
                    <a:srgbClr val="000000"/>
                  </a:solidFill>
                  <a:latin typeface="微软雅黑" panose="020B0503020204020204" pitchFamily="34" charset="-122"/>
                  <a:ea typeface="微软雅黑" panose="020B0503020204020204" pitchFamily="34" charset="-122"/>
                </a:rPr>
                <a:t>3</a:t>
              </a:r>
              <a:r>
                <a:rPr lang="zh-CN" altLang="en-US" sz="2000" spc="150" dirty="0">
                  <a:solidFill>
                    <a:srgbClr val="000000"/>
                  </a:solidFill>
                  <a:latin typeface="微软雅黑" panose="020B0503020204020204" pitchFamily="34" charset="-122"/>
                  <a:ea typeface="微软雅黑" panose="020B0503020204020204" pitchFamily="34" charset="-122"/>
                </a:rPr>
                <a:t>：收入和价格同时变动</a:t>
              </a:r>
            </a:p>
          </p:txBody>
        </p:sp>
        <p:sp>
          <p:nvSpPr>
            <p:cNvPr id="35" name="MH_Other_2">
              <a:extLst>
                <a:ext uri="{FF2B5EF4-FFF2-40B4-BE49-F238E27FC236}">
                  <a16:creationId xmlns:a16="http://schemas.microsoft.com/office/drawing/2014/main" id="{3C3806D9-EF28-489A-96FE-D5F3066550AC}"/>
                </a:ext>
              </a:extLst>
            </p:cNvPr>
            <p:cNvSpPr/>
            <p:nvPr>
              <p:custDataLst>
                <p:tags r:id="rId3"/>
              </p:custDataLst>
            </p:nvPr>
          </p:nvSpPr>
          <p:spPr bwMode="auto">
            <a:xfrm rot="10800000">
              <a:off x="4004344" y="1240922"/>
              <a:ext cx="189743" cy="162838"/>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Tree>
    <p:extLst>
      <p:ext uri="{BB962C8B-B14F-4D97-AF65-F5344CB8AC3E}">
        <p14:creationId xmlns:p14="http://schemas.microsoft.com/office/powerpoint/2010/main" val="3444363685"/>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barn(inVertical)">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fade">
                                      <p:cBhvr>
                                        <p:cTn id="27" dur="500"/>
                                        <p:tgtEl>
                                          <p:spTgt spid="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26700">
                                            <p:txEl>
                                              <p:pRg st="0" end="0"/>
                                            </p:txEl>
                                          </p:spTgt>
                                        </p:tgtEl>
                                        <p:attrNameLst>
                                          <p:attrName>style.visibility</p:attrName>
                                        </p:attrNameLst>
                                      </p:cBhvr>
                                      <p:to>
                                        <p:strVal val="visible"/>
                                      </p:to>
                                    </p:set>
                                    <p:animEffect transition="in" filter="wipe(up)">
                                      <p:cBhvr>
                                        <p:cTn id="32" dur="1000"/>
                                        <p:tgtEl>
                                          <p:spTgt spid="2670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284856FB-7AAB-47F7-ACAD-231D52CCCF60}"/>
              </a:ext>
            </a:extLst>
          </p:cNvPr>
          <p:cNvSpPr/>
          <p:nvPr/>
        </p:nvSpPr>
        <p:spPr>
          <a:xfrm>
            <a:off x="2315723" y="869132"/>
            <a:ext cx="4291559" cy="646331"/>
          </a:xfrm>
          <a:prstGeom prst="rect">
            <a:avLst/>
          </a:prstGeom>
        </p:spPr>
        <p:txBody>
          <a:bodyPr wrap="none">
            <a:spAutoFit/>
          </a:bodyPr>
          <a:lstStyle/>
          <a:p>
            <a:r>
              <a:rPr lang="zh-CN" altLang="zh-CN" sz="3600" b="1" dirty="0">
                <a:latin typeface="微软雅黑" panose="020B0503020204020204" pitchFamily="34" charset="-122"/>
                <a:ea typeface="微软雅黑" panose="020B0503020204020204" pitchFamily="34" charset="-122"/>
                <a:cs typeface="+mj-cs"/>
              </a:rPr>
              <a:t>第</a:t>
            </a:r>
            <a:r>
              <a:rPr lang="zh-CN" altLang="en-US" sz="3600" b="1" dirty="0">
                <a:latin typeface="微软雅黑" panose="020B0503020204020204" pitchFamily="34" charset="-122"/>
                <a:ea typeface="微软雅黑" panose="020B0503020204020204" pitchFamily="34" charset="-122"/>
                <a:cs typeface="+mj-cs"/>
              </a:rPr>
              <a:t>四</a:t>
            </a:r>
            <a:r>
              <a:rPr lang="zh-CN" altLang="zh-CN" sz="3600" b="1" dirty="0">
                <a:latin typeface="微软雅黑" panose="020B0503020204020204" pitchFamily="34" charset="-122"/>
                <a:ea typeface="微软雅黑" panose="020B0503020204020204" pitchFamily="34" charset="-122"/>
                <a:cs typeface="+mj-cs"/>
              </a:rPr>
              <a:t>节</a:t>
            </a:r>
            <a:r>
              <a:rPr lang="en-US" altLang="zh-CN" sz="3600" b="1" dirty="0">
                <a:latin typeface="微软雅黑" panose="020B0503020204020204" pitchFamily="34" charset="-122"/>
                <a:ea typeface="微软雅黑" panose="020B0503020204020204" pitchFamily="34" charset="-122"/>
                <a:cs typeface="+mj-cs"/>
              </a:rPr>
              <a:t>   </a:t>
            </a:r>
            <a:r>
              <a:rPr lang="zh-CN" altLang="en-US" sz="3600" b="1" dirty="0">
                <a:latin typeface="微软雅黑" panose="020B0503020204020204" pitchFamily="34" charset="-122"/>
                <a:ea typeface="微软雅黑" panose="020B0503020204020204" pitchFamily="34" charset="-122"/>
                <a:cs typeface="+mj-cs"/>
              </a:rPr>
              <a:t>消费者均衡</a:t>
            </a:r>
          </a:p>
        </p:txBody>
      </p:sp>
      <p:sp>
        <p:nvSpPr>
          <p:cNvPr id="21" name="MH_Other_1">
            <a:extLst>
              <a:ext uri="{FF2B5EF4-FFF2-40B4-BE49-F238E27FC236}">
                <a16:creationId xmlns:a16="http://schemas.microsoft.com/office/drawing/2014/main" id="{B8F876B1-8663-494C-B065-C8193F2BE796}"/>
              </a:ext>
            </a:extLst>
          </p:cNvPr>
          <p:cNvSpPr>
            <a:spLocks/>
          </p:cNvSpPr>
          <p:nvPr>
            <p:custDataLst>
              <p:tags r:id="rId1"/>
            </p:custDataLst>
          </p:nvPr>
        </p:nvSpPr>
        <p:spPr bwMode="gray">
          <a:xfrm>
            <a:off x="2222511" y="2672548"/>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22" name="MH_SubTitle_1">
            <a:extLst>
              <a:ext uri="{FF2B5EF4-FFF2-40B4-BE49-F238E27FC236}">
                <a16:creationId xmlns:a16="http://schemas.microsoft.com/office/drawing/2014/main" id="{6BB1110B-3479-4FC7-A24E-FC6BD3F620D8}"/>
              </a:ext>
            </a:extLst>
          </p:cNvPr>
          <p:cNvSpPr>
            <a:spLocks noChangeArrowheads="1"/>
          </p:cNvSpPr>
          <p:nvPr>
            <p:custDataLst>
              <p:tags r:id="rId2"/>
            </p:custDataLst>
          </p:nvPr>
        </p:nvSpPr>
        <p:spPr bwMode="gray">
          <a:xfrm>
            <a:off x="2154248" y="2370923"/>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一</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sp>
        <p:nvSpPr>
          <p:cNvPr id="23" name="MH_Other_2">
            <a:extLst>
              <a:ext uri="{FF2B5EF4-FFF2-40B4-BE49-F238E27FC236}">
                <a16:creationId xmlns:a16="http://schemas.microsoft.com/office/drawing/2014/main" id="{5CFED6A3-2B08-4B17-B74E-C86231740EFF}"/>
              </a:ext>
            </a:extLst>
          </p:cNvPr>
          <p:cNvSpPr>
            <a:spLocks/>
          </p:cNvSpPr>
          <p:nvPr>
            <p:custDataLst>
              <p:tags r:id="rId3"/>
            </p:custDataLst>
          </p:nvPr>
        </p:nvSpPr>
        <p:spPr bwMode="gray">
          <a:xfrm>
            <a:off x="2222511" y="3875329"/>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24" name="MH_SubTitle_2">
            <a:extLst>
              <a:ext uri="{FF2B5EF4-FFF2-40B4-BE49-F238E27FC236}">
                <a16:creationId xmlns:a16="http://schemas.microsoft.com/office/drawing/2014/main" id="{AF4FA8B0-A276-4E57-B646-ABEE0B4DB316}"/>
              </a:ext>
            </a:extLst>
          </p:cNvPr>
          <p:cNvSpPr>
            <a:spLocks noChangeArrowheads="1"/>
          </p:cNvSpPr>
          <p:nvPr>
            <p:custDataLst>
              <p:tags r:id="rId4"/>
            </p:custDataLst>
          </p:nvPr>
        </p:nvSpPr>
        <p:spPr bwMode="gray">
          <a:xfrm>
            <a:off x="2154248" y="3573704"/>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二</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sp>
        <p:nvSpPr>
          <p:cNvPr id="25" name="MH_Other_3">
            <a:extLst>
              <a:ext uri="{FF2B5EF4-FFF2-40B4-BE49-F238E27FC236}">
                <a16:creationId xmlns:a16="http://schemas.microsoft.com/office/drawing/2014/main" id="{AE193E16-9529-4814-A5BA-6C1B9597F274}"/>
              </a:ext>
            </a:extLst>
          </p:cNvPr>
          <p:cNvSpPr>
            <a:spLocks/>
          </p:cNvSpPr>
          <p:nvPr>
            <p:custDataLst>
              <p:tags r:id="rId5"/>
            </p:custDataLst>
          </p:nvPr>
        </p:nvSpPr>
        <p:spPr bwMode="gray">
          <a:xfrm>
            <a:off x="2222511" y="5024363"/>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26" name="MH_SubTitle_3">
            <a:extLst>
              <a:ext uri="{FF2B5EF4-FFF2-40B4-BE49-F238E27FC236}">
                <a16:creationId xmlns:a16="http://schemas.microsoft.com/office/drawing/2014/main" id="{91724E9F-0045-4141-A80F-0176D3B1279C}"/>
              </a:ext>
            </a:extLst>
          </p:cNvPr>
          <p:cNvSpPr>
            <a:spLocks noChangeArrowheads="1"/>
          </p:cNvSpPr>
          <p:nvPr>
            <p:custDataLst>
              <p:tags r:id="rId6"/>
            </p:custDataLst>
          </p:nvPr>
        </p:nvSpPr>
        <p:spPr bwMode="gray">
          <a:xfrm>
            <a:off x="2154248" y="4722738"/>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三</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cxnSp>
        <p:nvCxnSpPr>
          <p:cNvPr id="27" name="MH_Other_5">
            <a:extLst>
              <a:ext uri="{FF2B5EF4-FFF2-40B4-BE49-F238E27FC236}">
                <a16:creationId xmlns:a16="http://schemas.microsoft.com/office/drawing/2014/main" id="{087BBD3E-30C0-4A9A-8B27-C6FCCA1FE0AE}"/>
              </a:ext>
            </a:extLst>
          </p:cNvPr>
          <p:cNvCxnSpPr>
            <a:stCxn id="22" idx="2"/>
            <a:endCxn id="24" idx="0"/>
          </p:cNvCxnSpPr>
          <p:nvPr>
            <p:custDataLst>
              <p:tags r:id="rId7"/>
            </p:custDataLst>
          </p:nvPr>
        </p:nvCxnSpPr>
        <p:spPr>
          <a:xfrm>
            <a:off x="2733686" y="2726523"/>
            <a:ext cx="0" cy="847181"/>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cxnSp>
        <p:nvCxnSpPr>
          <p:cNvPr id="28" name="MH_Other_6">
            <a:extLst>
              <a:ext uri="{FF2B5EF4-FFF2-40B4-BE49-F238E27FC236}">
                <a16:creationId xmlns:a16="http://schemas.microsoft.com/office/drawing/2014/main" id="{1CE53E43-EACB-4524-A682-F555D60A7FC1}"/>
              </a:ext>
            </a:extLst>
          </p:cNvPr>
          <p:cNvCxnSpPr>
            <a:stCxn id="24" idx="2"/>
            <a:endCxn id="26" idx="0"/>
          </p:cNvCxnSpPr>
          <p:nvPr>
            <p:custDataLst>
              <p:tags r:id="rId8"/>
            </p:custDataLst>
          </p:nvPr>
        </p:nvCxnSpPr>
        <p:spPr>
          <a:xfrm>
            <a:off x="2733686" y="3929304"/>
            <a:ext cx="0" cy="793434"/>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sp>
        <p:nvSpPr>
          <p:cNvPr id="29" name="矩形 28">
            <a:extLst>
              <a:ext uri="{FF2B5EF4-FFF2-40B4-BE49-F238E27FC236}">
                <a16:creationId xmlns:a16="http://schemas.microsoft.com/office/drawing/2014/main" id="{5A328FDC-B244-48B0-8C02-D22C53A1638F}"/>
              </a:ext>
            </a:extLst>
          </p:cNvPr>
          <p:cNvSpPr/>
          <p:nvPr/>
        </p:nvSpPr>
        <p:spPr>
          <a:xfrm>
            <a:off x="3519523" y="2305483"/>
            <a:ext cx="2800767" cy="461665"/>
          </a:xfrm>
          <a:prstGeom prst="rect">
            <a:avLst/>
          </a:prstGeom>
        </p:spPr>
        <p:txBody>
          <a:bodyPr wrap="none">
            <a:spAutoFit/>
          </a:bodyPr>
          <a:lstStyle/>
          <a:p>
            <a:r>
              <a:rPr lang="zh-CN" altLang="en-US" sz="2400" spc="150" dirty="0">
                <a:latin typeface="微软雅黑" panose="020B0503020204020204" pitchFamily="34" charset="-122"/>
                <a:ea typeface="微软雅黑" panose="020B0503020204020204" pitchFamily="34" charset="-122"/>
              </a:rPr>
              <a:t>消费者均衡的决定</a:t>
            </a:r>
          </a:p>
        </p:txBody>
      </p:sp>
      <p:sp>
        <p:nvSpPr>
          <p:cNvPr id="30" name="矩形 29">
            <a:extLst>
              <a:ext uri="{FF2B5EF4-FFF2-40B4-BE49-F238E27FC236}">
                <a16:creationId xmlns:a16="http://schemas.microsoft.com/office/drawing/2014/main" id="{C4BE42D2-4E9C-4CF2-AE6F-604A96E1BFE9}"/>
              </a:ext>
            </a:extLst>
          </p:cNvPr>
          <p:cNvSpPr/>
          <p:nvPr/>
        </p:nvSpPr>
        <p:spPr>
          <a:xfrm>
            <a:off x="3515728" y="3521247"/>
            <a:ext cx="4435830" cy="461665"/>
          </a:xfrm>
          <a:prstGeom prst="rect">
            <a:avLst/>
          </a:prstGeom>
        </p:spPr>
        <p:txBody>
          <a:bodyPr wrap="none">
            <a:spAutoFit/>
          </a:bodyPr>
          <a:lstStyle/>
          <a:p>
            <a:r>
              <a:rPr lang="zh-CN" altLang="en-US" sz="2400" spc="150" dirty="0">
                <a:latin typeface="微软雅黑" panose="020B0503020204020204" pitchFamily="34" charset="-122"/>
                <a:ea typeface="微软雅黑" panose="020B0503020204020204" pitchFamily="34" charset="-122"/>
              </a:rPr>
              <a:t>收入变动对消费者均衡的影响</a:t>
            </a:r>
          </a:p>
        </p:txBody>
      </p:sp>
      <p:sp>
        <p:nvSpPr>
          <p:cNvPr id="31" name="矩形 30">
            <a:extLst>
              <a:ext uri="{FF2B5EF4-FFF2-40B4-BE49-F238E27FC236}">
                <a16:creationId xmlns:a16="http://schemas.microsoft.com/office/drawing/2014/main" id="{3588E40E-4AB7-404C-8D39-EEE2E4E208F5}"/>
              </a:ext>
            </a:extLst>
          </p:cNvPr>
          <p:cNvSpPr/>
          <p:nvPr/>
        </p:nvSpPr>
        <p:spPr>
          <a:xfrm>
            <a:off x="3515728" y="4641318"/>
            <a:ext cx="4435830" cy="461665"/>
          </a:xfrm>
          <a:prstGeom prst="rect">
            <a:avLst/>
          </a:prstGeom>
        </p:spPr>
        <p:txBody>
          <a:bodyPr wrap="none">
            <a:spAutoFit/>
          </a:bodyPr>
          <a:lstStyle/>
          <a:p>
            <a:r>
              <a:rPr lang="zh-CN" altLang="en-US" sz="2400" spc="150" dirty="0">
                <a:latin typeface="微软雅黑" panose="020B0503020204020204" pitchFamily="34" charset="-122"/>
                <a:ea typeface="微软雅黑" panose="020B0503020204020204" pitchFamily="34" charset="-122"/>
              </a:rPr>
              <a:t>价格变动对消费者均衡的影响</a:t>
            </a:r>
          </a:p>
        </p:txBody>
      </p:sp>
      <p:sp>
        <p:nvSpPr>
          <p:cNvPr id="2" name="标注: 线形 1">
            <a:extLst>
              <a:ext uri="{FF2B5EF4-FFF2-40B4-BE49-F238E27FC236}">
                <a16:creationId xmlns:a16="http://schemas.microsoft.com/office/drawing/2014/main" id="{5F2120B9-6EB3-49CA-93C5-5E7C1013A2B5}"/>
              </a:ext>
            </a:extLst>
          </p:cNvPr>
          <p:cNvSpPr/>
          <p:nvPr/>
        </p:nvSpPr>
        <p:spPr bwMode="auto">
          <a:xfrm>
            <a:off x="7076902" y="44335"/>
            <a:ext cx="1845426" cy="1269076"/>
          </a:xfrm>
          <a:prstGeom prst="borderCallout1">
            <a:avLst>
              <a:gd name="adj1" fmla="val 22680"/>
              <a:gd name="adj2" fmla="val -3528"/>
              <a:gd name="adj3" fmla="val 86736"/>
              <a:gd name="adj4" fmla="val -2512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利用无差异曲线和预算约束线来考察消费者均衡的条件和变动</a:t>
            </a:r>
          </a:p>
        </p:txBody>
      </p:sp>
    </p:spTree>
    <p:extLst>
      <p:ext uri="{BB962C8B-B14F-4D97-AF65-F5344CB8AC3E}">
        <p14:creationId xmlns:p14="http://schemas.microsoft.com/office/powerpoint/2010/main" val="2853955594"/>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wipe(left)">
                                      <p:cBhvr>
                                        <p:cTn id="12" dur="500"/>
                                        <p:tgtEl>
                                          <p:spTgt spid="21"/>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wipe(left)">
                                      <p:cBhvr>
                                        <p:cTn id="15" dur="500"/>
                                        <p:tgtEl>
                                          <p:spTgt spid="22"/>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29"/>
                                        </p:tgtEl>
                                        <p:attrNameLst>
                                          <p:attrName>style.visibility</p:attrName>
                                        </p:attrNameLst>
                                      </p:cBhvr>
                                      <p:to>
                                        <p:strVal val="visible"/>
                                      </p:to>
                                    </p:set>
                                    <p:animEffect transition="in" filter="wipe(left)">
                                      <p:cBhvr>
                                        <p:cTn id="18" dur="500"/>
                                        <p:tgtEl>
                                          <p:spTgt spid="29"/>
                                        </p:tgtEl>
                                      </p:cBhvr>
                                    </p:animEffect>
                                  </p:childTnLst>
                                </p:cTn>
                              </p:par>
                            </p:childTnLst>
                          </p:cTn>
                        </p:par>
                        <p:par>
                          <p:cTn id="19" fill="hold">
                            <p:stCondLst>
                              <p:cond delay="500"/>
                            </p:stCondLst>
                            <p:childTnLst>
                              <p:par>
                                <p:cTn id="20" presetID="22" presetClass="entr" presetSubtype="1" fill="hold" nodeType="after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wipe(up)">
                                      <p:cBhvr>
                                        <p:cTn id="22" dur="5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wipe(up)">
                                      <p:cBhvr>
                                        <p:cTn id="27" dur="500"/>
                                        <p:tgtEl>
                                          <p:spTgt spid="23"/>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24"/>
                                        </p:tgtEl>
                                        <p:attrNameLst>
                                          <p:attrName>style.visibility</p:attrName>
                                        </p:attrNameLst>
                                      </p:cBhvr>
                                      <p:to>
                                        <p:strVal val="visible"/>
                                      </p:to>
                                    </p:set>
                                    <p:animEffect transition="in" filter="wipe(up)">
                                      <p:cBhvr>
                                        <p:cTn id="30" dur="500"/>
                                        <p:tgtEl>
                                          <p:spTgt spid="24"/>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30"/>
                                        </p:tgtEl>
                                        <p:attrNameLst>
                                          <p:attrName>style.visibility</p:attrName>
                                        </p:attrNameLst>
                                      </p:cBhvr>
                                      <p:to>
                                        <p:strVal val="visible"/>
                                      </p:to>
                                    </p:set>
                                    <p:animEffect transition="in" filter="wipe(left)">
                                      <p:cBhvr>
                                        <p:cTn id="33" dur="500"/>
                                        <p:tgtEl>
                                          <p:spTgt spid="30"/>
                                        </p:tgtEl>
                                      </p:cBhvr>
                                    </p:animEffect>
                                  </p:childTnLst>
                                </p:cTn>
                              </p:par>
                            </p:childTnLst>
                          </p:cTn>
                        </p:par>
                        <p:par>
                          <p:cTn id="34" fill="hold">
                            <p:stCondLst>
                              <p:cond delay="500"/>
                            </p:stCondLst>
                            <p:childTnLst>
                              <p:par>
                                <p:cTn id="35" presetID="22" presetClass="entr" presetSubtype="1" fill="hold" nodeType="after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wipe(up)">
                                      <p:cBhvr>
                                        <p:cTn id="37" dur="500"/>
                                        <p:tgtEl>
                                          <p:spTgt spid="2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wipe(up)">
                                      <p:cBhvr>
                                        <p:cTn id="42" dur="500"/>
                                        <p:tgtEl>
                                          <p:spTgt spid="25"/>
                                        </p:tgtEl>
                                      </p:cBhvr>
                                    </p:animEffect>
                                  </p:childTnLst>
                                </p:cTn>
                              </p:par>
                              <p:par>
                                <p:cTn id="43" presetID="22" presetClass="entr" presetSubtype="1" fill="hold" grpId="0" nodeType="withEffect">
                                  <p:stCondLst>
                                    <p:cond delay="0"/>
                                  </p:stCondLst>
                                  <p:childTnLst>
                                    <p:set>
                                      <p:cBhvr>
                                        <p:cTn id="44" dur="1" fill="hold">
                                          <p:stCondLst>
                                            <p:cond delay="0"/>
                                          </p:stCondLst>
                                        </p:cTn>
                                        <p:tgtEl>
                                          <p:spTgt spid="26"/>
                                        </p:tgtEl>
                                        <p:attrNameLst>
                                          <p:attrName>style.visibility</p:attrName>
                                        </p:attrNameLst>
                                      </p:cBhvr>
                                      <p:to>
                                        <p:strVal val="visible"/>
                                      </p:to>
                                    </p:set>
                                    <p:animEffect transition="in" filter="wipe(up)">
                                      <p:cBhvr>
                                        <p:cTn id="45" dur="500"/>
                                        <p:tgtEl>
                                          <p:spTgt spid="26"/>
                                        </p:tgtEl>
                                      </p:cBhvr>
                                    </p:animEffect>
                                  </p:childTnLst>
                                </p:cTn>
                              </p:par>
                              <p:par>
                                <p:cTn id="46" presetID="22" presetClass="entr" presetSubtype="8" fill="hold" grpId="0" nodeType="withEffect">
                                  <p:stCondLst>
                                    <p:cond delay="0"/>
                                  </p:stCondLst>
                                  <p:childTnLst>
                                    <p:set>
                                      <p:cBhvr>
                                        <p:cTn id="47" dur="1" fill="hold">
                                          <p:stCondLst>
                                            <p:cond delay="0"/>
                                          </p:stCondLst>
                                        </p:cTn>
                                        <p:tgtEl>
                                          <p:spTgt spid="31"/>
                                        </p:tgtEl>
                                        <p:attrNameLst>
                                          <p:attrName>style.visibility</p:attrName>
                                        </p:attrNameLst>
                                      </p:cBhvr>
                                      <p:to>
                                        <p:strVal val="visible"/>
                                      </p:to>
                                    </p:set>
                                    <p:animEffect transition="in" filter="wipe(left)">
                                      <p:cBhvr>
                                        <p:cTn id="48"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1" grpId="0" animBg="1"/>
      <p:bldP spid="22" grpId="0" animBg="1"/>
      <p:bldP spid="23" grpId="0" animBg="1"/>
      <p:bldP spid="24" grpId="0" animBg="1"/>
      <p:bldP spid="25" grpId="0" animBg="1"/>
      <p:bldP spid="26" grpId="0" animBg="1"/>
      <p:bldP spid="29" grpId="0"/>
      <p:bldP spid="30" grpId="0"/>
      <p:bldP spid="31"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675" name="组合 45"/>
          <p:cNvGrpSpPr>
            <a:grpSpLocks/>
          </p:cNvGrpSpPr>
          <p:nvPr/>
        </p:nvGrpSpPr>
        <p:grpSpPr bwMode="auto">
          <a:xfrm>
            <a:off x="4972093" y="1435997"/>
            <a:ext cx="5737225" cy="4729163"/>
            <a:chOff x="0" y="0"/>
            <a:chExt cx="5738387" cy="4729184"/>
          </a:xfrm>
        </p:grpSpPr>
        <p:grpSp>
          <p:nvGrpSpPr>
            <p:cNvPr id="28676" name="组合 42"/>
            <p:cNvGrpSpPr>
              <a:grpSpLocks/>
            </p:cNvGrpSpPr>
            <p:nvPr/>
          </p:nvGrpSpPr>
          <p:grpSpPr bwMode="auto">
            <a:xfrm>
              <a:off x="0" y="0"/>
              <a:ext cx="5738387" cy="4729184"/>
              <a:chOff x="0" y="0"/>
              <a:chExt cx="5738387" cy="4729184"/>
            </a:xfrm>
          </p:grpSpPr>
          <p:graphicFrame>
            <p:nvGraphicFramePr>
              <p:cNvPr id="28677" name="Object 5"/>
              <p:cNvGraphicFramePr>
                <a:graphicFrameLocks noChangeAspect="1"/>
              </p:cNvGraphicFramePr>
              <p:nvPr/>
            </p:nvGraphicFramePr>
            <p:xfrm>
              <a:off x="1560903" y="2962974"/>
              <a:ext cx="213360" cy="231140"/>
            </p:xfrm>
            <a:graphic>
              <a:graphicData uri="http://schemas.openxmlformats.org/presentationml/2006/ole">
                <mc:AlternateContent xmlns:mc="http://schemas.openxmlformats.org/markup-compatibility/2006">
                  <mc:Choice xmlns:v="urn:schemas-microsoft-com:vml" Requires="v">
                    <p:oleObj spid="_x0000_s160795" r:id="rId3" imgW="152783" imgH="165489" progId="">
                      <p:embed/>
                    </p:oleObj>
                  </mc:Choice>
                  <mc:Fallback>
                    <p:oleObj r:id="rId3" imgW="152783" imgH="165489" progId="">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60903" y="2962974"/>
                            <a:ext cx="213360" cy="2311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8678" name="组合 41"/>
              <p:cNvGrpSpPr>
                <a:grpSpLocks/>
              </p:cNvGrpSpPr>
              <p:nvPr/>
            </p:nvGrpSpPr>
            <p:grpSpPr bwMode="auto">
              <a:xfrm>
                <a:off x="0" y="0"/>
                <a:ext cx="5738387" cy="4729184"/>
                <a:chOff x="0" y="0"/>
                <a:chExt cx="5738387" cy="4729184"/>
              </a:xfrm>
            </p:grpSpPr>
            <p:grpSp>
              <p:nvGrpSpPr>
                <p:cNvPr id="28679" name="组合 22"/>
                <p:cNvGrpSpPr>
                  <a:grpSpLocks/>
                </p:cNvGrpSpPr>
                <p:nvPr/>
              </p:nvGrpSpPr>
              <p:grpSpPr bwMode="auto">
                <a:xfrm>
                  <a:off x="343140" y="0"/>
                  <a:ext cx="5395247" cy="4343800"/>
                  <a:chOff x="0" y="0"/>
                  <a:chExt cx="5395247" cy="4343800"/>
                </a:xfrm>
              </p:grpSpPr>
              <p:grpSp>
                <p:nvGrpSpPr>
                  <p:cNvPr id="28680" name="组合 17"/>
                  <p:cNvGrpSpPr>
                    <a:grpSpLocks/>
                  </p:cNvGrpSpPr>
                  <p:nvPr/>
                </p:nvGrpSpPr>
                <p:grpSpPr bwMode="auto">
                  <a:xfrm>
                    <a:off x="2" y="0"/>
                    <a:ext cx="5395245" cy="4343798"/>
                    <a:chOff x="0" y="0"/>
                    <a:chExt cx="5395245" cy="4343798"/>
                  </a:xfrm>
                </p:grpSpPr>
                <p:cxnSp>
                  <p:nvCxnSpPr>
                    <p:cNvPr id="28681" name="直接连接符 12"/>
                    <p:cNvCxnSpPr>
                      <a:cxnSpLocks noChangeShapeType="1"/>
                    </p:cNvCxnSpPr>
                    <p:nvPr/>
                  </p:nvCxnSpPr>
                  <p:spPr bwMode="auto">
                    <a:xfrm>
                      <a:off x="17294" y="2066934"/>
                      <a:ext cx="2276936" cy="2276485"/>
                    </a:xfrm>
                    <a:prstGeom prst="line">
                      <a:avLst/>
                    </a:prstGeom>
                    <a:noFill/>
                    <a:ln w="38100" cmpd="sng">
                      <a:solidFill>
                        <a:srgbClr val="C3C9D7"/>
                      </a:solidFill>
                      <a:round/>
                      <a:headEnd/>
                      <a:tailEnd/>
                    </a:ln>
                    <a:effectLst>
                      <a:outerShdw dist="23000" dir="5400000" algn="ctr" rotWithShape="0">
                        <a:srgbClr val="000000">
                          <a:alpha val="32999"/>
                        </a:srgbClr>
                      </a:outerShdw>
                    </a:effectLst>
                    <a:extLst>
                      <a:ext uri="{909E8E84-426E-40DD-AFC4-6F175D3DCCD1}">
                        <a14:hiddenFill xmlns:a14="http://schemas.microsoft.com/office/drawing/2010/main">
                          <a:noFill/>
                        </a14:hiddenFill>
                      </a:ext>
                    </a:extLst>
                  </p:spPr>
                </p:cxnSp>
                <p:grpSp>
                  <p:nvGrpSpPr>
                    <p:cNvPr id="28682" name="组合 16"/>
                    <p:cNvGrpSpPr>
                      <a:grpSpLocks/>
                    </p:cNvGrpSpPr>
                    <p:nvPr/>
                  </p:nvGrpSpPr>
                  <p:grpSpPr bwMode="auto">
                    <a:xfrm>
                      <a:off x="0" y="0"/>
                      <a:ext cx="5395245" cy="4343798"/>
                      <a:chOff x="0" y="0"/>
                      <a:chExt cx="5395245" cy="4343798"/>
                    </a:xfrm>
                  </p:grpSpPr>
                  <p:cxnSp>
                    <p:nvCxnSpPr>
                      <p:cNvPr id="28683" name="直接箭头连接符 6"/>
                      <p:cNvCxnSpPr>
                        <a:cxnSpLocks noChangeShapeType="1"/>
                      </p:cNvCxnSpPr>
                      <p:nvPr/>
                    </p:nvCxnSpPr>
                    <p:spPr bwMode="auto">
                      <a:xfrm>
                        <a:off x="17294" y="4325957"/>
                        <a:ext cx="3088313" cy="17462"/>
                      </a:xfrm>
                      <a:prstGeom prst="straightConnector1">
                        <a:avLst/>
                      </a:prstGeom>
                      <a:noFill/>
                      <a:ln w="9525" cmpd="sng">
                        <a:solidFill>
                          <a:srgbClr val="A6A6A6"/>
                        </a:solidFill>
                        <a:round/>
                        <a:headEnd/>
                        <a:tailEnd type="stealth" w="med" len="lg"/>
                      </a:ln>
                      <a:extLst>
                        <a:ext uri="{909E8E84-426E-40DD-AFC4-6F175D3DCCD1}">
                          <a14:hiddenFill xmlns:a14="http://schemas.microsoft.com/office/drawing/2010/main">
                            <a:noFill/>
                          </a14:hiddenFill>
                        </a:ext>
                      </a:extLst>
                    </p:spPr>
                  </p:cxnSp>
                  <p:cxnSp>
                    <p:nvCxnSpPr>
                      <p:cNvPr id="28684" name="直接箭头连接符 8"/>
                      <p:cNvCxnSpPr>
                        <a:cxnSpLocks noChangeShapeType="1"/>
                      </p:cNvCxnSpPr>
                      <p:nvPr/>
                    </p:nvCxnSpPr>
                    <p:spPr bwMode="auto">
                      <a:xfrm rot="16200000" flipV="1">
                        <a:off x="-1388444" y="2885290"/>
                        <a:ext cx="2811474" cy="34932"/>
                      </a:xfrm>
                      <a:prstGeom prst="straightConnector1">
                        <a:avLst/>
                      </a:prstGeom>
                      <a:noFill/>
                      <a:ln w="9525" cmpd="sng">
                        <a:solidFill>
                          <a:srgbClr val="A6A6A6"/>
                        </a:solidFill>
                        <a:round/>
                        <a:headEnd/>
                        <a:tailEnd type="stealth" w="med" len="lg"/>
                      </a:ln>
                      <a:extLst>
                        <a:ext uri="{909E8E84-426E-40DD-AFC4-6F175D3DCCD1}">
                          <a14:hiddenFill xmlns:a14="http://schemas.microsoft.com/office/drawing/2010/main">
                            <a:noFill/>
                          </a14:hiddenFill>
                        </a:ext>
                      </a:extLst>
                    </p:spPr>
                  </p:cxnSp>
                  <p:sp>
                    <p:nvSpPr>
                      <p:cNvPr id="28685" name="弧形 13"/>
                      <p:cNvSpPr>
                        <a:spLocks noChangeArrowheads="1"/>
                      </p:cNvSpPr>
                      <p:nvPr/>
                    </p:nvSpPr>
                    <p:spPr bwMode="auto">
                      <a:xfrm rot="11795729">
                        <a:off x="276108" y="382590"/>
                        <a:ext cx="4517353" cy="3640153"/>
                      </a:xfrm>
                      <a:custGeom>
                        <a:avLst/>
                        <a:gdLst>
                          <a:gd name="T0" fmla="*/ 2258679 w 4517353"/>
                          <a:gd name="T1" fmla="*/ 0 h 3640153"/>
                          <a:gd name="T2" fmla="*/ 2258677 w 4517353"/>
                          <a:gd name="T3" fmla="*/ 1820077 h 3640153"/>
                          <a:gd name="T4" fmla="*/ 4446599 w 4517353"/>
                          <a:gd name="T5" fmla="*/ 1368089 h 3640153"/>
                          <a:gd name="T6" fmla="*/ 11796480 60000 65536"/>
                          <a:gd name="T7" fmla="*/ 17694720 60000 65536"/>
                          <a:gd name="T8" fmla="*/ 5898240 60000 65536"/>
                          <a:gd name="T9" fmla="*/ 2258679 w 4517353"/>
                          <a:gd name="T10" fmla="*/ 0 h 3640153"/>
                          <a:gd name="T11" fmla="*/ 4446599 w 4517353"/>
                          <a:gd name="T12" fmla="*/ 1368089 h 3640153"/>
                        </a:gdLst>
                        <a:ahLst/>
                        <a:cxnLst>
                          <a:cxn ang="T6">
                            <a:pos x="T0" y="T1"/>
                          </a:cxn>
                          <a:cxn ang="T7">
                            <a:pos x="T2" y="T3"/>
                          </a:cxn>
                          <a:cxn ang="T8">
                            <a:pos x="T4" y="T5"/>
                          </a:cxn>
                        </a:cxnLst>
                        <a:rect l="T9" t="T10" r="T11" b="T12"/>
                        <a:pathLst>
                          <a:path w="4517353" h="3640153" stroke="0">
                            <a:moveTo>
                              <a:pt x="2258679" y="0"/>
                            </a:moveTo>
                            <a:lnTo>
                              <a:pt x="2258679" y="0"/>
                            </a:lnTo>
                            <a:cubicBezTo>
                              <a:pt x="3290077" y="0"/>
                              <a:pt x="4190468" y="563007"/>
                              <a:pt x="4446599" y="1368090"/>
                            </a:cubicBezTo>
                            <a:lnTo>
                              <a:pt x="2258677" y="1820077"/>
                            </a:lnTo>
                            <a:close/>
                          </a:path>
                          <a:path w="4517353" h="3640153" fill="none">
                            <a:moveTo>
                              <a:pt x="2258679" y="0"/>
                            </a:moveTo>
                            <a:lnTo>
                              <a:pt x="2258679" y="0"/>
                            </a:lnTo>
                            <a:cubicBezTo>
                              <a:pt x="3290077" y="0"/>
                              <a:pt x="4190468" y="563007"/>
                              <a:pt x="4446599" y="1368090"/>
                            </a:cubicBezTo>
                          </a:path>
                        </a:pathLst>
                      </a:custGeom>
                      <a:noFill/>
                      <a:ln w="38100" cmpd="sng">
                        <a:solidFill>
                          <a:srgbClr val="F3C97F"/>
                        </a:solidFill>
                        <a:miter lim="800000"/>
                        <a:headEnd/>
                        <a:tailEnd/>
                      </a:ln>
                      <a:effectLst>
                        <a:outerShdw dist="23000" dir="5400000" algn="ctr" rotWithShape="0">
                          <a:srgbClr val="000000">
                            <a:alpha val="32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28686" name="弧形 14"/>
                      <p:cNvSpPr>
                        <a:spLocks noChangeArrowheads="1"/>
                      </p:cNvSpPr>
                      <p:nvPr/>
                    </p:nvSpPr>
                    <p:spPr bwMode="auto">
                      <a:xfrm rot="11795729">
                        <a:off x="877893" y="0"/>
                        <a:ext cx="4517352" cy="3640154"/>
                      </a:xfrm>
                      <a:custGeom>
                        <a:avLst/>
                        <a:gdLst>
                          <a:gd name="T0" fmla="*/ 2258678 w 4517352"/>
                          <a:gd name="T1" fmla="*/ 0 h 3640154"/>
                          <a:gd name="T2" fmla="*/ 2258676 w 4517352"/>
                          <a:gd name="T3" fmla="*/ 1820077 h 3640154"/>
                          <a:gd name="T4" fmla="*/ 4446598 w 4517352"/>
                          <a:gd name="T5" fmla="*/ 1368090 h 3640154"/>
                          <a:gd name="T6" fmla="*/ 11796480 60000 65536"/>
                          <a:gd name="T7" fmla="*/ 17694720 60000 65536"/>
                          <a:gd name="T8" fmla="*/ 5898240 60000 65536"/>
                          <a:gd name="T9" fmla="*/ 2258678 w 4517352"/>
                          <a:gd name="T10" fmla="*/ 0 h 3640154"/>
                          <a:gd name="T11" fmla="*/ 4446598 w 4517352"/>
                          <a:gd name="T12" fmla="*/ 1368090 h 3640154"/>
                        </a:gdLst>
                        <a:ahLst/>
                        <a:cxnLst>
                          <a:cxn ang="T6">
                            <a:pos x="T0" y="T1"/>
                          </a:cxn>
                          <a:cxn ang="T7">
                            <a:pos x="T2" y="T3"/>
                          </a:cxn>
                          <a:cxn ang="T8">
                            <a:pos x="T4" y="T5"/>
                          </a:cxn>
                        </a:cxnLst>
                        <a:rect l="T9" t="T10" r="T11" b="T12"/>
                        <a:pathLst>
                          <a:path w="4517352" h="3640154" stroke="0">
                            <a:moveTo>
                              <a:pt x="2258678" y="0"/>
                            </a:moveTo>
                            <a:lnTo>
                              <a:pt x="2258678" y="0"/>
                            </a:lnTo>
                            <a:cubicBezTo>
                              <a:pt x="3290076" y="0"/>
                              <a:pt x="4190466" y="563007"/>
                              <a:pt x="4446597" y="1368090"/>
                            </a:cubicBezTo>
                            <a:lnTo>
                              <a:pt x="2258676" y="1820077"/>
                            </a:lnTo>
                            <a:close/>
                          </a:path>
                          <a:path w="4517352" h="3640154" fill="none">
                            <a:moveTo>
                              <a:pt x="2258678" y="0"/>
                            </a:moveTo>
                            <a:lnTo>
                              <a:pt x="2258678" y="0"/>
                            </a:lnTo>
                            <a:cubicBezTo>
                              <a:pt x="3290076" y="0"/>
                              <a:pt x="4190466" y="563007"/>
                              <a:pt x="4446597" y="1368090"/>
                            </a:cubicBezTo>
                          </a:path>
                        </a:pathLst>
                      </a:custGeom>
                      <a:noFill/>
                      <a:ln w="38100" cmpd="sng">
                        <a:solidFill>
                          <a:srgbClr val="F3C97F"/>
                        </a:solidFill>
                        <a:miter lim="800000"/>
                        <a:headEnd/>
                        <a:tailEnd/>
                      </a:ln>
                      <a:effectLst>
                        <a:outerShdw dist="23000" dir="5400000" algn="ctr" rotWithShape="0">
                          <a:srgbClr val="000000">
                            <a:alpha val="32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28687" name="弧形 15"/>
                      <p:cNvSpPr>
                        <a:spLocks noChangeArrowheads="1"/>
                      </p:cNvSpPr>
                      <p:nvPr/>
                    </p:nvSpPr>
                    <p:spPr bwMode="auto">
                      <a:xfrm rot="11795729">
                        <a:off x="515870" y="258764"/>
                        <a:ext cx="4517352" cy="3640153"/>
                      </a:xfrm>
                      <a:custGeom>
                        <a:avLst/>
                        <a:gdLst>
                          <a:gd name="T0" fmla="*/ 2258678 w 4517352"/>
                          <a:gd name="T1" fmla="*/ 0 h 3640153"/>
                          <a:gd name="T2" fmla="*/ 2258676 w 4517352"/>
                          <a:gd name="T3" fmla="*/ 1820077 h 3640153"/>
                          <a:gd name="T4" fmla="*/ 4446598 w 4517352"/>
                          <a:gd name="T5" fmla="*/ 1368089 h 3640153"/>
                          <a:gd name="T6" fmla="*/ 11796480 60000 65536"/>
                          <a:gd name="T7" fmla="*/ 17694720 60000 65536"/>
                          <a:gd name="T8" fmla="*/ 5898240 60000 65536"/>
                          <a:gd name="T9" fmla="*/ 2258678 w 4517352"/>
                          <a:gd name="T10" fmla="*/ 0 h 3640153"/>
                          <a:gd name="T11" fmla="*/ 4446598 w 4517352"/>
                          <a:gd name="T12" fmla="*/ 1368089 h 3640153"/>
                        </a:gdLst>
                        <a:ahLst/>
                        <a:cxnLst>
                          <a:cxn ang="T6">
                            <a:pos x="T0" y="T1"/>
                          </a:cxn>
                          <a:cxn ang="T7">
                            <a:pos x="T2" y="T3"/>
                          </a:cxn>
                          <a:cxn ang="T8">
                            <a:pos x="T4" y="T5"/>
                          </a:cxn>
                        </a:cxnLst>
                        <a:rect l="T9" t="T10" r="T11" b="T12"/>
                        <a:pathLst>
                          <a:path w="4517352" h="3640153" stroke="0">
                            <a:moveTo>
                              <a:pt x="2258678" y="0"/>
                            </a:moveTo>
                            <a:lnTo>
                              <a:pt x="2258678" y="0"/>
                            </a:lnTo>
                            <a:cubicBezTo>
                              <a:pt x="3290076" y="0"/>
                              <a:pt x="4190466" y="563007"/>
                              <a:pt x="4446597" y="1368090"/>
                            </a:cubicBezTo>
                            <a:lnTo>
                              <a:pt x="2258676" y="1820077"/>
                            </a:lnTo>
                            <a:close/>
                          </a:path>
                          <a:path w="4517352" h="3640153" fill="none">
                            <a:moveTo>
                              <a:pt x="2258678" y="0"/>
                            </a:moveTo>
                            <a:lnTo>
                              <a:pt x="2258678" y="0"/>
                            </a:lnTo>
                            <a:cubicBezTo>
                              <a:pt x="3290076" y="0"/>
                              <a:pt x="4190466" y="563007"/>
                              <a:pt x="4446597" y="1368090"/>
                            </a:cubicBezTo>
                          </a:path>
                        </a:pathLst>
                      </a:custGeom>
                      <a:noFill/>
                      <a:ln w="38100" cmpd="sng">
                        <a:solidFill>
                          <a:srgbClr val="BB1528"/>
                        </a:solidFill>
                        <a:miter lim="800000"/>
                        <a:headEnd/>
                        <a:tailEnd/>
                      </a:ln>
                      <a:effectLst>
                        <a:outerShdw dist="23000" dir="5400000" algn="ctr" rotWithShape="0">
                          <a:srgbClr val="000000">
                            <a:alpha val="32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grpSp>
              </p:grpSp>
              <p:cxnSp>
                <p:nvCxnSpPr>
                  <p:cNvPr id="28688" name="直接连接符 19"/>
                  <p:cNvCxnSpPr>
                    <a:cxnSpLocks noChangeShapeType="1"/>
                  </p:cNvCxnSpPr>
                  <p:nvPr/>
                </p:nvCxnSpPr>
                <p:spPr bwMode="auto">
                  <a:xfrm flipV="1">
                    <a:off x="-171" y="3205177"/>
                    <a:ext cx="1173401" cy="17462"/>
                  </a:xfrm>
                  <a:prstGeom prst="line">
                    <a:avLst/>
                  </a:prstGeom>
                  <a:noFill/>
                  <a:ln w="9525" cmpd="sng">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28689" name="直接连接符 21"/>
                  <p:cNvCxnSpPr>
                    <a:cxnSpLocks noChangeShapeType="1"/>
                  </p:cNvCxnSpPr>
                  <p:nvPr/>
                </p:nvCxnSpPr>
                <p:spPr bwMode="auto">
                  <a:xfrm rot="16200000" flipH="1">
                    <a:off x="630305" y="3765563"/>
                    <a:ext cx="1138242" cy="17467"/>
                  </a:xfrm>
                  <a:prstGeom prst="line">
                    <a:avLst/>
                  </a:prstGeom>
                  <a:noFill/>
                  <a:ln w="9525" cmpd="sng">
                    <a:solidFill>
                      <a:srgbClr val="8C8D8D"/>
                    </a:solidFill>
                    <a:prstDash val="lgDash"/>
                    <a:round/>
                    <a:headEnd/>
                    <a:tailEnd/>
                  </a:ln>
                  <a:extLst>
                    <a:ext uri="{909E8E84-426E-40DD-AFC4-6F175D3DCCD1}">
                      <a14:hiddenFill xmlns:a14="http://schemas.microsoft.com/office/drawing/2010/main">
                        <a:noFill/>
                      </a14:hiddenFill>
                    </a:ext>
                  </a:extLst>
                </p:spPr>
              </p:cxnSp>
            </p:grpSp>
            <p:graphicFrame>
              <p:nvGraphicFramePr>
                <p:cNvPr id="28690" name="Object 18"/>
                <p:cNvGraphicFramePr>
                  <a:graphicFrameLocks noChangeAspect="1"/>
                </p:cNvGraphicFramePr>
                <p:nvPr/>
              </p:nvGraphicFramePr>
              <p:xfrm>
                <a:off x="128918" y="4181574"/>
                <a:ext cx="213360" cy="248920"/>
              </p:xfrm>
              <a:graphic>
                <a:graphicData uri="http://schemas.openxmlformats.org/presentationml/2006/ole">
                  <mc:AlternateContent xmlns:mc="http://schemas.openxmlformats.org/markup-compatibility/2006">
                    <mc:Choice xmlns:v="urn:schemas-microsoft-com:vml" Requires="v">
                      <p:oleObj spid="_x0000_s160796" r:id="rId5" imgW="152717" imgH="178117" progId="">
                        <p:embed/>
                      </p:oleObj>
                    </mc:Choice>
                    <mc:Fallback>
                      <p:oleObj r:id="rId5" imgW="152717" imgH="178117" progId="">
                        <p:embed/>
                        <p:pic>
                          <p:nvPicPr>
                            <p:cNvPr id="0" name="Object 1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8918" y="4181574"/>
                              <a:ext cx="213360" cy="2489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691" name="Object 19"/>
                <p:cNvGraphicFramePr>
                  <a:graphicFrameLocks noChangeAspect="1"/>
                </p:cNvGraphicFramePr>
                <p:nvPr/>
              </p:nvGraphicFramePr>
              <p:xfrm>
                <a:off x="2527062" y="4412211"/>
                <a:ext cx="213360" cy="231140"/>
              </p:xfrm>
              <a:graphic>
                <a:graphicData uri="http://schemas.openxmlformats.org/presentationml/2006/ole">
                  <mc:AlternateContent xmlns:mc="http://schemas.openxmlformats.org/markup-compatibility/2006">
                    <mc:Choice xmlns:v="urn:schemas-microsoft-com:vml" Requires="v">
                      <p:oleObj spid="_x0000_s160797" r:id="rId7" imgW="152783" imgH="165489" progId="">
                        <p:embed/>
                      </p:oleObj>
                    </mc:Choice>
                    <mc:Fallback>
                      <p:oleObj r:id="rId7" imgW="152783" imgH="165489" progId="">
                        <p:embed/>
                        <p:pic>
                          <p:nvPicPr>
                            <p:cNvPr id="0" name="Object 1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27062" y="4412211"/>
                              <a:ext cx="213360" cy="2311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692" name="Object 20"/>
                <p:cNvGraphicFramePr>
                  <a:graphicFrameLocks noChangeAspect="1"/>
                </p:cNvGraphicFramePr>
                <p:nvPr/>
              </p:nvGraphicFramePr>
              <p:xfrm>
                <a:off x="42655" y="1945056"/>
                <a:ext cx="213360" cy="231140"/>
              </p:xfrm>
              <a:graphic>
                <a:graphicData uri="http://schemas.openxmlformats.org/presentationml/2006/ole">
                  <mc:AlternateContent xmlns:mc="http://schemas.openxmlformats.org/markup-compatibility/2006">
                    <mc:Choice xmlns:v="urn:schemas-microsoft-com:vml" Requires="v">
                      <p:oleObj spid="_x0000_s160798" r:id="rId9" imgW="152783" imgH="165489" progId="">
                        <p:embed/>
                      </p:oleObj>
                    </mc:Choice>
                    <mc:Fallback>
                      <p:oleObj r:id="rId9" imgW="152783" imgH="165489" progId="">
                        <p:embed/>
                        <p:pic>
                          <p:nvPicPr>
                            <p:cNvPr id="0" name="Object 2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655" y="1945056"/>
                              <a:ext cx="213360" cy="2311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693" name="Object 21"/>
                <p:cNvGraphicFramePr>
                  <a:graphicFrameLocks noChangeAspect="1"/>
                </p:cNvGraphicFramePr>
                <p:nvPr/>
              </p:nvGraphicFramePr>
              <p:xfrm>
                <a:off x="2106643" y="3670339"/>
                <a:ext cx="231140" cy="231140"/>
              </p:xfrm>
              <a:graphic>
                <a:graphicData uri="http://schemas.openxmlformats.org/presentationml/2006/ole">
                  <mc:AlternateContent xmlns:mc="http://schemas.openxmlformats.org/markup-compatibility/2006">
                    <mc:Choice xmlns:v="urn:schemas-microsoft-com:vml" Requires="v">
                      <p:oleObj spid="_x0000_s160799" r:id="rId11" imgW="165489" imgH="165489" progId="">
                        <p:embed/>
                      </p:oleObj>
                    </mc:Choice>
                    <mc:Fallback>
                      <p:oleObj r:id="rId11" imgW="165489" imgH="165489" progId="">
                        <p:embed/>
                        <p:pic>
                          <p:nvPicPr>
                            <p:cNvPr id="0" name="Object 2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106643" y="3670339"/>
                              <a:ext cx="231140" cy="2311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694" name="Object 22"/>
                <p:cNvGraphicFramePr>
                  <a:graphicFrameLocks noChangeAspect="1"/>
                </p:cNvGraphicFramePr>
                <p:nvPr/>
              </p:nvGraphicFramePr>
              <p:xfrm>
                <a:off x="450371" y="2404532"/>
                <a:ext cx="231140" cy="248920"/>
              </p:xfrm>
              <a:graphic>
                <a:graphicData uri="http://schemas.openxmlformats.org/presentationml/2006/ole">
                  <mc:AlternateContent xmlns:mc="http://schemas.openxmlformats.org/markup-compatibility/2006">
                    <mc:Choice xmlns:v="urn:schemas-microsoft-com:vml" Requires="v">
                      <p:oleObj spid="_x0000_s160800" r:id="rId13" imgW="165417" imgH="178117" progId="">
                        <p:embed/>
                      </p:oleObj>
                    </mc:Choice>
                    <mc:Fallback>
                      <p:oleObj r:id="rId13" imgW="165417" imgH="178117" progId="">
                        <p:embed/>
                        <p:pic>
                          <p:nvPicPr>
                            <p:cNvPr id="0" name="Object 2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50371" y="2404532"/>
                              <a:ext cx="231140" cy="2489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695" name="Object 23"/>
                <p:cNvGraphicFramePr>
                  <a:graphicFrameLocks noChangeAspect="1"/>
                </p:cNvGraphicFramePr>
                <p:nvPr/>
              </p:nvGraphicFramePr>
              <p:xfrm>
                <a:off x="3049198" y="4380460"/>
                <a:ext cx="248920" cy="320040"/>
              </p:xfrm>
              <a:graphic>
                <a:graphicData uri="http://schemas.openxmlformats.org/presentationml/2006/ole">
                  <mc:AlternateContent xmlns:mc="http://schemas.openxmlformats.org/markup-compatibility/2006">
                    <mc:Choice xmlns:v="urn:schemas-microsoft-com:vml" Requires="v">
                      <p:oleObj spid="_x0000_s160801" r:id="rId15" imgW="178040" imgH="228818" progId="">
                        <p:embed/>
                      </p:oleObj>
                    </mc:Choice>
                    <mc:Fallback>
                      <p:oleObj r:id="rId15" imgW="178040" imgH="228818" progId="">
                        <p:embed/>
                        <p:pic>
                          <p:nvPicPr>
                            <p:cNvPr id="0" name="Object 2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049198" y="4380460"/>
                              <a:ext cx="248920" cy="320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696" name="Object 24"/>
                <p:cNvGraphicFramePr>
                  <a:graphicFrameLocks noChangeAspect="1"/>
                </p:cNvGraphicFramePr>
                <p:nvPr/>
              </p:nvGraphicFramePr>
              <p:xfrm>
                <a:off x="23603" y="1464732"/>
                <a:ext cx="266700" cy="320040"/>
              </p:xfrm>
              <a:graphic>
                <a:graphicData uri="http://schemas.openxmlformats.org/presentationml/2006/ole">
                  <mc:AlternateContent xmlns:mc="http://schemas.openxmlformats.org/markup-compatibility/2006">
                    <mc:Choice xmlns:v="urn:schemas-microsoft-com:vml" Requires="v">
                      <p:oleObj spid="_x0000_s160802" r:id="rId17" imgW="190983" imgH="229116" progId="">
                        <p:embed/>
                      </p:oleObj>
                    </mc:Choice>
                    <mc:Fallback>
                      <p:oleObj r:id="rId17" imgW="190983" imgH="229116" progId="">
                        <p:embed/>
                        <p:pic>
                          <p:nvPicPr>
                            <p:cNvPr id="0" name="Object 2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3603" y="1464732"/>
                              <a:ext cx="266700" cy="320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697" name="Object 25"/>
                <p:cNvGraphicFramePr>
                  <a:graphicFrameLocks noChangeAspect="1"/>
                </p:cNvGraphicFramePr>
                <p:nvPr/>
              </p:nvGraphicFramePr>
              <p:xfrm>
                <a:off x="1397480" y="4391364"/>
                <a:ext cx="284480" cy="337820"/>
              </p:xfrm>
              <a:graphic>
                <a:graphicData uri="http://schemas.openxmlformats.org/presentationml/2006/ole">
                  <mc:AlternateContent xmlns:mc="http://schemas.openxmlformats.org/markup-compatibility/2006">
                    <mc:Choice xmlns:v="urn:schemas-microsoft-com:vml" Requires="v">
                      <p:oleObj spid="_x0000_s160803" r:id="rId19" imgW="203605" imgH="241722" progId="">
                        <p:embed/>
                      </p:oleObj>
                    </mc:Choice>
                    <mc:Fallback>
                      <p:oleObj r:id="rId19" imgW="203605" imgH="241722" progId="">
                        <p:embed/>
                        <p:pic>
                          <p:nvPicPr>
                            <p:cNvPr id="0" name="Object 25"/>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397480" y="4391364"/>
                              <a:ext cx="284480" cy="337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698" name="Object 26"/>
                <p:cNvGraphicFramePr>
                  <a:graphicFrameLocks noChangeAspect="1"/>
                </p:cNvGraphicFramePr>
                <p:nvPr/>
              </p:nvGraphicFramePr>
              <p:xfrm>
                <a:off x="0" y="3080148"/>
                <a:ext cx="284480" cy="337820"/>
              </p:xfrm>
              <a:graphic>
                <a:graphicData uri="http://schemas.openxmlformats.org/presentationml/2006/ole">
                  <mc:AlternateContent xmlns:mc="http://schemas.openxmlformats.org/markup-compatibility/2006">
                    <mc:Choice xmlns:v="urn:schemas-microsoft-com:vml" Requires="v">
                      <p:oleObj spid="_x0000_s160804" r:id="rId21" imgW="203605" imgH="241722" progId="">
                        <p:embed/>
                      </p:oleObj>
                    </mc:Choice>
                    <mc:Fallback>
                      <p:oleObj r:id="rId21" imgW="203605" imgH="241722" progId="">
                        <p:embed/>
                        <p:pic>
                          <p:nvPicPr>
                            <p:cNvPr id="0" name="Object 26"/>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0" y="3080148"/>
                              <a:ext cx="284480" cy="337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699" name="Object 27"/>
                <p:cNvGraphicFramePr>
                  <a:graphicFrameLocks noChangeAspect="1"/>
                </p:cNvGraphicFramePr>
                <p:nvPr/>
              </p:nvGraphicFramePr>
              <p:xfrm>
                <a:off x="2194704" y="4032649"/>
                <a:ext cx="177800" cy="231140"/>
              </p:xfrm>
              <a:graphic>
                <a:graphicData uri="http://schemas.openxmlformats.org/presentationml/2006/ole">
                  <mc:AlternateContent xmlns:mc="http://schemas.openxmlformats.org/markup-compatibility/2006">
                    <mc:Choice xmlns:v="urn:schemas-microsoft-com:vml" Requires="v">
                      <p:oleObj spid="_x0000_s160805" r:id="rId23" imgW="127262" imgH="165345" progId="">
                        <p:embed/>
                      </p:oleObj>
                    </mc:Choice>
                    <mc:Fallback>
                      <p:oleObj r:id="rId23" imgW="127262" imgH="165345" progId="">
                        <p:embed/>
                        <p:pic>
                          <p:nvPicPr>
                            <p:cNvPr id="0" name="Object 27"/>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194704" y="4032649"/>
                              <a:ext cx="177800" cy="2311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700" name="Object 28"/>
                <p:cNvGraphicFramePr>
                  <a:graphicFrameLocks noChangeAspect="1"/>
                </p:cNvGraphicFramePr>
                <p:nvPr/>
              </p:nvGraphicFramePr>
              <p:xfrm>
                <a:off x="2656938" y="3638589"/>
                <a:ext cx="284480" cy="320040"/>
              </p:xfrm>
              <a:graphic>
                <a:graphicData uri="http://schemas.openxmlformats.org/presentationml/2006/ole">
                  <mc:AlternateContent xmlns:mc="http://schemas.openxmlformats.org/markup-compatibility/2006">
                    <mc:Choice xmlns:v="urn:schemas-microsoft-com:vml" Requires="v">
                      <p:oleObj spid="_x0000_s160806" r:id="rId25" imgW="203605" imgH="229016" progId="">
                        <p:embed/>
                      </p:oleObj>
                    </mc:Choice>
                    <mc:Fallback>
                      <p:oleObj r:id="rId25" imgW="203605" imgH="229016" progId="">
                        <p:embed/>
                        <p:pic>
                          <p:nvPicPr>
                            <p:cNvPr id="0" name="Object 28"/>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656938" y="3638589"/>
                              <a:ext cx="284480" cy="320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701" name="Object 29"/>
                <p:cNvGraphicFramePr>
                  <a:graphicFrameLocks noChangeAspect="1"/>
                </p:cNvGraphicFramePr>
                <p:nvPr/>
              </p:nvGraphicFramePr>
              <p:xfrm>
                <a:off x="2456254" y="3880130"/>
                <a:ext cx="266700" cy="320040"/>
              </p:xfrm>
              <a:graphic>
                <a:graphicData uri="http://schemas.openxmlformats.org/presentationml/2006/ole">
                  <mc:AlternateContent xmlns:mc="http://schemas.openxmlformats.org/markup-compatibility/2006">
                    <mc:Choice xmlns:v="urn:schemas-microsoft-com:vml" Requires="v">
                      <p:oleObj spid="_x0000_s160807" r:id="rId27" imgW="190983" imgH="229116" progId="">
                        <p:embed/>
                      </p:oleObj>
                    </mc:Choice>
                    <mc:Fallback>
                      <p:oleObj r:id="rId27" imgW="190983" imgH="229116" progId="">
                        <p:embed/>
                        <p:pic>
                          <p:nvPicPr>
                            <p:cNvPr id="0" name="Object 29"/>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2456254" y="3880130"/>
                              <a:ext cx="266700" cy="320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702" name="Object 30"/>
                <p:cNvGraphicFramePr>
                  <a:graphicFrameLocks noChangeAspect="1"/>
                </p:cNvGraphicFramePr>
                <p:nvPr/>
              </p:nvGraphicFramePr>
              <p:xfrm>
                <a:off x="3019246" y="3379796"/>
                <a:ext cx="284480" cy="320040"/>
              </p:xfrm>
              <a:graphic>
                <a:graphicData uri="http://schemas.openxmlformats.org/presentationml/2006/ole">
                  <mc:AlternateContent xmlns:mc="http://schemas.openxmlformats.org/markup-compatibility/2006">
                    <mc:Choice xmlns:v="urn:schemas-microsoft-com:vml" Requires="v">
                      <p:oleObj spid="_x0000_s160808" r:id="rId29" imgW="203605" imgH="229016" progId="">
                        <p:embed/>
                      </p:oleObj>
                    </mc:Choice>
                    <mc:Fallback>
                      <p:oleObj r:id="rId29" imgW="203605" imgH="229016" progId="">
                        <p:embed/>
                        <p:pic>
                          <p:nvPicPr>
                            <p:cNvPr id="0" name="Object 30"/>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3019246" y="3379796"/>
                              <a:ext cx="284480" cy="320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sp>
          <p:nvSpPr>
            <p:cNvPr id="28703" name="椭圆 43"/>
            <p:cNvSpPr>
              <a:spLocks noChangeArrowheads="1"/>
            </p:cNvSpPr>
            <p:nvPr/>
          </p:nvSpPr>
          <p:spPr bwMode="auto">
            <a:xfrm>
              <a:off x="663709" y="2376499"/>
              <a:ext cx="71452" cy="73025"/>
            </a:xfrm>
            <a:prstGeom prst="ellipse">
              <a:avLst/>
            </a:prstGeom>
            <a:solidFill>
              <a:schemeClr val="tx1"/>
            </a:solidFill>
            <a:ln w="25400" cmpd="sng">
              <a:solidFill>
                <a:srgbClr val="000000"/>
              </a:solidFill>
              <a:round/>
              <a:headEnd/>
              <a:tailEnd/>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endParaRPr>
            </a:p>
          </p:txBody>
        </p:sp>
        <p:sp>
          <p:nvSpPr>
            <p:cNvPr id="28704" name="椭圆 44"/>
            <p:cNvSpPr>
              <a:spLocks noChangeArrowheads="1"/>
            </p:cNvSpPr>
            <p:nvPr/>
          </p:nvSpPr>
          <p:spPr bwMode="auto">
            <a:xfrm>
              <a:off x="2151499" y="3838592"/>
              <a:ext cx="73040" cy="73025"/>
            </a:xfrm>
            <a:prstGeom prst="ellipse">
              <a:avLst/>
            </a:prstGeom>
            <a:solidFill>
              <a:schemeClr val="tx1"/>
            </a:solidFill>
            <a:ln w="25400" cmpd="sng">
              <a:solidFill>
                <a:srgbClr val="000000"/>
              </a:solidFill>
              <a:round/>
              <a:headEnd/>
              <a:tailEnd/>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endParaRPr>
            </a:p>
          </p:txBody>
        </p:sp>
      </p:grpSp>
      <p:sp>
        <p:nvSpPr>
          <p:cNvPr id="39" name="TextBox 110"/>
          <p:cNvSpPr txBox="1">
            <a:spLocks noChangeArrowheads="1"/>
          </p:cNvSpPr>
          <p:nvPr/>
        </p:nvSpPr>
        <p:spPr bwMode="auto">
          <a:xfrm>
            <a:off x="1125818" y="1984699"/>
            <a:ext cx="7305118" cy="1359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285750" lvl="2" indent="-285750" defTabSz="457200" eaLnBrk="1" hangingPunct="1">
              <a:lnSpc>
                <a:spcPts val="3000"/>
              </a:lnSpc>
              <a:spcAft>
                <a:spcPts val="1200"/>
              </a:spcAft>
              <a:buFont typeface="Wingdings" panose="05000000000000000000" pitchFamily="2" charset="2"/>
              <a:buChar char="u"/>
              <a:defRPr/>
            </a:pPr>
            <a:r>
              <a:rPr lang="zh-CN" altLang="en-US" spc="150" dirty="0">
                <a:solidFill>
                  <a:srgbClr val="000000"/>
                </a:solidFill>
                <a:latin typeface="微软雅黑" panose="020B0503020204020204" pitchFamily="34" charset="-122"/>
                <a:ea typeface="微软雅黑" panose="020B0503020204020204" pitchFamily="34" charset="-122"/>
              </a:rPr>
              <a:t>当消费者选择在预算约束线与无差异</a:t>
            </a:r>
            <a:r>
              <a:rPr lang="zh-CN" altLang="en-US" spc="150" dirty="0">
                <a:solidFill>
                  <a:srgbClr val="FF0000"/>
                </a:solidFill>
                <a:latin typeface="微软雅黑" panose="020B0503020204020204" pitchFamily="34" charset="-122"/>
                <a:ea typeface="微软雅黑" panose="020B0503020204020204" pitchFamily="34" charset="-122"/>
              </a:rPr>
              <a:t>切点</a:t>
            </a:r>
            <a:r>
              <a:rPr lang="en-US" altLang="zh-CN" spc="150" dirty="0">
                <a:solidFill>
                  <a:srgbClr val="FF0000"/>
                </a:solidFill>
                <a:latin typeface="微软雅黑" panose="020B0503020204020204" pitchFamily="34" charset="-122"/>
                <a:ea typeface="微软雅黑" panose="020B0503020204020204" pitchFamily="34" charset="-122"/>
              </a:rPr>
              <a:t>E</a:t>
            </a:r>
            <a:r>
              <a:rPr lang="zh-CN" altLang="en-US" spc="150" dirty="0">
                <a:solidFill>
                  <a:srgbClr val="FF0000"/>
                </a:solidFill>
                <a:latin typeface="微软雅黑" panose="020B0503020204020204" pitchFamily="34" charset="-122"/>
                <a:ea typeface="微软雅黑" panose="020B0503020204020204" pitchFamily="34" charset="-122"/>
              </a:rPr>
              <a:t>点</a:t>
            </a:r>
            <a:r>
              <a:rPr lang="zh-CN" altLang="en-US" spc="150" dirty="0">
                <a:solidFill>
                  <a:srgbClr val="000000"/>
                </a:solidFill>
                <a:latin typeface="微软雅黑" panose="020B0503020204020204" pitchFamily="34" charset="-122"/>
                <a:ea typeface="微软雅黑" panose="020B0503020204020204" pitchFamily="34" charset="-122"/>
              </a:rPr>
              <a:t>消费时，可以在现有收入约束条件下实现效用最大化。</a:t>
            </a:r>
            <a:endParaRPr lang="en-US" altLang="zh-CN" spc="150" dirty="0">
              <a:solidFill>
                <a:srgbClr val="000000"/>
              </a:solidFill>
              <a:latin typeface="微软雅黑" panose="020B0503020204020204" pitchFamily="34" charset="-122"/>
              <a:ea typeface="微软雅黑" panose="020B0503020204020204" pitchFamily="34" charset="-122"/>
            </a:endParaRPr>
          </a:p>
          <a:p>
            <a:pPr marL="285750" lvl="2" indent="-285750" defTabSz="457200" eaLnBrk="1" hangingPunct="1">
              <a:lnSpc>
                <a:spcPts val="3000"/>
              </a:lnSpc>
              <a:spcAft>
                <a:spcPts val="1200"/>
              </a:spcAft>
              <a:buFont typeface="Wingdings" panose="05000000000000000000" pitchFamily="2" charset="2"/>
              <a:buChar char="u"/>
              <a:defRPr/>
            </a:pPr>
            <a:r>
              <a:rPr lang="zh-CN" altLang="en-US" spc="150" dirty="0">
                <a:solidFill>
                  <a:srgbClr val="000000"/>
                </a:solidFill>
                <a:latin typeface="微软雅黑" panose="020B0503020204020204" pitchFamily="34" charset="-122"/>
                <a:ea typeface="微软雅黑" panose="020B0503020204020204" pitchFamily="34" charset="-122"/>
              </a:rPr>
              <a:t>这个条件用公式表示就是：</a:t>
            </a:r>
            <a:endParaRPr lang="en-US" altLang="zh-CN" spc="150" dirty="0">
              <a:solidFill>
                <a:srgbClr val="000000"/>
              </a:solidFill>
              <a:latin typeface="微软雅黑" panose="020B0503020204020204" pitchFamily="34" charset="-122"/>
              <a:ea typeface="微软雅黑" panose="020B0503020204020204" pitchFamily="34" charset="-122"/>
            </a:endParaRPr>
          </a:p>
        </p:txBody>
      </p:sp>
      <p:sp>
        <p:nvSpPr>
          <p:cNvPr id="42" name="Rectangle 3">
            <a:extLst>
              <a:ext uri="{FF2B5EF4-FFF2-40B4-BE49-F238E27FC236}">
                <a16:creationId xmlns:a16="http://schemas.microsoft.com/office/drawing/2014/main" id="{599B5B9A-6CD3-41D7-990E-735FBB0EFF5F}"/>
              </a:ext>
            </a:extLst>
          </p:cNvPr>
          <p:cNvSpPr txBox="1">
            <a:spLocks noChangeArrowheads="1"/>
          </p:cNvSpPr>
          <p:nvPr/>
        </p:nvSpPr>
        <p:spPr bwMode="auto">
          <a:xfrm>
            <a:off x="1125818" y="1209675"/>
            <a:ext cx="7400546" cy="452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lvl="2" indent="-285750" defTabSz="457200" eaLnBrk="1" hangingPunct="1">
              <a:lnSpc>
                <a:spcPts val="2600"/>
              </a:lnSpc>
              <a:spcBef>
                <a:spcPct val="0"/>
              </a:spcBef>
              <a:spcAft>
                <a:spcPts val="2000"/>
              </a:spcAft>
              <a:buFont typeface="Wingdings" panose="05000000000000000000" pitchFamily="2" charset="2"/>
              <a:buChar char="u"/>
              <a:defRPr/>
            </a:pPr>
            <a:r>
              <a:rPr lang="zh-CN" altLang="en-US" sz="1800" spc="150" dirty="0">
                <a:solidFill>
                  <a:srgbClr val="000000"/>
                </a:solidFill>
                <a:latin typeface="微软雅黑" panose="020B0503020204020204" pitchFamily="34" charset="-122"/>
                <a:ea typeface="微软雅黑" panose="020B0503020204020204" pitchFamily="34" charset="-122"/>
              </a:rPr>
              <a:t>在收入和商品价格既定的条件下，理性的消费者试图选择使得自身效用最大的商品的最优数量组合。</a:t>
            </a:r>
          </a:p>
        </p:txBody>
      </p:sp>
      <p:sp>
        <p:nvSpPr>
          <p:cNvPr id="43" name="矩形 42">
            <a:extLst>
              <a:ext uri="{FF2B5EF4-FFF2-40B4-BE49-F238E27FC236}">
                <a16:creationId xmlns:a16="http://schemas.microsoft.com/office/drawing/2014/main" id="{F45EBDBA-3385-4055-B8E8-7259310D9ACD}"/>
              </a:ext>
            </a:extLst>
          </p:cNvPr>
          <p:cNvSpPr/>
          <p:nvPr/>
        </p:nvSpPr>
        <p:spPr>
          <a:xfrm>
            <a:off x="6537411" y="0"/>
            <a:ext cx="2606590" cy="369332"/>
          </a:xfrm>
          <a:prstGeom prst="rect">
            <a:avLst/>
          </a:prstGeom>
        </p:spPr>
        <p:txBody>
          <a:bodyPr wrap="squar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 第四节  消费者均衡</a:t>
            </a:r>
          </a:p>
        </p:txBody>
      </p:sp>
      <p:sp>
        <p:nvSpPr>
          <p:cNvPr id="44" name="矩形 43">
            <a:extLst>
              <a:ext uri="{FF2B5EF4-FFF2-40B4-BE49-F238E27FC236}">
                <a16:creationId xmlns:a16="http://schemas.microsoft.com/office/drawing/2014/main" id="{6614A676-95BB-499D-B3AE-5539372BEA45}"/>
              </a:ext>
            </a:extLst>
          </p:cNvPr>
          <p:cNvSpPr/>
          <p:nvPr/>
        </p:nvSpPr>
        <p:spPr>
          <a:xfrm>
            <a:off x="467544" y="548680"/>
            <a:ext cx="3454792"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一、消费者均衡的决定</a:t>
            </a: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24DFDBED-50DB-40ED-8475-64EE5FEE6012}"/>
                  </a:ext>
                </a:extLst>
              </p:cNvPr>
              <p:cNvSpPr/>
              <p:nvPr/>
            </p:nvSpPr>
            <p:spPr>
              <a:xfrm>
                <a:off x="1598730" y="3840518"/>
                <a:ext cx="4572000" cy="553998"/>
              </a:xfrm>
              <a:prstGeom prst="rect">
                <a:avLst/>
              </a:prstGeom>
            </p:spPr>
            <p:txBody>
              <a:bodyPr>
                <a:spAutoFit/>
              </a:bodyPr>
              <a:lstStyle/>
              <a:p>
                <a:pPr marL="276225" lvl="3" indent="0" defTabSz="457200" eaLnBrk="1" hangingPunct="1">
                  <a:lnSpc>
                    <a:spcPts val="3000"/>
                  </a:lnSpc>
                  <a:spcBef>
                    <a:spcPct val="20000"/>
                  </a:spcBef>
                  <a:spcAft>
                    <a:spcPts val="600"/>
                  </a:spcAft>
                  <a:defRPr/>
                </a:pPr>
                <a14:m>
                  <m:oMathPara xmlns:m="http://schemas.openxmlformats.org/officeDocument/2006/math">
                    <m:oMathParaPr>
                      <m:jc m:val="left"/>
                    </m:oMathParaPr>
                    <m:oMath xmlns:m="http://schemas.openxmlformats.org/officeDocument/2006/math">
                      <m:sSub>
                        <m:sSubPr>
                          <m:ctrlPr>
                            <a:rPr lang="en-US" altLang="zh-CN" sz="1600" i="1" spc="150" dirty="0">
                              <a:solidFill>
                                <a:srgbClr val="000000"/>
                              </a:solidFill>
                              <a:latin typeface="Cambria Math" panose="02040503050406030204" pitchFamily="18" charset="0"/>
                              <a:ea typeface="微软雅黑" panose="020B0503020204020204" pitchFamily="34" charset="-122"/>
                            </a:rPr>
                          </m:ctrlPr>
                        </m:sSubPr>
                        <m:e>
                          <m:r>
                            <a:rPr lang="en-US" altLang="zh-CN" sz="1600" spc="150" dirty="0">
                              <a:solidFill>
                                <a:srgbClr val="000000"/>
                              </a:solidFill>
                              <a:latin typeface="Cambria Math" panose="02040503050406030204" pitchFamily="18" charset="0"/>
                              <a:ea typeface="微软雅黑" panose="020B0503020204020204" pitchFamily="34" charset="-122"/>
                            </a:rPr>
                            <m:t> </m:t>
                          </m:r>
                          <m:r>
                            <a:rPr lang="en-US" altLang="zh-CN" sz="1600" i="1" spc="150" dirty="0">
                              <a:solidFill>
                                <a:srgbClr val="000000"/>
                              </a:solidFill>
                              <a:latin typeface="Cambria Math" panose="02040503050406030204" pitchFamily="18" charset="0"/>
                              <a:ea typeface="微软雅黑" panose="020B0503020204020204" pitchFamily="34" charset="-122"/>
                            </a:rPr>
                            <m:t>𝑀𝑅𝑆</m:t>
                          </m:r>
                        </m:e>
                        <m:sub>
                          <m:r>
                            <a:rPr lang="en-US" altLang="zh-CN" sz="1600" spc="150" dirty="0">
                              <a:solidFill>
                                <a:srgbClr val="000000"/>
                              </a:solidFill>
                              <a:latin typeface="Cambria Math" panose="02040503050406030204" pitchFamily="18" charset="0"/>
                              <a:ea typeface="微软雅黑" panose="020B0503020204020204" pitchFamily="34" charset="-122"/>
                            </a:rPr>
                            <m:t>1,2</m:t>
                          </m:r>
                        </m:sub>
                      </m:sSub>
                      <m:r>
                        <a:rPr lang="en-US" altLang="zh-CN" sz="1600" spc="150" dirty="0">
                          <a:solidFill>
                            <a:srgbClr val="000000"/>
                          </a:solidFill>
                          <a:latin typeface="Cambria Math" panose="02040503050406030204" pitchFamily="18" charset="0"/>
                          <a:ea typeface="微软雅黑" panose="020B0503020204020204" pitchFamily="34" charset="-122"/>
                        </a:rPr>
                        <m:t>=</m:t>
                      </m:r>
                      <m:f>
                        <m:fPr>
                          <m:ctrlPr>
                            <a:rPr lang="en-US" altLang="zh-CN" sz="1600" i="1" spc="150" dirty="0">
                              <a:solidFill>
                                <a:srgbClr val="000000"/>
                              </a:solidFill>
                              <a:latin typeface="Cambria Math" panose="02040503050406030204" pitchFamily="18" charset="0"/>
                              <a:ea typeface="微软雅黑" panose="020B0503020204020204" pitchFamily="34" charset="-122"/>
                            </a:rPr>
                          </m:ctrlPr>
                        </m:fPr>
                        <m:num>
                          <m:sSub>
                            <m:sSubPr>
                              <m:ctrlPr>
                                <a:rPr lang="en-US" altLang="zh-CN" sz="1600" i="1" spc="150" dirty="0">
                                  <a:solidFill>
                                    <a:srgbClr val="000000"/>
                                  </a:solidFill>
                                  <a:latin typeface="Cambria Math" panose="02040503050406030204" pitchFamily="18" charset="0"/>
                                  <a:ea typeface="微软雅黑" panose="020B0503020204020204" pitchFamily="34" charset="-122"/>
                                </a:rPr>
                              </m:ctrlPr>
                            </m:sSubPr>
                            <m:e>
                              <m:r>
                                <a:rPr lang="en-US" altLang="zh-CN" sz="1600" i="1" spc="150" dirty="0">
                                  <a:solidFill>
                                    <a:srgbClr val="000000"/>
                                  </a:solidFill>
                                  <a:latin typeface="Cambria Math" panose="02040503050406030204" pitchFamily="18" charset="0"/>
                                  <a:ea typeface="微软雅黑" panose="020B0503020204020204" pitchFamily="34" charset="-122"/>
                                </a:rPr>
                                <m:t>𝑃</m:t>
                              </m:r>
                            </m:e>
                            <m:sub>
                              <m:r>
                                <a:rPr lang="en-US" altLang="zh-CN" sz="1600" i="1" spc="150" dirty="0">
                                  <a:solidFill>
                                    <a:srgbClr val="000000"/>
                                  </a:solidFill>
                                  <a:latin typeface="Cambria Math" panose="02040503050406030204" pitchFamily="18" charset="0"/>
                                  <a:ea typeface="微软雅黑" panose="020B0503020204020204" pitchFamily="34" charset="-122"/>
                                </a:rPr>
                                <m:t>1</m:t>
                              </m:r>
                            </m:sub>
                          </m:sSub>
                        </m:num>
                        <m:den>
                          <m:sSub>
                            <m:sSubPr>
                              <m:ctrlPr>
                                <a:rPr lang="en-US" altLang="zh-CN" sz="1600" i="1" spc="150" dirty="0">
                                  <a:solidFill>
                                    <a:srgbClr val="000000"/>
                                  </a:solidFill>
                                  <a:latin typeface="Cambria Math" panose="02040503050406030204" pitchFamily="18" charset="0"/>
                                  <a:ea typeface="微软雅黑" panose="020B0503020204020204" pitchFamily="34" charset="-122"/>
                                </a:rPr>
                              </m:ctrlPr>
                            </m:sSubPr>
                            <m:e>
                              <m:r>
                                <a:rPr lang="en-US" altLang="zh-CN" sz="1600" i="1" spc="150" dirty="0">
                                  <a:solidFill>
                                    <a:srgbClr val="000000"/>
                                  </a:solidFill>
                                  <a:latin typeface="Cambria Math" panose="02040503050406030204" pitchFamily="18" charset="0"/>
                                  <a:ea typeface="微软雅黑" panose="020B0503020204020204" pitchFamily="34" charset="-122"/>
                                </a:rPr>
                                <m:t>𝑃</m:t>
                              </m:r>
                            </m:e>
                            <m:sub>
                              <m:r>
                                <a:rPr lang="en-US" altLang="zh-CN" sz="1600" i="1" spc="150" dirty="0">
                                  <a:solidFill>
                                    <a:srgbClr val="000000"/>
                                  </a:solidFill>
                                  <a:latin typeface="Cambria Math" panose="02040503050406030204" pitchFamily="18" charset="0"/>
                                  <a:ea typeface="微软雅黑" panose="020B0503020204020204" pitchFamily="34" charset="-122"/>
                                </a:rPr>
                                <m:t>2</m:t>
                              </m:r>
                            </m:sub>
                          </m:sSub>
                        </m:den>
                      </m:f>
                    </m:oMath>
                  </m:oMathPara>
                </a14:m>
                <a:endParaRPr lang="en-US" altLang="zh-CN" sz="1600" i="1" spc="150" dirty="0">
                  <a:solidFill>
                    <a:srgbClr val="000000"/>
                  </a:solidFill>
                  <a:latin typeface="微软雅黑" panose="020B0503020204020204" pitchFamily="34" charset="-122"/>
                  <a:ea typeface="微软雅黑" panose="020B0503020204020204" pitchFamily="34" charset="-122"/>
                </a:endParaRPr>
              </a:p>
            </p:txBody>
          </p:sp>
        </mc:Choice>
        <mc:Fallback xmlns="">
          <p:sp>
            <p:nvSpPr>
              <p:cNvPr id="2" name="矩形 1">
                <a:extLst>
                  <a:ext uri="{FF2B5EF4-FFF2-40B4-BE49-F238E27FC236}">
                    <a16:creationId xmlns:a16="http://schemas.microsoft.com/office/drawing/2014/main" id="{24DFDBED-50DB-40ED-8475-64EE5FEE6012}"/>
                  </a:ext>
                </a:extLst>
              </p:cNvPr>
              <p:cNvSpPr>
                <a:spLocks noRot="1" noChangeAspect="1" noMove="1" noResize="1" noEditPoints="1" noAdjustHandles="1" noChangeArrowheads="1" noChangeShapeType="1" noTextEdit="1"/>
              </p:cNvSpPr>
              <p:nvPr/>
            </p:nvSpPr>
            <p:spPr>
              <a:xfrm>
                <a:off x="1598730" y="3840518"/>
                <a:ext cx="4572000" cy="553998"/>
              </a:xfrm>
              <a:prstGeom prst="rect">
                <a:avLst/>
              </a:prstGeom>
              <a:blipFill>
                <a:blip r:embed="rId31"/>
                <a:stretch>
                  <a:fillRect t="-7692"/>
                </a:stretch>
              </a:blipFill>
            </p:spPr>
            <p:txBody>
              <a:bodyPr/>
              <a:lstStyle/>
              <a:p>
                <a:r>
                  <a:rPr lang="zh-CN" altLang="en-US">
                    <a:noFill/>
                  </a:rPr>
                  <a:t> </a:t>
                </a:r>
              </a:p>
            </p:txBody>
          </p:sp>
        </mc:Fallback>
      </mc:AlternateContent>
      <p:sp>
        <p:nvSpPr>
          <p:cNvPr id="3" name="矩形 2">
            <a:extLst>
              <a:ext uri="{FF2B5EF4-FFF2-40B4-BE49-F238E27FC236}">
                <a16:creationId xmlns:a16="http://schemas.microsoft.com/office/drawing/2014/main" id="{15DC5A34-39AF-43B9-84AC-2006BA51268C}"/>
              </a:ext>
            </a:extLst>
          </p:cNvPr>
          <p:cNvSpPr/>
          <p:nvPr/>
        </p:nvSpPr>
        <p:spPr>
          <a:xfrm>
            <a:off x="1598730" y="4601135"/>
            <a:ext cx="1808508" cy="429285"/>
          </a:xfrm>
          <a:prstGeom prst="rect">
            <a:avLst/>
          </a:prstGeom>
        </p:spPr>
        <p:txBody>
          <a:bodyPr wrap="none">
            <a:spAutoFit/>
          </a:bodyPr>
          <a:lstStyle/>
          <a:p>
            <a:pPr marL="276225" lvl="3" indent="0" defTabSz="457200" eaLnBrk="1" hangingPunct="1">
              <a:lnSpc>
                <a:spcPts val="3000"/>
              </a:lnSpc>
              <a:spcBef>
                <a:spcPct val="20000"/>
              </a:spcBef>
              <a:spcAft>
                <a:spcPts val="1200"/>
              </a:spcAft>
              <a:defRPr/>
            </a:pPr>
            <a:r>
              <a:rPr lang="en-US" altLang="zh-CN" sz="1600" dirty="0">
                <a:latin typeface="微软雅黑" panose="020B0503020204020204" pitchFamily="34" charset="-122"/>
                <a:ea typeface="微软雅黑" panose="020B0503020204020204" pitchFamily="34" charset="-122"/>
              </a:rPr>
              <a:t> </a:t>
            </a:r>
            <a:r>
              <a:rPr lang="en-US" altLang="zh-CN" sz="1600" i="1" dirty="0">
                <a:latin typeface="Cambria Math" panose="02040503050406030204" pitchFamily="18" charset="0"/>
                <a:ea typeface="Cambria Math" panose="02040503050406030204" pitchFamily="18" charset="0"/>
              </a:rPr>
              <a:t>P</a:t>
            </a:r>
            <a:r>
              <a:rPr lang="en-US" altLang="zh-CN" sz="1600" i="1" baseline="-25000" dirty="0">
                <a:latin typeface="Cambria Math" panose="02040503050406030204" pitchFamily="18" charset="0"/>
                <a:ea typeface="Cambria Math" panose="02040503050406030204" pitchFamily="18" charset="0"/>
              </a:rPr>
              <a:t>1</a:t>
            </a:r>
            <a:r>
              <a:rPr lang="en-US" altLang="zh-CN" sz="1600" i="1" dirty="0">
                <a:latin typeface="Cambria Math" panose="02040503050406030204" pitchFamily="18" charset="0"/>
                <a:ea typeface="Cambria Math" panose="02040503050406030204" pitchFamily="18" charset="0"/>
              </a:rPr>
              <a:t>Q</a:t>
            </a:r>
            <a:r>
              <a:rPr lang="en-US" altLang="zh-CN" sz="1600" i="1" baseline="-25000" dirty="0">
                <a:latin typeface="Cambria Math" panose="02040503050406030204" pitchFamily="18" charset="0"/>
                <a:ea typeface="Cambria Math" panose="02040503050406030204" pitchFamily="18" charset="0"/>
              </a:rPr>
              <a:t>1</a:t>
            </a:r>
            <a:r>
              <a:rPr lang="en-US" altLang="zh-CN" sz="1600" i="1" dirty="0">
                <a:latin typeface="Cambria Math" panose="02040503050406030204" pitchFamily="18" charset="0"/>
                <a:ea typeface="Cambria Math" panose="02040503050406030204" pitchFamily="18" charset="0"/>
              </a:rPr>
              <a:t>+P</a:t>
            </a:r>
            <a:r>
              <a:rPr lang="en-US" altLang="zh-CN" sz="1600" i="1" baseline="-25000" dirty="0">
                <a:latin typeface="Cambria Math" panose="02040503050406030204" pitchFamily="18" charset="0"/>
                <a:ea typeface="Cambria Math" panose="02040503050406030204" pitchFamily="18" charset="0"/>
              </a:rPr>
              <a:t>2</a:t>
            </a:r>
            <a:r>
              <a:rPr lang="en-US" altLang="zh-CN" sz="1600" i="1" dirty="0">
                <a:latin typeface="Cambria Math" panose="02040503050406030204" pitchFamily="18" charset="0"/>
                <a:ea typeface="Cambria Math" panose="02040503050406030204" pitchFamily="18" charset="0"/>
              </a:rPr>
              <a:t>Q</a:t>
            </a:r>
            <a:r>
              <a:rPr lang="en-US" altLang="zh-CN" sz="1600" i="1" baseline="-25000" dirty="0">
                <a:latin typeface="Cambria Math" panose="02040503050406030204" pitchFamily="18" charset="0"/>
                <a:ea typeface="Cambria Math" panose="02040503050406030204" pitchFamily="18" charset="0"/>
              </a:rPr>
              <a:t>2</a:t>
            </a:r>
            <a:r>
              <a:rPr lang="en-US" altLang="zh-CN" sz="1600" i="1" dirty="0">
                <a:latin typeface="Cambria Math" panose="02040503050406030204" pitchFamily="18" charset="0"/>
                <a:ea typeface="Cambria Math" panose="02040503050406030204" pitchFamily="18" charset="0"/>
              </a:rPr>
              <a:t>=m</a:t>
            </a:r>
            <a:endParaRPr lang="en-US" altLang="zh-CN" sz="1600" i="1" spc="150" dirty="0">
              <a:solidFill>
                <a:srgbClr val="000000"/>
              </a:solidFill>
              <a:latin typeface="Cambria Math" panose="02040503050406030204" pitchFamily="18" charset="0"/>
              <a:ea typeface="Cambria Math" panose="02040503050406030204" pitchFamily="18" charset="0"/>
            </a:endParaRPr>
          </a:p>
        </p:txBody>
      </p:sp>
      <p:sp>
        <p:nvSpPr>
          <p:cNvPr id="4" name="标注: 线形 3">
            <a:extLst>
              <a:ext uri="{FF2B5EF4-FFF2-40B4-BE49-F238E27FC236}">
                <a16:creationId xmlns:a16="http://schemas.microsoft.com/office/drawing/2014/main" id="{414C101D-CBD5-45B3-9A8E-CFB05C11A80C}"/>
              </a:ext>
            </a:extLst>
          </p:cNvPr>
          <p:cNvSpPr/>
          <p:nvPr/>
        </p:nvSpPr>
        <p:spPr bwMode="auto">
          <a:xfrm>
            <a:off x="3738840" y="576363"/>
            <a:ext cx="5367977" cy="612648"/>
          </a:xfrm>
          <a:prstGeom prst="borderCallout1">
            <a:avLst>
              <a:gd name="adj1" fmla="val 61265"/>
              <a:gd name="adj2" fmla="val -1623"/>
              <a:gd name="adj3" fmla="val 45562"/>
              <a:gd name="adj4" fmla="val -13246"/>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消费者受到追逐更高效用动机的驱使，同时也受到来自收入预算的制约，这是两种相反的力量。</a:t>
            </a:r>
          </a:p>
        </p:txBody>
      </p:sp>
      <p:sp>
        <p:nvSpPr>
          <p:cNvPr id="5" name="标注: 线形 4">
            <a:extLst>
              <a:ext uri="{FF2B5EF4-FFF2-40B4-BE49-F238E27FC236}">
                <a16:creationId xmlns:a16="http://schemas.microsoft.com/office/drawing/2014/main" id="{25B14C8F-DD99-44BC-888B-B69DC3C73F14}"/>
              </a:ext>
            </a:extLst>
          </p:cNvPr>
          <p:cNvSpPr/>
          <p:nvPr/>
        </p:nvSpPr>
        <p:spPr bwMode="auto">
          <a:xfrm>
            <a:off x="5797864" y="2404646"/>
            <a:ext cx="3259972" cy="934318"/>
          </a:xfrm>
          <a:prstGeom prst="borderCallout1">
            <a:avLst>
              <a:gd name="adj1" fmla="val 18750"/>
              <a:gd name="adj2" fmla="val -8333"/>
              <a:gd name="adj3" fmla="val 5005"/>
              <a:gd name="adj4" fmla="val -1762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为了实现最大效用满足，消费者试图使得商品组合的位于尽可能高的无差异曲线上。</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wipe(left)">
                                      <p:cBhvr>
                                        <p:cTn id="7" dur="500"/>
                                        <p:tgtEl>
                                          <p:spTgt spid="44"/>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42">
                                            <p:txEl>
                                              <p:pRg st="0" end="0"/>
                                            </p:txEl>
                                          </p:spTgt>
                                        </p:tgtEl>
                                        <p:attrNameLst>
                                          <p:attrName>style.visibility</p:attrName>
                                        </p:attrNameLst>
                                      </p:cBhvr>
                                      <p:to>
                                        <p:strVal val="visible"/>
                                      </p:to>
                                    </p:set>
                                    <p:animEffect transition="in" filter="strips(downRight)">
                                      <p:cBhvr>
                                        <p:cTn id="12" dur="500"/>
                                        <p:tgtEl>
                                          <p:spTgt spid="4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9">
                                            <p:txEl>
                                              <p:pRg st="0" end="0"/>
                                            </p:txEl>
                                          </p:spTgt>
                                        </p:tgtEl>
                                        <p:attrNameLst>
                                          <p:attrName>style.visibility</p:attrName>
                                        </p:attrNameLst>
                                      </p:cBhvr>
                                      <p:to>
                                        <p:strVal val="visible"/>
                                      </p:to>
                                    </p:set>
                                    <p:animEffect transition="in" filter="wipe(up)">
                                      <p:cBhvr>
                                        <p:cTn id="17" dur="1000"/>
                                        <p:tgtEl>
                                          <p:spTgt spid="39">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28675"/>
                                        </p:tgtEl>
                                        <p:attrNameLst>
                                          <p:attrName>style.visibility</p:attrName>
                                        </p:attrNameLst>
                                      </p:cBhvr>
                                      <p:to>
                                        <p:strVal val="visible"/>
                                      </p:to>
                                    </p:set>
                                    <p:anim calcmode="lin" valueType="num">
                                      <p:cBhvr additive="base">
                                        <p:cTn id="22" dur="500" fill="hold"/>
                                        <p:tgtEl>
                                          <p:spTgt spid="28675"/>
                                        </p:tgtEl>
                                        <p:attrNameLst>
                                          <p:attrName>ppt_x</p:attrName>
                                        </p:attrNameLst>
                                      </p:cBhvr>
                                      <p:tavLst>
                                        <p:tav tm="0">
                                          <p:val>
                                            <p:strVal val="#ppt_x"/>
                                          </p:val>
                                        </p:tav>
                                        <p:tav tm="100000">
                                          <p:val>
                                            <p:strVal val="#ppt_x"/>
                                          </p:val>
                                        </p:tav>
                                      </p:tavLst>
                                    </p:anim>
                                    <p:anim calcmode="lin" valueType="num">
                                      <p:cBhvr additive="base">
                                        <p:cTn id="23" dur="500" fill="hold"/>
                                        <p:tgtEl>
                                          <p:spTgt spid="28675"/>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nodeType="clickEffect">
                                  <p:stCondLst>
                                    <p:cond delay="0"/>
                                  </p:stCondLst>
                                  <p:childTnLst>
                                    <p:set>
                                      <p:cBhvr>
                                        <p:cTn id="27" dur="1" fill="hold">
                                          <p:stCondLst>
                                            <p:cond delay="0"/>
                                          </p:stCondLst>
                                        </p:cTn>
                                        <p:tgtEl>
                                          <p:spTgt spid="39">
                                            <p:txEl>
                                              <p:pRg st="1" end="1"/>
                                            </p:txEl>
                                          </p:spTgt>
                                        </p:tgtEl>
                                        <p:attrNameLst>
                                          <p:attrName>style.visibility</p:attrName>
                                        </p:attrNameLst>
                                      </p:cBhvr>
                                      <p:to>
                                        <p:strVal val="visible"/>
                                      </p:to>
                                    </p:set>
                                    <p:animEffect transition="in" filter="wipe(up)">
                                      <p:cBhvr>
                                        <p:cTn id="28" dur="1000"/>
                                        <p:tgtEl>
                                          <p:spTgt spid="39">
                                            <p:txEl>
                                              <p:pRg st="1" end="1"/>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2"/>
                                        </p:tgtEl>
                                        <p:attrNameLst>
                                          <p:attrName>style.visibility</p:attrName>
                                        </p:attrNameLst>
                                      </p:cBhvr>
                                      <p:to>
                                        <p:strVal val="visible"/>
                                      </p:to>
                                    </p:set>
                                    <p:animEffect transition="in" filter="fade">
                                      <p:cBhvr>
                                        <p:cTn id="33" dur="1000"/>
                                        <p:tgtEl>
                                          <p:spTgt spid="2"/>
                                        </p:tgtEl>
                                      </p:cBhvr>
                                    </p:animEffect>
                                    <p:anim calcmode="lin" valueType="num">
                                      <p:cBhvr>
                                        <p:cTn id="34" dur="1000" fill="hold"/>
                                        <p:tgtEl>
                                          <p:spTgt spid="2"/>
                                        </p:tgtEl>
                                        <p:attrNameLst>
                                          <p:attrName>ppt_x</p:attrName>
                                        </p:attrNameLst>
                                      </p:cBhvr>
                                      <p:tavLst>
                                        <p:tav tm="0">
                                          <p:val>
                                            <p:strVal val="#ppt_x"/>
                                          </p:val>
                                        </p:tav>
                                        <p:tav tm="100000">
                                          <p:val>
                                            <p:strVal val="#ppt_x"/>
                                          </p:val>
                                        </p:tav>
                                      </p:tavLst>
                                    </p:anim>
                                    <p:anim calcmode="lin" valueType="num">
                                      <p:cBhvr>
                                        <p:cTn id="35"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3"/>
                                        </p:tgtEl>
                                        <p:attrNameLst>
                                          <p:attrName>style.visibility</p:attrName>
                                        </p:attrNameLst>
                                      </p:cBhvr>
                                      <p:to>
                                        <p:strVal val="visible"/>
                                      </p:to>
                                    </p:set>
                                    <p:animEffect transition="in" filter="fade">
                                      <p:cBhvr>
                                        <p:cTn id="40" dur="1000"/>
                                        <p:tgtEl>
                                          <p:spTgt spid="3"/>
                                        </p:tgtEl>
                                      </p:cBhvr>
                                    </p:animEffect>
                                    <p:anim calcmode="lin" valueType="num">
                                      <p:cBhvr>
                                        <p:cTn id="41" dur="1000" fill="hold"/>
                                        <p:tgtEl>
                                          <p:spTgt spid="3"/>
                                        </p:tgtEl>
                                        <p:attrNameLst>
                                          <p:attrName>ppt_x</p:attrName>
                                        </p:attrNameLst>
                                      </p:cBhvr>
                                      <p:tavLst>
                                        <p:tav tm="0">
                                          <p:val>
                                            <p:strVal val="#ppt_x"/>
                                          </p:val>
                                        </p:tav>
                                        <p:tav tm="100000">
                                          <p:val>
                                            <p:strVal val="#ppt_x"/>
                                          </p:val>
                                        </p:tav>
                                      </p:tavLst>
                                    </p:anim>
                                    <p:anim calcmode="lin" valueType="num">
                                      <p:cBhvr>
                                        <p:cTn id="42"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2" grpId="0"/>
      <p:bldP spid="3"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7650" name="Rectangle 3"/>
              <p:cNvSpPr>
                <a:spLocks noGrp="1" noChangeArrowheads="1"/>
              </p:cNvSpPr>
              <p:nvPr>
                <p:ph idx="1"/>
              </p:nvPr>
            </p:nvSpPr>
            <p:spPr>
              <a:xfrm>
                <a:off x="1125818" y="1674132"/>
                <a:ext cx="8458200" cy="4017264"/>
              </a:xfrm>
            </p:spPr>
            <p:txBody>
              <a:bodyPr>
                <a:noAutofit/>
              </a:bodyPr>
              <a:lstStyle/>
              <a:p>
                <a:pPr eaLnBrk="1" hangingPunct="1">
                  <a:lnSpc>
                    <a:spcPct val="150000"/>
                  </a:lnSpc>
                  <a:buFontTx/>
                  <a:buNone/>
                </a:pPr>
                <a:endParaRPr lang="en-US" altLang="zh-CN" sz="2000" dirty="0">
                  <a:solidFill>
                    <a:schemeClr val="tx1"/>
                  </a:solidFill>
                  <a:latin typeface="微软雅黑" panose="020B0503020204020204" pitchFamily="34" charset="-122"/>
                  <a:ea typeface="微软雅黑" panose="020B0503020204020204" pitchFamily="34" charset="-122"/>
                </a:endParaRPr>
              </a:p>
              <a:p>
                <a:pPr eaLnBrk="1" hangingPunct="1">
                  <a:lnSpc>
                    <a:spcPct val="150000"/>
                  </a:lnSpc>
                  <a:buFontTx/>
                  <a:buNone/>
                </a:pPr>
                <a14:m>
                  <m:oMathPara xmlns:m="http://schemas.openxmlformats.org/officeDocument/2006/math">
                    <m:oMathParaPr>
                      <m:jc m:val="left"/>
                    </m:oMathParaPr>
                    <m:oMath xmlns:m="http://schemas.openxmlformats.org/officeDocument/2006/math">
                      <m:sSub>
                        <m:sSubPr>
                          <m:ctrlPr>
                            <a:rPr lang="en-US" altLang="zh-CN" sz="1800" b="0" i="1" smtClean="0">
                              <a:solidFill>
                                <a:schemeClr val="tx1"/>
                              </a:solidFill>
                              <a:latin typeface="Cambria Math" panose="02040503050406030204" pitchFamily="18" charset="0"/>
                            </a:rPr>
                          </m:ctrlPr>
                        </m:sSubPr>
                        <m:e>
                          <m:r>
                            <m:rPr>
                              <m:nor/>
                            </m:rPr>
                            <a:rPr lang="zh-CN" altLang="en-US" sz="1800" b="0" i="0">
                              <a:latin typeface="微软雅黑" panose="020B0503020204020204" pitchFamily="34" charset="-122"/>
                              <a:ea typeface="微软雅黑" panose="020B0503020204020204" pitchFamily="34" charset="-122"/>
                            </a:rPr>
                            <m:t>条件</m:t>
                          </m:r>
                          <m:r>
                            <m:rPr>
                              <m:nor/>
                            </m:rPr>
                            <a:rPr lang="en-US" altLang="zh-CN" sz="1800" b="0" i="0" smtClean="0">
                              <a:latin typeface="微软雅黑" panose="020B0503020204020204" pitchFamily="34" charset="-122"/>
                              <a:ea typeface="微软雅黑" panose="020B0503020204020204" pitchFamily="34" charset="-122"/>
                            </a:rPr>
                            <m:t>A</m:t>
                          </m:r>
                          <m:r>
                            <a:rPr lang="en-US" altLang="zh-CN" sz="1800" b="0" i="1" smtClean="0">
                              <a:latin typeface="Cambria Math" panose="02040503050406030204" pitchFamily="18" charset="0"/>
                            </a:rPr>
                            <m:t>:</m:t>
                          </m:r>
                          <m:r>
                            <a:rPr lang="en-US" altLang="zh-CN" sz="1800" b="0" i="1" smtClean="0">
                              <a:solidFill>
                                <a:schemeClr val="tx1"/>
                              </a:solidFill>
                              <a:latin typeface="Cambria Math" panose="02040503050406030204" pitchFamily="18" charset="0"/>
                            </a:rPr>
                            <m:t>𝑀𝑅𝑆</m:t>
                          </m:r>
                        </m:e>
                        <m:sub>
                          <m:r>
                            <a:rPr lang="en-US" altLang="zh-CN" sz="1800" b="0" i="1" smtClean="0">
                              <a:solidFill>
                                <a:schemeClr val="tx1"/>
                              </a:solidFill>
                              <a:latin typeface="Cambria Math" panose="02040503050406030204" pitchFamily="18" charset="0"/>
                            </a:rPr>
                            <m:t>𝑋𝑌</m:t>
                          </m:r>
                        </m:sub>
                      </m:sSub>
                      <m:r>
                        <a:rPr lang="en-US" altLang="zh-CN" sz="1800" b="0" i="1" smtClean="0">
                          <a:solidFill>
                            <a:schemeClr val="tx1"/>
                          </a:solidFill>
                          <a:latin typeface="Cambria Math" panose="02040503050406030204" pitchFamily="18" charset="0"/>
                        </a:rPr>
                        <m:t>=−</m:t>
                      </m:r>
                      <m:f>
                        <m:fPr>
                          <m:ctrlPr>
                            <a:rPr lang="en-US" altLang="zh-CN" sz="1800" b="0" i="1" smtClean="0">
                              <a:solidFill>
                                <a:schemeClr val="tx1"/>
                              </a:solidFill>
                              <a:latin typeface="Cambria Math" panose="02040503050406030204" pitchFamily="18" charset="0"/>
                            </a:rPr>
                          </m:ctrlPr>
                        </m:fPr>
                        <m:num>
                          <m:sSub>
                            <m:sSubPr>
                              <m:ctrlPr>
                                <a:rPr lang="en-US" altLang="zh-CN" sz="1800" b="0" i="1" smtClean="0">
                                  <a:solidFill>
                                    <a:schemeClr val="tx1"/>
                                  </a:solidFill>
                                  <a:latin typeface="Cambria Math" panose="02040503050406030204" pitchFamily="18" charset="0"/>
                                </a:rPr>
                              </m:ctrlPr>
                            </m:sSubPr>
                            <m:e>
                              <m:r>
                                <a:rPr lang="en-US" altLang="zh-CN" sz="1800" b="0" i="1" smtClean="0">
                                  <a:solidFill>
                                    <a:schemeClr val="tx1"/>
                                  </a:solidFill>
                                  <a:latin typeface="Cambria Math" panose="02040503050406030204" pitchFamily="18" charset="0"/>
                                </a:rPr>
                                <m:t>𝑃</m:t>
                              </m:r>
                            </m:e>
                            <m:sub>
                              <m:r>
                                <a:rPr lang="en-US" altLang="zh-CN" sz="1800" b="0" i="1" smtClean="0">
                                  <a:solidFill>
                                    <a:schemeClr val="tx1"/>
                                  </a:solidFill>
                                  <a:latin typeface="Cambria Math" panose="02040503050406030204" pitchFamily="18" charset="0"/>
                                </a:rPr>
                                <m:t>𝑋</m:t>
                              </m:r>
                            </m:sub>
                          </m:sSub>
                        </m:num>
                        <m:den>
                          <m:sSub>
                            <m:sSubPr>
                              <m:ctrlPr>
                                <a:rPr lang="en-US" altLang="zh-CN" sz="1800" b="0" i="1" smtClean="0">
                                  <a:solidFill>
                                    <a:schemeClr val="tx1"/>
                                  </a:solidFill>
                                  <a:latin typeface="Cambria Math" panose="02040503050406030204" pitchFamily="18" charset="0"/>
                                </a:rPr>
                              </m:ctrlPr>
                            </m:sSubPr>
                            <m:e>
                              <m:r>
                                <a:rPr lang="en-US" altLang="zh-CN" sz="1800" b="0" i="1" smtClean="0">
                                  <a:solidFill>
                                    <a:schemeClr val="tx1"/>
                                  </a:solidFill>
                                  <a:latin typeface="Cambria Math" panose="02040503050406030204" pitchFamily="18" charset="0"/>
                                </a:rPr>
                                <m:t>𝑃</m:t>
                              </m:r>
                            </m:e>
                            <m:sub>
                              <m:r>
                                <a:rPr lang="en-US" altLang="zh-CN" sz="1800" b="0" i="1" smtClean="0">
                                  <a:solidFill>
                                    <a:schemeClr val="tx1"/>
                                  </a:solidFill>
                                  <a:latin typeface="Cambria Math" panose="02040503050406030204" pitchFamily="18" charset="0"/>
                                </a:rPr>
                                <m:t>𝑌</m:t>
                              </m:r>
                            </m:sub>
                          </m:sSub>
                        </m:den>
                      </m:f>
                    </m:oMath>
                  </m:oMathPara>
                </a14:m>
                <a:endParaRPr lang="en-US" altLang="zh-CN" sz="2000" b="0" dirty="0">
                  <a:solidFill>
                    <a:schemeClr val="tx1"/>
                  </a:solidFill>
                  <a:latin typeface="微软雅黑" panose="020B0503020204020204" pitchFamily="34" charset="-122"/>
                  <a:ea typeface="微软雅黑" panose="020B0503020204020204" pitchFamily="34" charset="-122"/>
                </a:endParaRPr>
              </a:p>
              <a:p>
                <a:pPr eaLnBrk="1" hangingPunct="1">
                  <a:lnSpc>
                    <a:spcPct val="150000"/>
                  </a:lnSpc>
                  <a:buFontTx/>
                  <a:buNone/>
                </a:pPr>
                <a:endParaRPr lang="en-US" altLang="zh-CN" sz="2000" dirty="0">
                  <a:solidFill>
                    <a:schemeClr val="tx1"/>
                  </a:solidFill>
                  <a:latin typeface="微软雅黑" panose="020B0503020204020204" pitchFamily="34" charset="-122"/>
                  <a:ea typeface="微软雅黑" panose="020B0503020204020204" pitchFamily="34" charset="-122"/>
                </a:endParaRPr>
              </a:p>
              <a:p>
                <a:pPr>
                  <a:lnSpc>
                    <a:spcPct val="150000"/>
                  </a:lnSpc>
                  <a:buNone/>
                </a:pPr>
                <a14:m>
                  <m:oMathPara xmlns:m="http://schemas.openxmlformats.org/officeDocument/2006/math">
                    <m:oMathParaPr>
                      <m:jc m:val="left"/>
                    </m:oMathParaPr>
                    <m:oMath xmlns:m="http://schemas.openxmlformats.org/officeDocument/2006/math">
                      <m:sSub>
                        <m:sSubPr>
                          <m:ctrlPr>
                            <a:rPr lang="en-US" altLang="zh-CN" sz="1800" b="0" i="1">
                              <a:solidFill>
                                <a:schemeClr val="tx1"/>
                              </a:solidFill>
                              <a:latin typeface="Cambria Math" panose="02040503050406030204" pitchFamily="18" charset="0"/>
                            </a:rPr>
                          </m:ctrlPr>
                        </m:sSubPr>
                        <m:e>
                          <m:r>
                            <a:rPr lang="en-US" altLang="zh-CN" sz="1800" b="0" i="1" smtClean="0">
                              <a:solidFill>
                                <a:schemeClr val="tx1"/>
                              </a:solidFill>
                              <a:latin typeface="Cambria Math" panose="02040503050406030204" pitchFamily="18" charset="0"/>
                            </a:rPr>
                            <m:t>             </m:t>
                          </m:r>
                          <m:r>
                            <a:rPr lang="en-US" altLang="zh-CN" sz="1800" b="0" i="1">
                              <a:solidFill>
                                <a:schemeClr val="tx1"/>
                              </a:solidFill>
                              <a:latin typeface="Cambria Math" panose="02040503050406030204" pitchFamily="18" charset="0"/>
                            </a:rPr>
                            <m:t>𝑀𝑅𝑆</m:t>
                          </m:r>
                        </m:e>
                        <m:sub>
                          <m:r>
                            <a:rPr lang="en-US" altLang="zh-CN" sz="1800" b="0" i="1">
                              <a:solidFill>
                                <a:schemeClr val="tx1"/>
                              </a:solidFill>
                              <a:latin typeface="Cambria Math" panose="02040503050406030204" pitchFamily="18" charset="0"/>
                            </a:rPr>
                            <m:t>𝑋𝑌</m:t>
                          </m:r>
                        </m:sub>
                      </m:sSub>
                      <m:r>
                        <a:rPr lang="en-US" altLang="zh-CN" sz="1800" b="0" i="1">
                          <a:solidFill>
                            <a:schemeClr val="tx1"/>
                          </a:solidFill>
                          <a:latin typeface="Cambria Math" panose="02040503050406030204" pitchFamily="18" charset="0"/>
                        </a:rPr>
                        <m:t>=−</m:t>
                      </m:r>
                      <m:f>
                        <m:fPr>
                          <m:ctrlPr>
                            <a:rPr lang="en-US" altLang="zh-CN" sz="1800" b="0" i="1">
                              <a:solidFill>
                                <a:schemeClr val="tx1"/>
                              </a:solidFill>
                              <a:latin typeface="Cambria Math" panose="02040503050406030204" pitchFamily="18" charset="0"/>
                            </a:rPr>
                          </m:ctrlPr>
                        </m:fPr>
                        <m:num>
                          <m:sSub>
                            <m:sSubPr>
                              <m:ctrlPr>
                                <a:rPr lang="en-US" altLang="zh-CN" sz="1800" b="0" i="1">
                                  <a:solidFill>
                                    <a:schemeClr val="tx1"/>
                                  </a:solidFill>
                                  <a:latin typeface="Cambria Math" panose="02040503050406030204" pitchFamily="18" charset="0"/>
                                </a:rPr>
                              </m:ctrlPr>
                            </m:sSubPr>
                            <m:e>
                              <m:r>
                                <a:rPr lang="en-US" altLang="zh-CN" sz="1800" b="0" i="1">
                                  <a:solidFill>
                                    <a:schemeClr val="tx1"/>
                                  </a:solidFill>
                                  <a:latin typeface="Cambria Math" panose="02040503050406030204" pitchFamily="18" charset="0"/>
                                </a:rPr>
                                <m:t>𝑀𝑈</m:t>
                              </m:r>
                            </m:e>
                            <m:sub>
                              <m:r>
                                <a:rPr lang="en-US" altLang="zh-CN" sz="1800" b="0" i="1">
                                  <a:solidFill>
                                    <a:schemeClr val="tx1"/>
                                  </a:solidFill>
                                  <a:latin typeface="Cambria Math" panose="02040503050406030204" pitchFamily="18" charset="0"/>
                                </a:rPr>
                                <m:t>𝑋</m:t>
                              </m:r>
                            </m:sub>
                          </m:sSub>
                        </m:num>
                        <m:den>
                          <m:sSub>
                            <m:sSubPr>
                              <m:ctrlPr>
                                <a:rPr lang="en-US" altLang="zh-CN" sz="1800" b="0" i="1">
                                  <a:solidFill>
                                    <a:schemeClr val="tx1"/>
                                  </a:solidFill>
                                  <a:latin typeface="Cambria Math" panose="02040503050406030204" pitchFamily="18" charset="0"/>
                                </a:rPr>
                              </m:ctrlPr>
                            </m:sSubPr>
                            <m:e>
                              <m:r>
                                <a:rPr lang="en-US" altLang="zh-CN" sz="1800" b="0" i="1">
                                  <a:solidFill>
                                    <a:schemeClr val="tx1"/>
                                  </a:solidFill>
                                  <a:latin typeface="Cambria Math" panose="02040503050406030204" pitchFamily="18" charset="0"/>
                                </a:rPr>
                                <m:t>𝑀𝑈</m:t>
                              </m:r>
                            </m:e>
                            <m:sub>
                              <m:r>
                                <a:rPr lang="en-US" altLang="zh-CN" sz="1800" b="0" i="1">
                                  <a:solidFill>
                                    <a:schemeClr val="tx1"/>
                                  </a:solidFill>
                                  <a:latin typeface="Cambria Math" panose="02040503050406030204" pitchFamily="18" charset="0"/>
                                </a:rPr>
                                <m:t>𝑌</m:t>
                              </m:r>
                            </m:sub>
                          </m:sSub>
                        </m:den>
                      </m:f>
                    </m:oMath>
                  </m:oMathPara>
                </a14:m>
                <a:endParaRPr lang="en-US" altLang="zh-CN" sz="2000" b="0" i="1" dirty="0">
                  <a:solidFill>
                    <a:schemeClr val="tx1"/>
                  </a:solidFill>
                  <a:latin typeface="微软雅黑" panose="020B0503020204020204" pitchFamily="34" charset="-122"/>
                  <a:ea typeface="微软雅黑" panose="020B0503020204020204" pitchFamily="34" charset="-122"/>
                </a:endParaRPr>
              </a:p>
              <a:p>
                <a:pPr>
                  <a:lnSpc>
                    <a:spcPct val="150000"/>
                  </a:lnSpc>
                  <a:buNone/>
                </a:pPr>
                <a14:m>
                  <m:oMathPara xmlns:m="http://schemas.openxmlformats.org/officeDocument/2006/math">
                    <m:oMathParaPr>
                      <m:jc m:val="center"/>
                    </m:oMathParaPr>
                    <m:oMath xmlns:m="http://schemas.openxmlformats.org/officeDocument/2006/math">
                      <m:r>
                        <a:rPr lang="en-US" altLang="zh-CN" sz="1800" b="0" i="1" smtClean="0">
                          <a:solidFill>
                            <a:schemeClr val="tx1"/>
                          </a:solidFill>
                          <a:latin typeface="Cambria Math" panose="02040503050406030204" pitchFamily="18" charset="0"/>
                        </a:rPr>
                        <m:t>                                              </m:t>
                      </m:r>
                      <m:r>
                        <m:rPr>
                          <m:nor/>
                        </m:rPr>
                        <a:rPr lang="zh-CN" altLang="en-US" sz="1800" b="0" i="0">
                          <a:latin typeface="微软雅黑" panose="020B0503020204020204" pitchFamily="34" charset="-122"/>
                          <a:ea typeface="微软雅黑" panose="020B0503020204020204" pitchFamily="34" charset="-122"/>
                        </a:rPr>
                        <m:t>条件</m:t>
                      </m:r>
                      <m:r>
                        <m:rPr>
                          <m:nor/>
                        </m:rPr>
                        <a:rPr lang="en-US" altLang="zh-CN" sz="1800" b="0" i="0" smtClean="0">
                          <a:latin typeface="微软雅黑" panose="020B0503020204020204" pitchFamily="34" charset="-122"/>
                          <a:ea typeface="微软雅黑" panose="020B0503020204020204" pitchFamily="34" charset="-122"/>
                        </a:rPr>
                        <m:t>B</m:t>
                      </m:r>
                      <m:r>
                        <m:rPr>
                          <m:nor/>
                        </m:rPr>
                        <a:rPr lang="en-US" altLang="zh-CN" sz="1800" b="0" i="0" smtClean="0">
                          <a:latin typeface="微软雅黑" panose="020B0503020204020204" pitchFamily="34" charset="-122"/>
                          <a:ea typeface="微软雅黑" panose="020B0503020204020204" pitchFamily="34" charset="-122"/>
                        </a:rPr>
                        <m:t>:</m:t>
                      </m:r>
                      <m:f>
                        <m:fPr>
                          <m:ctrlPr>
                            <a:rPr lang="en-US" altLang="zh-CN" sz="1800" b="0" i="1" smtClean="0">
                              <a:solidFill>
                                <a:schemeClr val="tx1"/>
                              </a:solidFill>
                              <a:latin typeface="Cambria Math" panose="02040503050406030204" pitchFamily="18" charset="0"/>
                            </a:rPr>
                          </m:ctrlPr>
                        </m:fPr>
                        <m:num>
                          <m:sSub>
                            <m:sSubPr>
                              <m:ctrlPr>
                                <a:rPr lang="en-US" altLang="zh-CN" sz="1800" b="0" i="1" smtClean="0">
                                  <a:solidFill>
                                    <a:schemeClr val="tx1"/>
                                  </a:solidFill>
                                  <a:latin typeface="Cambria Math" panose="02040503050406030204" pitchFamily="18" charset="0"/>
                                </a:rPr>
                              </m:ctrlPr>
                            </m:sSubPr>
                            <m:e>
                              <m:r>
                                <a:rPr lang="en-US" altLang="zh-CN" sz="1800" b="0" i="1" smtClean="0">
                                  <a:solidFill>
                                    <a:schemeClr val="tx1"/>
                                  </a:solidFill>
                                  <a:latin typeface="Cambria Math" panose="02040503050406030204" pitchFamily="18" charset="0"/>
                                </a:rPr>
                                <m:t>𝑀𝑈</m:t>
                              </m:r>
                            </m:e>
                            <m:sub>
                              <m:r>
                                <a:rPr lang="en-US" altLang="zh-CN" sz="1800" b="0" i="1" smtClean="0">
                                  <a:solidFill>
                                    <a:schemeClr val="tx1"/>
                                  </a:solidFill>
                                  <a:latin typeface="Cambria Math" panose="02040503050406030204" pitchFamily="18" charset="0"/>
                                </a:rPr>
                                <m:t>𝑋</m:t>
                              </m:r>
                            </m:sub>
                          </m:sSub>
                        </m:num>
                        <m:den>
                          <m:sSub>
                            <m:sSubPr>
                              <m:ctrlPr>
                                <a:rPr lang="en-US" altLang="zh-CN" sz="1800" b="0" i="1" smtClean="0">
                                  <a:solidFill>
                                    <a:schemeClr val="tx1"/>
                                  </a:solidFill>
                                  <a:latin typeface="Cambria Math" panose="02040503050406030204" pitchFamily="18" charset="0"/>
                                </a:rPr>
                              </m:ctrlPr>
                            </m:sSubPr>
                            <m:e>
                              <m:r>
                                <a:rPr lang="en-US" altLang="zh-CN" sz="1800" b="0" i="1" smtClean="0">
                                  <a:solidFill>
                                    <a:schemeClr val="tx1"/>
                                  </a:solidFill>
                                  <a:latin typeface="Cambria Math" panose="02040503050406030204" pitchFamily="18" charset="0"/>
                                </a:rPr>
                                <m:t>𝑃</m:t>
                              </m:r>
                            </m:e>
                            <m:sub>
                              <m:r>
                                <a:rPr lang="en-US" altLang="zh-CN" sz="1800" b="0" i="1" smtClean="0">
                                  <a:solidFill>
                                    <a:schemeClr val="tx1"/>
                                  </a:solidFill>
                                  <a:latin typeface="Cambria Math" panose="02040503050406030204" pitchFamily="18" charset="0"/>
                                </a:rPr>
                                <m:t>𝑋</m:t>
                              </m:r>
                            </m:sub>
                          </m:sSub>
                        </m:den>
                      </m:f>
                      <m:r>
                        <a:rPr lang="en-US" altLang="zh-CN" sz="1800" b="0" i="1">
                          <a:solidFill>
                            <a:schemeClr val="tx1"/>
                          </a:solidFill>
                          <a:latin typeface="Cambria Math" panose="02040503050406030204" pitchFamily="18" charset="0"/>
                        </a:rPr>
                        <m:t>=</m:t>
                      </m:r>
                      <m:f>
                        <m:fPr>
                          <m:ctrlPr>
                            <a:rPr lang="en-US" altLang="zh-CN" sz="1800" b="0" i="1" smtClean="0">
                              <a:solidFill>
                                <a:schemeClr val="tx1"/>
                              </a:solidFill>
                              <a:latin typeface="Cambria Math" panose="02040503050406030204" pitchFamily="18" charset="0"/>
                            </a:rPr>
                          </m:ctrlPr>
                        </m:fPr>
                        <m:num>
                          <m:sSub>
                            <m:sSubPr>
                              <m:ctrlPr>
                                <a:rPr lang="en-US" altLang="zh-CN" sz="1800" b="0" i="1" smtClean="0">
                                  <a:solidFill>
                                    <a:schemeClr val="tx1"/>
                                  </a:solidFill>
                                  <a:latin typeface="Cambria Math" panose="02040503050406030204" pitchFamily="18" charset="0"/>
                                </a:rPr>
                              </m:ctrlPr>
                            </m:sSubPr>
                            <m:e>
                              <m:r>
                                <a:rPr lang="en-US" altLang="zh-CN" sz="1800" b="0" i="1" smtClean="0">
                                  <a:solidFill>
                                    <a:schemeClr val="tx1"/>
                                  </a:solidFill>
                                  <a:latin typeface="Cambria Math" panose="02040503050406030204" pitchFamily="18" charset="0"/>
                                </a:rPr>
                                <m:t>𝑀𝑈</m:t>
                              </m:r>
                            </m:e>
                            <m:sub>
                              <m:r>
                                <a:rPr lang="en-US" altLang="zh-CN" sz="1800" b="0" i="1" smtClean="0">
                                  <a:solidFill>
                                    <a:schemeClr val="tx1"/>
                                  </a:solidFill>
                                  <a:latin typeface="Cambria Math" panose="02040503050406030204" pitchFamily="18" charset="0"/>
                                </a:rPr>
                                <m:t>𝑌</m:t>
                              </m:r>
                            </m:sub>
                          </m:sSub>
                        </m:num>
                        <m:den>
                          <m:sSub>
                            <m:sSubPr>
                              <m:ctrlPr>
                                <a:rPr lang="en-US" altLang="zh-CN" sz="1800" b="0" i="1" smtClean="0">
                                  <a:solidFill>
                                    <a:schemeClr val="tx1"/>
                                  </a:solidFill>
                                  <a:latin typeface="Cambria Math" panose="02040503050406030204" pitchFamily="18" charset="0"/>
                                </a:rPr>
                              </m:ctrlPr>
                            </m:sSubPr>
                            <m:e>
                              <m:r>
                                <a:rPr lang="en-US" altLang="zh-CN" sz="1800" b="0" i="1" smtClean="0">
                                  <a:solidFill>
                                    <a:schemeClr val="tx1"/>
                                  </a:solidFill>
                                  <a:latin typeface="Cambria Math" panose="02040503050406030204" pitchFamily="18" charset="0"/>
                                </a:rPr>
                                <m:t>𝑃</m:t>
                              </m:r>
                            </m:e>
                            <m:sub>
                              <m:r>
                                <a:rPr lang="en-US" altLang="zh-CN" sz="1800" b="0" i="1" smtClean="0">
                                  <a:solidFill>
                                    <a:schemeClr val="tx1"/>
                                  </a:solidFill>
                                  <a:latin typeface="Cambria Math" panose="02040503050406030204" pitchFamily="18" charset="0"/>
                                </a:rPr>
                                <m:t>𝑌</m:t>
                              </m:r>
                            </m:sub>
                          </m:sSub>
                        </m:den>
                      </m:f>
                    </m:oMath>
                  </m:oMathPara>
                </a14:m>
                <a:endParaRPr lang="en-US" altLang="zh-CN" sz="2800" b="0" dirty="0">
                  <a:solidFill>
                    <a:schemeClr val="tx1"/>
                  </a:solidFill>
                  <a:latin typeface="微软雅黑" panose="020B0503020204020204" pitchFamily="34" charset="-122"/>
                  <a:ea typeface="微软雅黑" panose="020B0503020204020204" pitchFamily="34" charset="-122"/>
                </a:endParaRPr>
              </a:p>
              <a:p>
                <a:pPr eaLnBrk="1" hangingPunct="1">
                  <a:lnSpc>
                    <a:spcPct val="150000"/>
                  </a:lnSpc>
                  <a:buFontTx/>
                  <a:buNone/>
                </a:pPr>
                <a:endParaRPr lang="en-US" altLang="zh-CN" sz="2800" dirty="0">
                  <a:solidFill>
                    <a:schemeClr val="tx1"/>
                  </a:solidFill>
                </a:endParaRPr>
              </a:p>
            </p:txBody>
          </p:sp>
        </mc:Choice>
        <mc:Fallback xmlns="">
          <p:sp>
            <p:nvSpPr>
              <p:cNvPr id="27650" name="Rectangle 3"/>
              <p:cNvSpPr>
                <a:spLocks noGrp="1" noRot="1" noChangeAspect="1" noMove="1" noResize="1" noEditPoints="1" noAdjustHandles="1" noChangeArrowheads="1" noChangeShapeType="1" noTextEdit="1"/>
              </p:cNvSpPr>
              <p:nvPr>
                <p:ph idx="1"/>
              </p:nvPr>
            </p:nvSpPr>
            <p:spPr>
              <a:xfrm>
                <a:off x="1125818" y="1674132"/>
                <a:ext cx="8458200" cy="4017264"/>
              </a:xfrm>
              <a:blipFill>
                <a:blip r:embed="rId4"/>
                <a:stretch>
                  <a:fillRect/>
                </a:stretch>
              </a:blipFill>
            </p:spPr>
            <p:txBody>
              <a:bodyPr/>
              <a:lstStyle/>
              <a:p>
                <a:r>
                  <a:rPr lang="zh-CN" altLang="en-US">
                    <a:noFill/>
                  </a:rPr>
                  <a:t> </a:t>
                </a:r>
              </a:p>
            </p:txBody>
          </p:sp>
        </mc:Fallback>
      </mc:AlternateContent>
      <p:grpSp>
        <p:nvGrpSpPr>
          <p:cNvPr id="2" name="组合 1">
            <a:extLst>
              <a:ext uri="{FF2B5EF4-FFF2-40B4-BE49-F238E27FC236}">
                <a16:creationId xmlns:a16="http://schemas.microsoft.com/office/drawing/2014/main" id="{5ACD4BF2-229F-466A-9FF0-21CD109B2278}"/>
              </a:ext>
            </a:extLst>
          </p:cNvPr>
          <p:cNvGrpSpPr/>
          <p:nvPr/>
        </p:nvGrpSpPr>
        <p:grpSpPr>
          <a:xfrm>
            <a:off x="4384150" y="2578491"/>
            <a:ext cx="1941535" cy="1927418"/>
            <a:chOff x="3745281" y="1780290"/>
            <a:chExt cx="1941535" cy="1927418"/>
          </a:xfrm>
        </p:grpSpPr>
        <p:sp>
          <p:nvSpPr>
            <p:cNvPr id="4" name="右大括号 3"/>
            <p:cNvSpPr/>
            <p:nvPr/>
          </p:nvSpPr>
          <p:spPr>
            <a:xfrm>
              <a:off x="3745281" y="1780290"/>
              <a:ext cx="710417" cy="1648710"/>
            </a:xfrm>
            <a:prstGeom prst="rightBrace">
              <a:avLst/>
            </a:prstGeom>
            <a:ln w="38100">
              <a:solidFill>
                <a:srgbClr val="BB1528"/>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 name="圆角右箭头 2"/>
            <p:cNvSpPr/>
            <p:nvPr/>
          </p:nvSpPr>
          <p:spPr>
            <a:xfrm rot="5400000">
              <a:off x="4594593" y="2615485"/>
              <a:ext cx="1266480" cy="917966"/>
            </a:xfrm>
            <a:prstGeom prst="bentArrow">
              <a:avLst/>
            </a:prstGeom>
            <a:solidFill>
              <a:srgbClr val="C3C9D7"/>
            </a:solidFill>
            <a:ln w="38100">
              <a:solidFill>
                <a:srgbClr val="C3C9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8" name="矩形 7">
            <a:extLst>
              <a:ext uri="{FF2B5EF4-FFF2-40B4-BE49-F238E27FC236}">
                <a16:creationId xmlns:a16="http://schemas.microsoft.com/office/drawing/2014/main" id="{E6EC03DF-048B-4FBC-906A-5CF34617F5F2}"/>
              </a:ext>
            </a:extLst>
          </p:cNvPr>
          <p:cNvSpPr/>
          <p:nvPr/>
        </p:nvSpPr>
        <p:spPr>
          <a:xfrm>
            <a:off x="6537411" y="0"/>
            <a:ext cx="2606590" cy="369332"/>
          </a:xfrm>
          <a:prstGeom prst="rect">
            <a:avLst/>
          </a:prstGeom>
        </p:spPr>
        <p:txBody>
          <a:bodyPr wrap="squar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 第四节  消费者均衡</a:t>
            </a:r>
          </a:p>
        </p:txBody>
      </p:sp>
      <p:sp>
        <p:nvSpPr>
          <p:cNvPr id="9" name="矩形 8">
            <a:extLst>
              <a:ext uri="{FF2B5EF4-FFF2-40B4-BE49-F238E27FC236}">
                <a16:creationId xmlns:a16="http://schemas.microsoft.com/office/drawing/2014/main" id="{BEAA9730-5596-4E48-B5A6-C82445DF1451}"/>
              </a:ext>
            </a:extLst>
          </p:cNvPr>
          <p:cNvSpPr/>
          <p:nvPr/>
        </p:nvSpPr>
        <p:spPr>
          <a:xfrm>
            <a:off x="467544" y="548680"/>
            <a:ext cx="3454792"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一、消费者均衡的决定</a:t>
            </a:r>
          </a:p>
        </p:txBody>
      </p:sp>
      <p:grpSp>
        <p:nvGrpSpPr>
          <p:cNvPr id="10" name="组合 9">
            <a:extLst>
              <a:ext uri="{FF2B5EF4-FFF2-40B4-BE49-F238E27FC236}">
                <a16:creationId xmlns:a16="http://schemas.microsoft.com/office/drawing/2014/main" id="{B3D6F419-33B1-4947-A77E-8C7B1B5F1F8A}"/>
              </a:ext>
            </a:extLst>
          </p:cNvPr>
          <p:cNvGrpSpPr/>
          <p:nvPr/>
        </p:nvGrpSpPr>
        <p:grpSpPr>
          <a:xfrm>
            <a:off x="467544" y="1286399"/>
            <a:ext cx="4220570" cy="461665"/>
            <a:chOff x="467544" y="1161144"/>
            <a:chExt cx="3806023" cy="659493"/>
          </a:xfrm>
        </p:grpSpPr>
        <p:sp>
          <p:nvSpPr>
            <p:cNvPr id="11" name="MH_Text_1">
              <a:extLst>
                <a:ext uri="{FF2B5EF4-FFF2-40B4-BE49-F238E27FC236}">
                  <a16:creationId xmlns:a16="http://schemas.microsoft.com/office/drawing/2014/main" id="{D08E4445-A22F-4FFB-9DA0-ADF061DB5632}"/>
                </a:ext>
              </a:extLst>
            </p:cNvPr>
            <p:cNvSpPr/>
            <p:nvPr>
              <p:custDataLst>
                <p:tags r:id="rId1"/>
              </p:custDataLst>
            </p:nvPr>
          </p:nvSpPr>
          <p:spPr bwMode="auto">
            <a:xfrm>
              <a:off x="467544" y="1161144"/>
              <a:ext cx="3806023" cy="659493"/>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algn="ctr">
                <a:defRPr/>
              </a:pPr>
              <a:r>
                <a:rPr lang="zh-CN" altLang="en-US" sz="2000" spc="150" dirty="0">
                  <a:solidFill>
                    <a:srgbClr val="000000"/>
                  </a:solidFill>
                  <a:latin typeface="微软雅黑" panose="020B0503020204020204" pitchFamily="34" charset="-122"/>
                  <a:ea typeface="微软雅黑" panose="020B0503020204020204" pitchFamily="34" charset="-122"/>
                </a:rPr>
                <a:t>消费者均衡的条件有两种形式？</a:t>
              </a:r>
            </a:p>
          </p:txBody>
        </p:sp>
        <p:sp>
          <p:nvSpPr>
            <p:cNvPr id="12" name="MH_Other_2">
              <a:extLst>
                <a:ext uri="{FF2B5EF4-FFF2-40B4-BE49-F238E27FC236}">
                  <a16:creationId xmlns:a16="http://schemas.microsoft.com/office/drawing/2014/main" id="{5676CA00-D897-40C3-9B08-6CCC821BC6E6}"/>
                </a:ext>
              </a:extLst>
            </p:cNvPr>
            <p:cNvSpPr/>
            <p:nvPr>
              <p:custDataLst>
                <p:tags r:id="rId2"/>
              </p:custDataLst>
            </p:nvPr>
          </p:nvSpPr>
          <p:spPr bwMode="auto">
            <a:xfrm rot="10800000">
              <a:off x="4004344" y="1240922"/>
              <a:ext cx="189743" cy="162838"/>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
        <p:nvSpPr>
          <p:cNvPr id="5" name="标注: 线形 4">
            <a:extLst>
              <a:ext uri="{FF2B5EF4-FFF2-40B4-BE49-F238E27FC236}">
                <a16:creationId xmlns:a16="http://schemas.microsoft.com/office/drawing/2014/main" id="{A1030978-320A-4E94-81D6-8DB266BE59FB}"/>
              </a:ext>
            </a:extLst>
          </p:cNvPr>
          <p:cNvSpPr/>
          <p:nvPr/>
        </p:nvSpPr>
        <p:spPr bwMode="auto">
          <a:xfrm>
            <a:off x="5208670" y="1114824"/>
            <a:ext cx="3713018" cy="1266480"/>
          </a:xfrm>
          <a:prstGeom prst="borderCallout1">
            <a:avLst>
              <a:gd name="adj1" fmla="val 47463"/>
              <a:gd name="adj2" fmla="val -2214"/>
              <a:gd name="adj3" fmla="val 112500"/>
              <a:gd name="adj4" fmla="val -3833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意味着预算约束线的斜率和无差异曲线的斜率相等，也就意味着两种商品的边际替代率等于两种商品的价格之比</a:t>
            </a:r>
          </a:p>
        </p:txBody>
      </p:sp>
      <p:sp>
        <p:nvSpPr>
          <p:cNvPr id="6" name="标注: 线形 5">
            <a:extLst>
              <a:ext uri="{FF2B5EF4-FFF2-40B4-BE49-F238E27FC236}">
                <a16:creationId xmlns:a16="http://schemas.microsoft.com/office/drawing/2014/main" id="{674D7000-807E-47F0-BA8B-9D3DF3CE06E3}"/>
              </a:ext>
            </a:extLst>
          </p:cNvPr>
          <p:cNvSpPr/>
          <p:nvPr/>
        </p:nvSpPr>
        <p:spPr bwMode="auto">
          <a:xfrm>
            <a:off x="6575034" y="2720532"/>
            <a:ext cx="2531343" cy="1794477"/>
          </a:xfrm>
          <a:prstGeom prst="borderCallout1">
            <a:avLst>
              <a:gd name="adj1" fmla="val 52337"/>
              <a:gd name="adj2" fmla="val -2758"/>
              <a:gd name="adj3" fmla="val 100433"/>
              <a:gd name="adj4" fmla="val -6191"/>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意味着商品的边际替代率等于两种商品的价格比，与消费者每单位货币支出购买任意一种商品所得到的边际效用相等，本质上是一样的。</a:t>
            </a:r>
          </a:p>
        </p:txBody>
      </p:sp>
      <p:sp>
        <p:nvSpPr>
          <p:cNvPr id="7" name="标注: 线形 6">
            <a:extLst>
              <a:ext uri="{FF2B5EF4-FFF2-40B4-BE49-F238E27FC236}">
                <a16:creationId xmlns:a16="http://schemas.microsoft.com/office/drawing/2014/main" id="{F411302F-562B-4810-BD90-FC942045B0CA}"/>
              </a:ext>
            </a:extLst>
          </p:cNvPr>
          <p:cNvSpPr/>
          <p:nvPr/>
        </p:nvSpPr>
        <p:spPr bwMode="auto">
          <a:xfrm>
            <a:off x="6201295" y="5402206"/>
            <a:ext cx="2942705" cy="784445"/>
          </a:xfrm>
          <a:prstGeom prst="borderCallout1">
            <a:avLst>
              <a:gd name="adj1" fmla="val 49128"/>
              <a:gd name="adj2" fmla="val -1742"/>
              <a:gd name="adj3" fmla="val -30825"/>
              <a:gd name="adj4" fmla="val -1028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进一步说明：效用的基数度量还是序数表示，实质相同。</a:t>
            </a:r>
          </a:p>
        </p:txBody>
      </p:sp>
    </p:spTree>
    <p:extLst>
      <p:ext uri="{BB962C8B-B14F-4D97-AF65-F5344CB8AC3E}">
        <p14:creationId xmlns:p14="http://schemas.microsoft.com/office/powerpoint/2010/main" val="2024768796"/>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Vertic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650">
                                            <p:txEl>
                                              <p:pRg st="1" end="1"/>
                                            </p:txEl>
                                          </p:spTgt>
                                        </p:tgtEl>
                                        <p:attrNameLst>
                                          <p:attrName>style.visibility</p:attrName>
                                        </p:attrNameLst>
                                      </p:cBhvr>
                                      <p:to>
                                        <p:strVal val="visible"/>
                                      </p:to>
                                    </p:set>
                                    <p:animEffect transition="in" filter="fade">
                                      <p:cBhvr>
                                        <p:cTn id="12" dur="500"/>
                                        <p:tgtEl>
                                          <p:spTgt spid="2765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650">
                                            <p:txEl>
                                              <p:pRg st="3" end="3"/>
                                            </p:txEl>
                                          </p:spTgt>
                                        </p:tgtEl>
                                        <p:attrNameLst>
                                          <p:attrName>style.visibility</p:attrName>
                                        </p:attrNameLst>
                                      </p:cBhvr>
                                      <p:to>
                                        <p:strVal val="visible"/>
                                      </p:to>
                                    </p:set>
                                    <p:animEffect transition="in" filter="fade">
                                      <p:cBhvr>
                                        <p:cTn id="17" dur="500"/>
                                        <p:tgtEl>
                                          <p:spTgt spid="27650">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650">
                                            <p:txEl>
                                              <p:pRg st="4" end="4"/>
                                            </p:txEl>
                                          </p:spTgt>
                                        </p:tgtEl>
                                        <p:attrNameLst>
                                          <p:attrName>style.visibility</p:attrName>
                                        </p:attrNameLst>
                                      </p:cBhvr>
                                      <p:to>
                                        <p:strVal val="visible"/>
                                      </p:to>
                                    </p:set>
                                    <p:animEffect transition="in" filter="fade">
                                      <p:cBhvr>
                                        <p:cTn id="27" dur="500"/>
                                        <p:tgtEl>
                                          <p:spTgt spid="2765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3"/>
          <p:cNvSpPr>
            <a:spLocks noGrp="1" noChangeArrowheads="1"/>
          </p:cNvSpPr>
          <p:nvPr>
            <p:ph type="body" idx="4294967295"/>
          </p:nvPr>
        </p:nvSpPr>
        <p:spPr>
          <a:xfrm>
            <a:off x="892628" y="2147479"/>
            <a:ext cx="7140727" cy="3696731"/>
          </a:xfrm>
        </p:spPr>
        <p:txBody>
          <a:bodyPr/>
          <a:lstStyle/>
          <a:p>
            <a:pPr marL="538163" lvl="3" indent="-261938" defTabSz="457200" eaLnBrk="1" hangingPunct="1">
              <a:lnSpc>
                <a:spcPct val="200000"/>
              </a:lnSpc>
              <a:spcAft>
                <a:spcPts val="3000"/>
              </a:spcAft>
              <a:buFont typeface="Wingdings" panose="05000000000000000000" pitchFamily="2" charset="2"/>
              <a:buChar char="Ø"/>
              <a:defRPr/>
            </a:pPr>
            <a:r>
              <a:rPr lang="zh-CN" altLang="en-US" sz="1800" spc="150" dirty="0">
                <a:solidFill>
                  <a:srgbClr val="000000"/>
                </a:solidFill>
                <a:latin typeface="微软雅黑" panose="020B0503020204020204" pitchFamily="34" charset="-122"/>
                <a:ea typeface="微软雅黑" panose="020B0503020204020204" pitchFamily="34" charset="-122"/>
              </a:rPr>
              <a:t>收入变化</a:t>
            </a:r>
            <a:r>
              <a:rPr lang="en-US" altLang="zh-CN" sz="1800" spc="150" dirty="0">
                <a:solidFill>
                  <a:srgbClr val="000000"/>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1800" spc="150" dirty="0">
                <a:solidFill>
                  <a:srgbClr val="000000"/>
                </a:solidFill>
                <a:latin typeface="微软雅黑" panose="020B0503020204020204" pitchFamily="34" charset="-122"/>
                <a:ea typeface="微软雅黑" panose="020B0503020204020204" pitchFamily="34" charset="-122"/>
              </a:rPr>
              <a:t>预算约束线变化</a:t>
            </a:r>
            <a:r>
              <a:rPr lang="en-US" altLang="zh-CN" sz="1800" spc="150" dirty="0">
                <a:solidFill>
                  <a:srgbClr val="000000"/>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1800" spc="150" dirty="0">
                <a:solidFill>
                  <a:srgbClr val="000000"/>
                </a:solidFill>
                <a:latin typeface="微软雅黑" panose="020B0503020204020204" pitchFamily="34" charset="-122"/>
                <a:ea typeface="微软雅黑" panose="020B0503020204020204" pitchFamily="34" charset="-122"/>
              </a:rPr>
              <a:t>消费者均衡变化</a:t>
            </a:r>
            <a:endParaRPr lang="en-US" altLang="zh-CN" sz="1800" spc="150" dirty="0">
              <a:solidFill>
                <a:srgbClr val="000000"/>
              </a:solidFill>
              <a:latin typeface="微软雅黑" panose="020B0503020204020204" pitchFamily="34" charset="-122"/>
              <a:ea typeface="微软雅黑" panose="020B0503020204020204" pitchFamily="34" charset="-122"/>
            </a:endParaRPr>
          </a:p>
          <a:p>
            <a:pPr marL="538163" lvl="3" indent="-261938" defTabSz="457200" eaLnBrk="1" hangingPunct="1">
              <a:lnSpc>
                <a:spcPct val="200000"/>
              </a:lnSpc>
              <a:spcAft>
                <a:spcPts val="1200"/>
              </a:spcAft>
              <a:buFont typeface="Wingdings" panose="05000000000000000000" pitchFamily="2" charset="2"/>
              <a:buChar char="Ø"/>
              <a:defRPr/>
            </a:pPr>
            <a:endParaRPr lang="en-US" altLang="zh-CN" sz="1800" spc="150" dirty="0">
              <a:solidFill>
                <a:srgbClr val="000000"/>
              </a:solidFill>
              <a:latin typeface="微软雅黑" panose="020B0503020204020204" pitchFamily="34" charset="-122"/>
              <a:ea typeface="微软雅黑" panose="020B0503020204020204" pitchFamily="34" charset="-122"/>
            </a:endParaRPr>
          </a:p>
          <a:p>
            <a:pPr marL="538163" lvl="3" indent="-261938" defTabSz="457200" eaLnBrk="1" hangingPunct="1">
              <a:lnSpc>
                <a:spcPct val="200000"/>
              </a:lnSpc>
              <a:spcAft>
                <a:spcPts val="1200"/>
              </a:spcAft>
              <a:buFont typeface="Wingdings" panose="05000000000000000000" pitchFamily="2" charset="2"/>
              <a:buChar char="Ø"/>
              <a:defRPr/>
            </a:pPr>
            <a:r>
              <a:rPr lang="zh-CN" altLang="en-US" sz="1800" spc="150" dirty="0">
                <a:solidFill>
                  <a:srgbClr val="000000"/>
                </a:solidFill>
                <a:latin typeface="微软雅黑" panose="020B0503020204020204" pitchFamily="34" charset="-122"/>
                <a:ea typeface="微软雅黑" panose="020B0503020204020204" pitchFamily="34" charset="-122"/>
              </a:rPr>
              <a:t>收入</a:t>
            </a:r>
            <a:r>
              <a:rPr lang="en-US" altLang="zh-CN" sz="1800" spc="150" dirty="0">
                <a:solidFill>
                  <a:srgbClr val="000000"/>
                </a:solidFill>
                <a:latin typeface="微软雅黑" panose="020B0503020204020204" pitchFamily="34" charset="-122"/>
                <a:ea typeface="微软雅黑" panose="020B0503020204020204" pitchFamily="34" charset="-122"/>
              </a:rPr>
              <a:t>-</a:t>
            </a:r>
            <a:r>
              <a:rPr lang="zh-CN" altLang="en-US" sz="1800" spc="150" dirty="0">
                <a:solidFill>
                  <a:srgbClr val="000000"/>
                </a:solidFill>
                <a:latin typeface="微软雅黑" panose="020B0503020204020204" pitchFamily="34" charset="-122"/>
                <a:ea typeface="微软雅黑" panose="020B0503020204020204" pitchFamily="34" charset="-122"/>
              </a:rPr>
              <a:t>消费扩展线：收入变化引起的消费者均衡变化的轨迹</a:t>
            </a:r>
            <a:endParaRPr lang="en-US" altLang="zh-CN" sz="1800" spc="150" dirty="0">
              <a:solidFill>
                <a:srgbClr val="000000"/>
              </a:solidFill>
              <a:latin typeface="微软雅黑" panose="020B0503020204020204" pitchFamily="34" charset="-122"/>
              <a:ea typeface="微软雅黑" panose="020B0503020204020204" pitchFamily="34" charset="-122"/>
            </a:endParaRPr>
          </a:p>
          <a:p>
            <a:pPr marL="538163" lvl="3" indent="-261938" defTabSz="457200" eaLnBrk="1" hangingPunct="1">
              <a:lnSpc>
                <a:spcPct val="200000"/>
              </a:lnSpc>
              <a:spcAft>
                <a:spcPts val="1200"/>
              </a:spcAft>
              <a:buFont typeface="Wingdings" panose="05000000000000000000" pitchFamily="2" charset="2"/>
              <a:buChar char="Ø"/>
              <a:defRPr/>
            </a:pPr>
            <a:r>
              <a:rPr lang="zh-CN" altLang="en-US" sz="1800" spc="150" dirty="0">
                <a:solidFill>
                  <a:srgbClr val="000000"/>
                </a:solidFill>
                <a:latin typeface="微软雅黑" panose="020B0503020204020204" pitchFamily="34" charset="-122"/>
                <a:ea typeface="微软雅黑" panose="020B0503020204020204" pitchFamily="34" charset="-122"/>
              </a:rPr>
              <a:t>消费者的收入扩展线表示随着消费者收入的增加，消费者消费商品的最优消费数量的曲线。</a:t>
            </a:r>
          </a:p>
        </p:txBody>
      </p:sp>
      <p:sp>
        <p:nvSpPr>
          <p:cNvPr id="9" name="矩形 8">
            <a:extLst>
              <a:ext uri="{FF2B5EF4-FFF2-40B4-BE49-F238E27FC236}">
                <a16:creationId xmlns:a16="http://schemas.microsoft.com/office/drawing/2014/main" id="{3EEDB5EC-90A2-4B3A-B173-C99C9A47E627}"/>
              </a:ext>
            </a:extLst>
          </p:cNvPr>
          <p:cNvSpPr/>
          <p:nvPr/>
        </p:nvSpPr>
        <p:spPr>
          <a:xfrm>
            <a:off x="6537411" y="0"/>
            <a:ext cx="2606590" cy="369332"/>
          </a:xfrm>
          <a:prstGeom prst="rect">
            <a:avLst/>
          </a:prstGeom>
        </p:spPr>
        <p:txBody>
          <a:bodyPr wrap="squar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 第四节  消费者均衡</a:t>
            </a:r>
          </a:p>
        </p:txBody>
      </p:sp>
      <p:sp>
        <p:nvSpPr>
          <p:cNvPr id="10" name="矩形 9">
            <a:extLst>
              <a:ext uri="{FF2B5EF4-FFF2-40B4-BE49-F238E27FC236}">
                <a16:creationId xmlns:a16="http://schemas.microsoft.com/office/drawing/2014/main" id="{F4247174-F13C-4C21-89C0-73B3F99CC87A}"/>
              </a:ext>
            </a:extLst>
          </p:cNvPr>
          <p:cNvSpPr/>
          <p:nvPr/>
        </p:nvSpPr>
        <p:spPr>
          <a:xfrm>
            <a:off x="467544" y="548680"/>
            <a:ext cx="5089855"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二、收入变动对消费者均衡的影响</a:t>
            </a:r>
          </a:p>
        </p:txBody>
      </p:sp>
      <p:grpSp>
        <p:nvGrpSpPr>
          <p:cNvPr id="5" name="组合 4">
            <a:extLst>
              <a:ext uri="{FF2B5EF4-FFF2-40B4-BE49-F238E27FC236}">
                <a16:creationId xmlns:a16="http://schemas.microsoft.com/office/drawing/2014/main" id="{5501AD14-99D7-4F0A-8D45-E3FA64D01013}"/>
              </a:ext>
            </a:extLst>
          </p:cNvPr>
          <p:cNvGrpSpPr/>
          <p:nvPr/>
        </p:nvGrpSpPr>
        <p:grpSpPr>
          <a:xfrm>
            <a:off x="467544" y="1504114"/>
            <a:ext cx="2483619" cy="461665"/>
            <a:chOff x="467544" y="1161144"/>
            <a:chExt cx="3806023" cy="659493"/>
          </a:xfrm>
        </p:grpSpPr>
        <p:sp>
          <p:nvSpPr>
            <p:cNvPr id="6" name="MH_Text_1">
              <a:extLst>
                <a:ext uri="{FF2B5EF4-FFF2-40B4-BE49-F238E27FC236}">
                  <a16:creationId xmlns:a16="http://schemas.microsoft.com/office/drawing/2014/main" id="{5CA66106-F6CE-486C-87F3-6D12078B035E}"/>
                </a:ext>
              </a:extLst>
            </p:cNvPr>
            <p:cNvSpPr/>
            <p:nvPr>
              <p:custDataLst>
                <p:tags r:id="rId3"/>
              </p:custDataLst>
            </p:nvPr>
          </p:nvSpPr>
          <p:spPr bwMode="auto">
            <a:xfrm>
              <a:off x="467544" y="1161144"/>
              <a:ext cx="3806023" cy="659493"/>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algn="ctr">
                <a:defRPr/>
              </a:pPr>
              <a:r>
                <a:rPr lang="zh-CN" altLang="en-US" sz="2000" spc="150" dirty="0">
                  <a:solidFill>
                    <a:srgbClr val="000000"/>
                  </a:solidFill>
                  <a:latin typeface="微软雅黑" panose="020B0503020204020204" pitchFamily="34" charset="-122"/>
                  <a:ea typeface="微软雅黑" panose="020B0503020204020204" pitchFamily="34" charset="-122"/>
                </a:rPr>
                <a:t>收入变动的影响</a:t>
              </a:r>
            </a:p>
          </p:txBody>
        </p:sp>
        <p:sp>
          <p:nvSpPr>
            <p:cNvPr id="7" name="MH_Other_2">
              <a:extLst>
                <a:ext uri="{FF2B5EF4-FFF2-40B4-BE49-F238E27FC236}">
                  <a16:creationId xmlns:a16="http://schemas.microsoft.com/office/drawing/2014/main" id="{32C3FBEA-6DF4-4590-9F92-A5E822BA856B}"/>
                </a:ext>
              </a:extLst>
            </p:cNvPr>
            <p:cNvSpPr/>
            <p:nvPr>
              <p:custDataLst>
                <p:tags r:id="rId4"/>
              </p:custDataLst>
            </p:nvPr>
          </p:nvSpPr>
          <p:spPr bwMode="auto">
            <a:xfrm rot="10800000">
              <a:off x="4004344" y="1240922"/>
              <a:ext cx="189743" cy="162838"/>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grpSp>
        <p:nvGrpSpPr>
          <p:cNvPr id="8" name="组合 7">
            <a:extLst>
              <a:ext uri="{FF2B5EF4-FFF2-40B4-BE49-F238E27FC236}">
                <a16:creationId xmlns:a16="http://schemas.microsoft.com/office/drawing/2014/main" id="{3BF97354-EF07-4BED-A240-7A325F1136F2}"/>
              </a:ext>
            </a:extLst>
          </p:cNvPr>
          <p:cNvGrpSpPr/>
          <p:nvPr/>
        </p:nvGrpSpPr>
        <p:grpSpPr>
          <a:xfrm>
            <a:off x="467543" y="3343310"/>
            <a:ext cx="2483619" cy="461665"/>
            <a:chOff x="467544" y="1161144"/>
            <a:chExt cx="3806023" cy="659493"/>
          </a:xfrm>
        </p:grpSpPr>
        <p:sp>
          <p:nvSpPr>
            <p:cNvPr id="11" name="MH_Text_1">
              <a:extLst>
                <a:ext uri="{FF2B5EF4-FFF2-40B4-BE49-F238E27FC236}">
                  <a16:creationId xmlns:a16="http://schemas.microsoft.com/office/drawing/2014/main" id="{6CB97A74-8677-48F3-85D3-08E3F4452E98}"/>
                </a:ext>
              </a:extLst>
            </p:cNvPr>
            <p:cNvSpPr/>
            <p:nvPr>
              <p:custDataLst>
                <p:tags r:id="rId1"/>
              </p:custDataLst>
            </p:nvPr>
          </p:nvSpPr>
          <p:spPr bwMode="auto">
            <a:xfrm>
              <a:off x="467544" y="1161144"/>
              <a:ext cx="3806023" cy="659493"/>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algn="ctr">
                <a:defRPr/>
              </a:pPr>
              <a:r>
                <a:rPr lang="zh-CN" altLang="en-US" sz="2000" spc="150" dirty="0">
                  <a:solidFill>
                    <a:srgbClr val="000000"/>
                  </a:solidFill>
                  <a:latin typeface="微软雅黑" panose="020B0503020204020204" pitchFamily="34" charset="-122"/>
                  <a:ea typeface="微软雅黑" panose="020B0503020204020204" pitchFamily="34" charset="-122"/>
                </a:rPr>
                <a:t>收入</a:t>
              </a:r>
              <a:r>
                <a:rPr lang="en-US" altLang="zh-CN" sz="2000" spc="150" dirty="0">
                  <a:solidFill>
                    <a:srgbClr val="000000"/>
                  </a:solidFill>
                  <a:latin typeface="微软雅黑" panose="020B0503020204020204" pitchFamily="34" charset="-122"/>
                  <a:ea typeface="微软雅黑" panose="020B0503020204020204" pitchFamily="34" charset="-122"/>
                </a:rPr>
                <a:t>-</a:t>
              </a:r>
              <a:r>
                <a:rPr lang="zh-CN" altLang="en-US" sz="2000" spc="150" dirty="0">
                  <a:solidFill>
                    <a:srgbClr val="000000"/>
                  </a:solidFill>
                  <a:latin typeface="微软雅黑" panose="020B0503020204020204" pitchFamily="34" charset="-122"/>
                  <a:ea typeface="微软雅黑" panose="020B0503020204020204" pitchFamily="34" charset="-122"/>
                </a:rPr>
                <a:t>消费扩展线</a:t>
              </a:r>
            </a:p>
          </p:txBody>
        </p:sp>
        <p:sp>
          <p:nvSpPr>
            <p:cNvPr id="12" name="MH_Other_2">
              <a:extLst>
                <a:ext uri="{FF2B5EF4-FFF2-40B4-BE49-F238E27FC236}">
                  <a16:creationId xmlns:a16="http://schemas.microsoft.com/office/drawing/2014/main" id="{02C721A3-5612-45C3-87A9-2F667652DEC1}"/>
                </a:ext>
              </a:extLst>
            </p:cNvPr>
            <p:cNvSpPr/>
            <p:nvPr>
              <p:custDataLst>
                <p:tags r:id="rId2"/>
              </p:custDataLst>
            </p:nvPr>
          </p:nvSpPr>
          <p:spPr bwMode="auto">
            <a:xfrm rot="10800000">
              <a:off x="4004344" y="1240922"/>
              <a:ext cx="189743" cy="162838"/>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
        <p:nvSpPr>
          <p:cNvPr id="2" name="标注: 线形 1">
            <a:extLst>
              <a:ext uri="{FF2B5EF4-FFF2-40B4-BE49-F238E27FC236}">
                <a16:creationId xmlns:a16="http://schemas.microsoft.com/office/drawing/2014/main" id="{5B8D5EB7-59D2-4827-9C6E-6C8A1E3D22CC}"/>
              </a:ext>
            </a:extLst>
          </p:cNvPr>
          <p:cNvSpPr/>
          <p:nvPr/>
        </p:nvSpPr>
        <p:spPr bwMode="auto">
          <a:xfrm>
            <a:off x="5896494" y="759230"/>
            <a:ext cx="3158837" cy="1346662"/>
          </a:xfrm>
          <a:prstGeom prst="borderCallout1">
            <a:avLst>
              <a:gd name="adj1" fmla="val 50632"/>
              <a:gd name="adj2" fmla="val -1796"/>
              <a:gd name="adj3" fmla="val 16867"/>
              <a:gd name="adj4" fmla="val -16425"/>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lang="zh-CN" altLang="en-US" dirty="0"/>
              <a:t>前面得到的消费者均衡是以消费者收入和价格不变为条件的，下面考虑这些因素变化时，消费者均衡将如何变化。</a:t>
            </a: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inVertic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29698">
                                            <p:txEl>
                                              <p:pRg st="0" end="0"/>
                                            </p:txEl>
                                          </p:spTgt>
                                        </p:tgtEl>
                                        <p:attrNameLst>
                                          <p:attrName>style.visibility</p:attrName>
                                        </p:attrNameLst>
                                      </p:cBhvr>
                                      <p:to>
                                        <p:strVal val="visible"/>
                                      </p:to>
                                    </p:set>
                                    <p:animEffect transition="in" filter="box(out)">
                                      <p:cBhvr>
                                        <p:cTn id="17" dur="500"/>
                                        <p:tgtEl>
                                          <p:spTgt spid="29698">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arn(inVertical)">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29698">
                                            <p:txEl>
                                              <p:pRg st="2" end="2"/>
                                            </p:txEl>
                                          </p:spTgt>
                                        </p:tgtEl>
                                        <p:attrNameLst>
                                          <p:attrName>style.visibility</p:attrName>
                                        </p:attrNameLst>
                                      </p:cBhvr>
                                      <p:to>
                                        <p:strVal val="visible"/>
                                      </p:to>
                                    </p:set>
                                    <p:animEffect transition="in" filter="strips(downRight)">
                                      <p:cBhvr>
                                        <p:cTn id="27" dur="500"/>
                                        <p:tgtEl>
                                          <p:spTgt spid="29698">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6" fill="hold" grpId="0" nodeType="clickEffect">
                                  <p:stCondLst>
                                    <p:cond delay="0"/>
                                  </p:stCondLst>
                                  <p:childTnLst>
                                    <p:set>
                                      <p:cBhvr>
                                        <p:cTn id="31" dur="1" fill="hold">
                                          <p:stCondLst>
                                            <p:cond delay="0"/>
                                          </p:stCondLst>
                                        </p:cTn>
                                        <p:tgtEl>
                                          <p:spTgt spid="29698">
                                            <p:txEl>
                                              <p:pRg st="3" end="3"/>
                                            </p:txEl>
                                          </p:spTgt>
                                        </p:tgtEl>
                                        <p:attrNameLst>
                                          <p:attrName>style.visibility</p:attrName>
                                        </p:attrNameLst>
                                      </p:cBhvr>
                                      <p:to>
                                        <p:strVal val="visible"/>
                                      </p:to>
                                    </p:set>
                                    <p:animEffect transition="in" filter="strips(downRight)">
                                      <p:cBhvr>
                                        <p:cTn id="32" dur="500"/>
                                        <p:tgtEl>
                                          <p:spTgt spid="2969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8" grpId="0" uiExpand="1" build="p" autoUpdateAnimBg="0"/>
      <p:bldP spid="10"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12E2CC4E-642E-4A92-A7EF-AA518429DE5C}"/>
              </a:ext>
            </a:extLst>
          </p:cNvPr>
          <p:cNvGrpSpPr/>
          <p:nvPr/>
        </p:nvGrpSpPr>
        <p:grpSpPr>
          <a:xfrm>
            <a:off x="1873530" y="1082469"/>
            <a:ext cx="3586163" cy="4086226"/>
            <a:chOff x="5168900" y="1543844"/>
            <a:chExt cx="3586163" cy="4086226"/>
          </a:xfrm>
        </p:grpSpPr>
        <p:sp>
          <p:nvSpPr>
            <p:cNvPr id="30736" name="弧形 21"/>
            <p:cNvSpPr>
              <a:spLocks noChangeArrowheads="1"/>
            </p:cNvSpPr>
            <p:nvPr/>
          </p:nvSpPr>
          <p:spPr bwMode="auto">
            <a:xfrm rot="10800000">
              <a:off x="5700713" y="1543844"/>
              <a:ext cx="3054350" cy="2951162"/>
            </a:xfrm>
            <a:custGeom>
              <a:avLst/>
              <a:gdLst>
                <a:gd name="T0" fmla="*/ 1706637 w 3053927"/>
                <a:gd name="T1" fmla="*/ 10250 h 2951059"/>
                <a:gd name="T2" fmla="*/ 1526964 w 3053927"/>
                <a:gd name="T3" fmla="*/ 1475530 h 2951059"/>
                <a:gd name="T4" fmla="*/ 3053927 w 3053927"/>
                <a:gd name="T5" fmla="*/ 1475530 h 2951059"/>
                <a:gd name="T6" fmla="*/ 11796480 60000 65536"/>
                <a:gd name="T7" fmla="*/ 11796480 60000 65536"/>
                <a:gd name="T8" fmla="*/ 5898240 60000 65536"/>
                <a:gd name="T9" fmla="*/ 1706637 w 3053927"/>
                <a:gd name="T10" fmla="*/ 10250 h 2951059"/>
                <a:gd name="T11" fmla="*/ 3053927 w 3053927"/>
                <a:gd name="T12" fmla="*/ 1475530 h 2951059"/>
              </a:gdLst>
              <a:ahLst/>
              <a:cxnLst>
                <a:cxn ang="T6">
                  <a:pos x="T0" y="T1"/>
                </a:cxn>
                <a:cxn ang="T7">
                  <a:pos x="T2" y="T3"/>
                </a:cxn>
                <a:cxn ang="T8">
                  <a:pos x="T4" y="T5"/>
                </a:cxn>
              </a:cxnLst>
              <a:rect l="T9" t="T10" r="T11" b="T12"/>
              <a:pathLst>
                <a:path w="3053927" h="2951059" stroke="0">
                  <a:moveTo>
                    <a:pt x="1706637" y="10250"/>
                  </a:moveTo>
                  <a:lnTo>
                    <a:pt x="1706636" y="10250"/>
                  </a:lnTo>
                  <a:cubicBezTo>
                    <a:pt x="2475079" y="98235"/>
                    <a:pt x="3053928" y="727777"/>
                    <a:pt x="3053928" y="1475530"/>
                  </a:cubicBezTo>
                  <a:cubicBezTo>
                    <a:pt x="3053928" y="1475530"/>
                    <a:pt x="3053927" y="1475531"/>
                    <a:pt x="3053927" y="1475532"/>
                  </a:cubicBezTo>
                  <a:lnTo>
                    <a:pt x="1526964" y="1475530"/>
                  </a:lnTo>
                  <a:close/>
                </a:path>
                <a:path w="3053927" h="2951059" fill="none">
                  <a:moveTo>
                    <a:pt x="1706637" y="10250"/>
                  </a:moveTo>
                  <a:lnTo>
                    <a:pt x="1706636" y="10250"/>
                  </a:lnTo>
                  <a:cubicBezTo>
                    <a:pt x="2475079" y="98235"/>
                    <a:pt x="3053928" y="727777"/>
                    <a:pt x="3053928" y="1475530"/>
                  </a:cubicBezTo>
                  <a:cubicBezTo>
                    <a:pt x="3053928" y="1475530"/>
                    <a:pt x="3053927" y="1475531"/>
                    <a:pt x="3053927" y="1475532"/>
                  </a:cubicBezTo>
                </a:path>
              </a:pathLst>
            </a:custGeom>
            <a:noFill/>
            <a:ln w="38100" cmpd="sng">
              <a:solidFill>
                <a:srgbClr val="F3C97F"/>
              </a:solidFill>
              <a:miter lim="800000"/>
              <a:headEnd/>
              <a:tailEnd/>
            </a:ln>
            <a:effectLst>
              <a:outerShdw dist="23000" dir="5400000" algn="ctr" rotWithShape="0">
                <a:srgbClr val="000000">
                  <a:alpha val="32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cxnSp>
          <p:nvCxnSpPr>
            <p:cNvPr id="30734" name="直接连接符 17"/>
            <p:cNvCxnSpPr>
              <a:cxnSpLocks noChangeShapeType="1"/>
            </p:cNvCxnSpPr>
            <p:nvPr/>
          </p:nvCxnSpPr>
          <p:spPr bwMode="auto">
            <a:xfrm>
              <a:off x="5168900" y="3340894"/>
              <a:ext cx="2501900" cy="1938337"/>
            </a:xfrm>
            <a:prstGeom prst="line">
              <a:avLst/>
            </a:prstGeom>
            <a:noFill/>
            <a:ln w="38100" cmpd="sng">
              <a:solidFill>
                <a:srgbClr val="C3C9D7"/>
              </a:solidFill>
              <a:round/>
              <a:headEnd/>
              <a:tailEnd/>
            </a:ln>
            <a:effectLst>
              <a:outerShdw dist="23000" dir="5400000" algn="ctr" rotWithShape="0">
                <a:srgbClr val="000000">
                  <a:alpha val="32999"/>
                </a:srgbClr>
              </a:outerShdw>
            </a:effectLst>
            <a:extLst>
              <a:ext uri="{909E8E84-426E-40DD-AFC4-6F175D3DCCD1}">
                <a14:hiddenFill xmlns:a14="http://schemas.microsoft.com/office/drawing/2010/main">
                  <a:noFill/>
                </a14:hiddenFill>
              </a:ext>
            </a:extLst>
          </p:spPr>
        </p:cxnSp>
        <p:graphicFrame>
          <p:nvGraphicFramePr>
            <p:cNvPr id="30740" name="Object 20"/>
            <p:cNvGraphicFramePr>
              <a:graphicFrameLocks noChangeAspect="1"/>
            </p:cNvGraphicFramePr>
            <p:nvPr>
              <p:extLst>
                <p:ext uri="{D42A27DB-BD31-4B8C-83A1-F6EECF244321}">
                  <p14:modId xmlns:p14="http://schemas.microsoft.com/office/powerpoint/2010/main" val="472711338"/>
                </p:ext>
              </p:extLst>
            </p:nvPr>
          </p:nvGraphicFramePr>
          <p:xfrm>
            <a:off x="6454007" y="3946998"/>
            <a:ext cx="266737" cy="320051"/>
          </p:xfrm>
          <a:graphic>
            <a:graphicData uri="http://schemas.openxmlformats.org/presentationml/2006/ole">
              <mc:AlternateContent xmlns:mc="http://schemas.openxmlformats.org/markup-compatibility/2006">
                <mc:Choice xmlns:v="urn:schemas-microsoft-com:vml" Requires="v">
                  <p:oleObj spid="_x0000_s31735" r:id="rId5" imgW="190983" imgH="229116" progId="">
                    <p:embed/>
                  </p:oleObj>
                </mc:Choice>
                <mc:Fallback>
                  <p:oleObj r:id="rId5" imgW="190983" imgH="229116" progId="">
                    <p:embed/>
                    <p:pic>
                      <p:nvPicPr>
                        <p:cNvPr id="0" name="Object 2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54007" y="3946998"/>
                          <a:ext cx="266737" cy="3200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743" name="Object 23"/>
            <p:cNvGraphicFramePr>
              <a:graphicFrameLocks noChangeAspect="1"/>
            </p:cNvGraphicFramePr>
            <p:nvPr>
              <p:extLst>
                <p:ext uri="{D42A27DB-BD31-4B8C-83A1-F6EECF244321}">
                  <p14:modId xmlns:p14="http://schemas.microsoft.com/office/powerpoint/2010/main" val="2072192772"/>
                </p:ext>
              </p:extLst>
            </p:nvPr>
          </p:nvGraphicFramePr>
          <p:xfrm>
            <a:off x="7092450" y="4309321"/>
            <a:ext cx="266737" cy="320051"/>
          </p:xfrm>
          <a:graphic>
            <a:graphicData uri="http://schemas.openxmlformats.org/presentationml/2006/ole">
              <mc:AlternateContent xmlns:mc="http://schemas.openxmlformats.org/markup-compatibility/2006">
                <mc:Choice xmlns:v="urn:schemas-microsoft-com:vml" Requires="v">
                  <p:oleObj spid="_x0000_s31736" r:id="rId7" imgW="190983" imgH="229116" progId="">
                    <p:embed/>
                  </p:oleObj>
                </mc:Choice>
                <mc:Fallback>
                  <p:oleObj r:id="rId7" imgW="190983" imgH="229116" progId="">
                    <p:embed/>
                    <p:pic>
                      <p:nvPicPr>
                        <p:cNvPr id="0" name="Object 2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092450" y="4309321"/>
                          <a:ext cx="266737" cy="3200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746" name="Object 26"/>
            <p:cNvGraphicFramePr>
              <a:graphicFrameLocks noChangeAspect="1"/>
            </p:cNvGraphicFramePr>
            <p:nvPr>
              <p:extLst>
                <p:ext uri="{D42A27DB-BD31-4B8C-83A1-F6EECF244321}">
                  <p14:modId xmlns:p14="http://schemas.microsoft.com/office/powerpoint/2010/main" val="772081888"/>
                </p:ext>
              </p:extLst>
            </p:nvPr>
          </p:nvGraphicFramePr>
          <p:xfrm>
            <a:off x="7577394" y="5310019"/>
            <a:ext cx="213390" cy="320051"/>
          </p:xfrm>
          <a:graphic>
            <a:graphicData uri="http://schemas.openxmlformats.org/presentationml/2006/ole">
              <mc:AlternateContent xmlns:mc="http://schemas.openxmlformats.org/markup-compatibility/2006">
                <mc:Choice xmlns:v="urn:schemas-microsoft-com:vml" Requires="v">
                  <p:oleObj spid="_x0000_s31737" r:id="rId9" imgW="152783" imgH="229016" progId="">
                    <p:embed/>
                  </p:oleObj>
                </mc:Choice>
                <mc:Fallback>
                  <p:oleObj r:id="rId9" imgW="152783" imgH="229016" progId="">
                    <p:embed/>
                    <p:pic>
                      <p:nvPicPr>
                        <p:cNvPr id="0" name="Object 2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577394" y="5310019"/>
                          <a:ext cx="213390" cy="3200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5" name="组合 4">
            <a:extLst>
              <a:ext uri="{FF2B5EF4-FFF2-40B4-BE49-F238E27FC236}">
                <a16:creationId xmlns:a16="http://schemas.microsoft.com/office/drawing/2014/main" id="{F8F9AEC7-32AB-4936-8053-FFAAA7C27386}"/>
              </a:ext>
            </a:extLst>
          </p:cNvPr>
          <p:cNvGrpSpPr/>
          <p:nvPr/>
        </p:nvGrpSpPr>
        <p:grpSpPr>
          <a:xfrm>
            <a:off x="1890993" y="1652381"/>
            <a:ext cx="3086100" cy="3533568"/>
            <a:chOff x="5186363" y="2113756"/>
            <a:chExt cx="3086100" cy="3533568"/>
          </a:xfrm>
        </p:grpSpPr>
        <p:sp>
          <p:nvSpPr>
            <p:cNvPr id="30729" name="弧形 20"/>
            <p:cNvSpPr>
              <a:spLocks noChangeArrowheads="1"/>
            </p:cNvSpPr>
            <p:nvPr/>
          </p:nvSpPr>
          <p:spPr bwMode="auto">
            <a:xfrm rot="10800000">
              <a:off x="5218113" y="2113756"/>
              <a:ext cx="3054350" cy="2951163"/>
            </a:xfrm>
            <a:custGeom>
              <a:avLst/>
              <a:gdLst>
                <a:gd name="T0" fmla="*/ 1706637 w 3053927"/>
                <a:gd name="T1" fmla="*/ 10250 h 2951060"/>
                <a:gd name="T2" fmla="*/ 1526964 w 3053927"/>
                <a:gd name="T3" fmla="*/ 1475530 h 2951060"/>
                <a:gd name="T4" fmla="*/ 2944030 w 3053927"/>
                <a:gd name="T5" fmla="*/ 925883 h 2951060"/>
                <a:gd name="T6" fmla="*/ 11796480 60000 65536"/>
                <a:gd name="T7" fmla="*/ 17694720 60000 65536"/>
                <a:gd name="T8" fmla="*/ 5898240 60000 65536"/>
                <a:gd name="T9" fmla="*/ 1706637 w 3053927"/>
                <a:gd name="T10" fmla="*/ 10250 h 2951060"/>
                <a:gd name="T11" fmla="*/ 2944030 w 3053927"/>
                <a:gd name="T12" fmla="*/ 925883 h 2951060"/>
              </a:gdLst>
              <a:ahLst/>
              <a:cxnLst>
                <a:cxn ang="T6">
                  <a:pos x="T0" y="T1"/>
                </a:cxn>
                <a:cxn ang="T7">
                  <a:pos x="T2" y="T3"/>
                </a:cxn>
                <a:cxn ang="T8">
                  <a:pos x="T4" y="T5"/>
                </a:cxn>
              </a:cxnLst>
              <a:rect l="T9" t="T10" r="T11" b="T12"/>
              <a:pathLst>
                <a:path w="3053927" h="2951060" stroke="0">
                  <a:moveTo>
                    <a:pt x="1706637" y="10250"/>
                  </a:moveTo>
                  <a:lnTo>
                    <a:pt x="1706636" y="10250"/>
                  </a:lnTo>
                  <a:cubicBezTo>
                    <a:pt x="2261373" y="73766"/>
                    <a:pt x="2735940" y="424931"/>
                    <a:pt x="2944030" y="925881"/>
                  </a:cubicBezTo>
                  <a:lnTo>
                    <a:pt x="1526964" y="1475530"/>
                  </a:lnTo>
                  <a:close/>
                </a:path>
                <a:path w="3053927" h="2951060" fill="none">
                  <a:moveTo>
                    <a:pt x="1706637" y="10250"/>
                  </a:moveTo>
                  <a:lnTo>
                    <a:pt x="1706636" y="10250"/>
                  </a:lnTo>
                  <a:cubicBezTo>
                    <a:pt x="2261373" y="73766"/>
                    <a:pt x="2735940" y="424931"/>
                    <a:pt x="2944030" y="925881"/>
                  </a:cubicBezTo>
                </a:path>
              </a:pathLst>
            </a:custGeom>
            <a:noFill/>
            <a:ln w="38100" cmpd="sng">
              <a:solidFill>
                <a:srgbClr val="F3C97F"/>
              </a:solidFill>
              <a:miter lim="800000"/>
              <a:headEnd/>
              <a:tailEnd/>
            </a:ln>
            <a:effectLst>
              <a:outerShdw dist="23000" dir="5400000" algn="ctr" rotWithShape="0">
                <a:srgbClr val="000000">
                  <a:alpha val="32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cxnSp>
          <p:nvCxnSpPr>
            <p:cNvPr id="30732" name="直接连接符 12"/>
            <p:cNvCxnSpPr>
              <a:cxnSpLocks noChangeShapeType="1"/>
            </p:cNvCxnSpPr>
            <p:nvPr/>
          </p:nvCxnSpPr>
          <p:spPr bwMode="auto">
            <a:xfrm>
              <a:off x="5186363" y="4307681"/>
              <a:ext cx="1276350" cy="971550"/>
            </a:xfrm>
            <a:prstGeom prst="line">
              <a:avLst/>
            </a:prstGeom>
            <a:noFill/>
            <a:ln w="38100" cmpd="sng">
              <a:solidFill>
                <a:srgbClr val="C3C9D7"/>
              </a:solidFill>
              <a:round/>
              <a:headEnd/>
              <a:tailEnd/>
            </a:ln>
            <a:effectLst>
              <a:outerShdw dist="23000" dir="5400000" algn="ctr" rotWithShape="0">
                <a:srgbClr val="000000">
                  <a:alpha val="32999"/>
                </a:srgbClr>
              </a:outerShdw>
            </a:effectLst>
            <a:extLst>
              <a:ext uri="{909E8E84-426E-40DD-AFC4-6F175D3DCCD1}">
                <a14:hiddenFill xmlns:a14="http://schemas.microsoft.com/office/drawing/2010/main">
                  <a:noFill/>
                </a14:hiddenFill>
              </a:ext>
            </a:extLst>
          </p:spPr>
        </p:cxnSp>
        <p:graphicFrame>
          <p:nvGraphicFramePr>
            <p:cNvPr id="30738" name="Object 18"/>
            <p:cNvGraphicFramePr>
              <a:graphicFrameLocks noChangeAspect="1"/>
            </p:cNvGraphicFramePr>
            <p:nvPr>
              <p:extLst>
                <p:ext uri="{D42A27DB-BD31-4B8C-83A1-F6EECF244321}">
                  <p14:modId xmlns:p14="http://schemas.microsoft.com/office/powerpoint/2010/main" val="3735922548"/>
                </p:ext>
              </p:extLst>
            </p:nvPr>
          </p:nvGraphicFramePr>
          <p:xfrm>
            <a:off x="5925447" y="4602630"/>
            <a:ext cx="248955" cy="320051"/>
          </p:xfrm>
          <a:graphic>
            <a:graphicData uri="http://schemas.openxmlformats.org/presentationml/2006/ole">
              <mc:AlternateContent xmlns:mc="http://schemas.openxmlformats.org/markup-compatibility/2006">
                <mc:Choice xmlns:v="urn:schemas-microsoft-com:vml" Requires="v">
                  <p:oleObj spid="_x0000_s31738" r:id="rId11" imgW="178040" imgH="228818" progId="">
                    <p:embed/>
                  </p:oleObj>
                </mc:Choice>
                <mc:Fallback>
                  <p:oleObj r:id="rId11" imgW="178040" imgH="228818" progId="">
                    <p:embed/>
                    <p:pic>
                      <p:nvPicPr>
                        <p:cNvPr id="0" name="Object 1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925447" y="4602630"/>
                          <a:ext cx="248955" cy="3200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741" name="Object 21"/>
            <p:cNvGraphicFramePr>
              <a:graphicFrameLocks noChangeAspect="1"/>
            </p:cNvGraphicFramePr>
            <p:nvPr>
              <p:extLst>
                <p:ext uri="{D42A27DB-BD31-4B8C-83A1-F6EECF244321}">
                  <p14:modId xmlns:p14="http://schemas.microsoft.com/office/powerpoint/2010/main" val="2734730510"/>
                </p:ext>
              </p:extLst>
            </p:nvPr>
          </p:nvGraphicFramePr>
          <p:xfrm>
            <a:off x="6540284" y="4982205"/>
            <a:ext cx="266737" cy="320051"/>
          </p:xfrm>
          <a:graphic>
            <a:graphicData uri="http://schemas.openxmlformats.org/presentationml/2006/ole">
              <mc:AlternateContent xmlns:mc="http://schemas.openxmlformats.org/markup-compatibility/2006">
                <mc:Choice xmlns:v="urn:schemas-microsoft-com:vml" Requires="v">
                  <p:oleObj spid="_x0000_s31739" r:id="rId13" imgW="190983" imgH="229116" progId="">
                    <p:embed/>
                  </p:oleObj>
                </mc:Choice>
                <mc:Fallback>
                  <p:oleObj r:id="rId13" imgW="190983" imgH="229116" progId="">
                    <p:embed/>
                    <p:pic>
                      <p:nvPicPr>
                        <p:cNvPr id="0" name="Object 2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540284" y="4982205"/>
                          <a:ext cx="266737" cy="3200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744" name="Object 24"/>
            <p:cNvGraphicFramePr>
              <a:graphicFrameLocks noChangeAspect="1"/>
            </p:cNvGraphicFramePr>
            <p:nvPr>
              <p:extLst>
                <p:ext uri="{D42A27DB-BD31-4B8C-83A1-F6EECF244321}">
                  <p14:modId xmlns:p14="http://schemas.microsoft.com/office/powerpoint/2010/main" val="3507116956"/>
                </p:ext>
              </p:extLst>
            </p:nvPr>
          </p:nvGraphicFramePr>
          <p:xfrm>
            <a:off x="6272348" y="5327273"/>
            <a:ext cx="195607" cy="320051"/>
          </p:xfrm>
          <a:graphic>
            <a:graphicData uri="http://schemas.openxmlformats.org/presentationml/2006/ole">
              <mc:AlternateContent xmlns:mc="http://schemas.openxmlformats.org/markup-compatibility/2006">
                <mc:Choice xmlns:v="urn:schemas-microsoft-com:vml" Requires="v">
                  <p:oleObj spid="_x0000_s31740" r:id="rId15" imgW="140199" imgH="229215" progId="">
                    <p:embed/>
                  </p:oleObj>
                </mc:Choice>
                <mc:Fallback>
                  <p:oleObj r:id="rId15" imgW="140199" imgH="229215" progId="">
                    <p:embed/>
                    <p:pic>
                      <p:nvPicPr>
                        <p:cNvPr id="0" name="Object 2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272348" y="5327273"/>
                          <a:ext cx="195607" cy="3200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4" name="组合 3">
            <a:extLst>
              <a:ext uri="{FF2B5EF4-FFF2-40B4-BE49-F238E27FC236}">
                <a16:creationId xmlns:a16="http://schemas.microsoft.com/office/drawing/2014/main" id="{0D75BB90-D08C-4769-B82C-B8D08D24F118}"/>
              </a:ext>
            </a:extLst>
          </p:cNvPr>
          <p:cNvGrpSpPr/>
          <p:nvPr/>
        </p:nvGrpSpPr>
        <p:grpSpPr>
          <a:xfrm>
            <a:off x="1925918" y="1379331"/>
            <a:ext cx="3328987" cy="3806825"/>
            <a:chOff x="5221288" y="1840706"/>
            <a:chExt cx="3328987" cy="3806825"/>
          </a:xfrm>
        </p:grpSpPr>
        <p:sp>
          <p:nvSpPr>
            <p:cNvPr id="30735" name="弧形 19"/>
            <p:cNvSpPr>
              <a:spLocks noChangeArrowheads="1"/>
            </p:cNvSpPr>
            <p:nvPr/>
          </p:nvSpPr>
          <p:spPr bwMode="auto">
            <a:xfrm rot="10800000">
              <a:off x="5497513" y="1840706"/>
              <a:ext cx="3052762" cy="2951163"/>
            </a:xfrm>
            <a:custGeom>
              <a:avLst/>
              <a:gdLst>
                <a:gd name="T0" fmla="*/ 1705841 w 3052339"/>
                <a:gd name="T1" fmla="*/ 10261 h 2951060"/>
                <a:gd name="T2" fmla="*/ 1526170 w 3052339"/>
                <a:gd name="T3" fmla="*/ 1475530 h 2951060"/>
                <a:gd name="T4" fmla="*/ 3052339 w 3052339"/>
                <a:gd name="T5" fmla="*/ 1475530 h 2951060"/>
                <a:gd name="T6" fmla="*/ 11796480 60000 65536"/>
                <a:gd name="T7" fmla="*/ 11796480 60000 65536"/>
                <a:gd name="T8" fmla="*/ 5898240 60000 65536"/>
                <a:gd name="T9" fmla="*/ 1705841 w 3052339"/>
                <a:gd name="T10" fmla="*/ 10261 h 2951060"/>
                <a:gd name="T11" fmla="*/ 3052339 w 3052339"/>
                <a:gd name="T12" fmla="*/ 1475530 h 2951060"/>
              </a:gdLst>
              <a:ahLst/>
              <a:cxnLst>
                <a:cxn ang="T6">
                  <a:pos x="T0" y="T1"/>
                </a:cxn>
                <a:cxn ang="T7">
                  <a:pos x="T2" y="T3"/>
                </a:cxn>
                <a:cxn ang="T8">
                  <a:pos x="T4" y="T5"/>
                </a:cxn>
              </a:cxnLst>
              <a:rect l="T9" t="T10" r="T11" b="T12"/>
              <a:pathLst>
                <a:path w="3052339" h="2951060" stroke="0">
                  <a:moveTo>
                    <a:pt x="1705841" y="10261"/>
                  </a:moveTo>
                  <a:lnTo>
                    <a:pt x="1705841" y="10260"/>
                  </a:lnTo>
                  <a:cubicBezTo>
                    <a:pt x="2473843" y="98287"/>
                    <a:pt x="3052339" y="727811"/>
                    <a:pt x="3052339" y="1475530"/>
                  </a:cubicBezTo>
                  <a:cubicBezTo>
                    <a:pt x="3052339" y="1475531"/>
                    <a:pt x="3052338" y="1475532"/>
                    <a:pt x="3052338" y="1475533"/>
                  </a:cubicBezTo>
                  <a:lnTo>
                    <a:pt x="1526170" y="1475530"/>
                  </a:lnTo>
                  <a:close/>
                </a:path>
                <a:path w="3052339" h="2951060" fill="none">
                  <a:moveTo>
                    <a:pt x="1705841" y="10261"/>
                  </a:moveTo>
                  <a:lnTo>
                    <a:pt x="1705841" y="10260"/>
                  </a:lnTo>
                  <a:cubicBezTo>
                    <a:pt x="2473843" y="98287"/>
                    <a:pt x="3052339" y="727811"/>
                    <a:pt x="3052339" y="1475530"/>
                  </a:cubicBezTo>
                  <a:cubicBezTo>
                    <a:pt x="3052339" y="1475531"/>
                    <a:pt x="3052338" y="1475532"/>
                    <a:pt x="3052338" y="1475533"/>
                  </a:cubicBezTo>
                </a:path>
              </a:pathLst>
            </a:custGeom>
            <a:noFill/>
            <a:ln w="38100" cmpd="sng">
              <a:solidFill>
                <a:srgbClr val="F3C97F"/>
              </a:solidFill>
              <a:miter lim="800000"/>
              <a:headEnd/>
              <a:tailEnd/>
            </a:ln>
            <a:effectLst>
              <a:outerShdw dist="23000" dir="5400000" algn="ctr" rotWithShape="0">
                <a:srgbClr val="000000">
                  <a:alpha val="32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cxnSp>
          <p:nvCxnSpPr>
            <p:cNvPr id="30733" name="直接连接符 15"/>
            <p:cNvCxnSpPr>
              <a:cxnSpLocks noChangeShapeType="1"/>
            </p:cNvCxnSpPr>
            <p:nvPr/>
          </p:nvCxnSpPr>
          <p:spPr bwMode="auto">
            <a:xfrm>
              <a:off x="5221288" y="3842544"/>
              <a:ext cx="1828800" cy="1397000"/>
            </a:xfrm>
            <a:prstGeom prst="line">
              <a:avLst/>
            </a:prstGeom>
            <a:noFill/>
            <a:ln w="38100" cmpd="sng">
              <a:solidFill>
                <a:srgbClr val="C3C9D7"/>
              </a:solidFill>
              <a:round/>
              <a:headEnd/>
              <a:tailEnd/>
            </a:ln>
            <a:effectLst>
              <a:outerShdw dist="23000" dir="5400000" algn="ctr" rotWithShape="0">
                <a:srgbClr val="000000">
                  <a:alpha val="32999"/>
                </a:srgbClr>
              </a:outerShdw>
            </a:effectLst>
            <a:extLst>
              <a:ext uri="{909E8E84-426E-40DD-AFC4-6F175D3DCCD1}">
                <a14:hiddenFill xmlns:a14="http://schemas.microsoft.com/office/drawing/2010/main">
                  <a:noFill/>
                </a14:hiddenFill>
              </a:ext>
            </a:extLst>
          </p:spPr>
        </p:cxnSp>
        <p:graphicFrame>
          <p:nvGraphicFramePr>
            <p:cNvPr id="30739" name="Object 19"/>
            <p:cNvGraphicFramePr>
              <a:graphicFrameLocks noChangeAspect="1"/>
            </p:cNvGraphicFramePr>
            <p:nvPr>
              <p:extLst>
                <p:ext uri="{D42A27DB-BD31-4B8C-83A1-F6EECF244321}">
                  <p14:modId xmlns:p14="http://schemas.microsoft.com/office/powerpoint/2010/main" val="1341212866"/>
                </p:ext>
              </p:extLst>
            </p:nvPr>
          </p:nvGraphicFramePr>
          <p:xfrm>
            <a:off x="6160668" y="4257561"/>
            <a:ext cx="266737" cy="320051"/>
          </p:xfrm>
          <a:graphic>
            <a:graphicData uri="http://schemas.openxmlformats.org/presentationml/2006/ole">
              <mc:AlternateContent xmlns:mc="http://schemas.openxmlformats.org/markup-compatibility/2006">
                <mc:Choice xmlns:v="urn:schemas-microsoft-com:vml" Requires="v">
                  <p:oleObj spid="_x0000_s31741" r:id="rId17" imgW="190983" imgH="229116" progId="">
                    <p:embed/>
                  </p:oleObj>
                </mc:Choice>
                <mc:Fallback>
                  <p:oleObj r:id="rId17" imgW="190983" imgH="229116" progId="">
                    <p:embed/>
                    <p:pic>
                      <p:nvPicPr>
                        <p:cNvPr id="0" name="Object 1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160668" y="4257561"/>
                          <a:ext cx="266737" cy="3200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742" name="Object 22"/>
            <p:cNvGraphicFramePr>
              <a:graphicFrameLocks noChangeAspect="1"/>
            </p:cNvGraphicFramePr>
            <p:nvPr>
              <p:extLst>
                <p:ext uri="{D42A27DB-BD31-4B8C-83A1-F6EECF244321}">
                  <p14:modId xmlns:p14="http://schemas.microsoft.com/office/powerpoint/2010/main" val="876859727"/>
                </p:ext>
              </p:extLst>
            </p:nvPr>
          </p:nvGraphicFramePr>
          <p:xfrm>
            <a:off x="6844527" y="4740656"/>
            <a:ext cx="284519" cy="320051"/>
          </p:xfrm>
          <a:graphic>
            <a:graphicData uri="http://schemas.openxmlformats.org/presentationml/2006/ole">
              <mc:AlternateContent xmlns:mc="http://schemas.openxmlformats.org/markup-compatibility/2006">
                <mc:Choice xmlns:v="urn:schemas-microsoft-com:vml" Requires="v">
                  <p:oleObj spid="_x0000_s31742" r:id="rId19" imgW="203605" imgH="229016" progId="">
                    <p:embed/>
                  </p:oleObj>
                </mc:Choice>
                <mc:Fallback>
                  <p:oleObj r:id="rId19" imgW="203605" imgH="229016" progId="">
                    <p:embed/>
                    <p:pic>
                      <p:nvPicPr>
                        <p:cNvPr id="0" name="Object 2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844527" y="4740656"/>
                          <a:ext cx="284519" cy="3200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745" name="Object 25"/>
            <p:cNvGraphicFramePr>
              <a:graphicFrameLocks noChangeAspect="1"/>
            </p:cNvGraphicFramePr>
            <p:nvPr>
              <p:extLst>
                <p:ext uri="{D42A27DB-BD31-4B8C-83A1-F6EECF244321}">
                  <p14:modId xmlns:p14="http://schemas.microsoft.com/office/powerpoint/2010/main" val="1766987621"/>
                </p:ext>
              </p:extLst>
            </p:nvPr>
          </p:nvGraphicFramePr>
          <p:xfrm>
            <a:off x="6956425" y="5326856"/>
            <a:ext cx="212725" cy="320675"/>
          </p:xfrm>
          <a:graphic>
            <a:graphicData uri="http://schemas.openxmlformats.org/presentationml/2006/ole">
              <mc:AlternateContent xmlns:mc="http://schemas.openxmlformats.org/markup-compatibility/2006">
                <mc:Choice xmlns:v="urn:schemas-microsoft-com:vml" Requires="v">
                  <p:oleObj spid="_x0000_s31743" r:id="rId21" imgW="152783" imgH="229016" progId="">
                    <p:embed/>
                  </p:oleObj>
                </mc:Choice>
                <mc:Fallback>
                  <p:oleObj r:id="rId21" imgW="152783" imgH="229016" progId="">
                    <p:embed/>
                    <p:pic>
                      <p:nvPicPr>
                        <p:cNvPr id="0" name="Object 25"/>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956425" y="5326856"/>
                          <a:ext cx="212725"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8" name="组合 7">
            <a:extLst>
              <a:ext uri="{FF2B5EF4-FFF2-40B4-BE49-F238E27FC236}">
                <a16:creationId xmlns:a16="http://schemas.microsoft.com/office/drawing/2014/main" id="{29A373ED-AEBB-47F0-BF55-C2862096F4EF}"/>
              </a:ext>
            </a:extLst>
          </p:cNvPr>
          <p:cNvGrpSpPr/>
          <p:nvPr/>
        </p:nvGrpSpPr>
        <p:grpSpPr>
          <a:xfrm>
            <a:off x="1571159" y="2569954"/>
            <a:ext cx="3480546" cy="2617790"/>
            <a:chOff x="4866529" y="3031329"/>
            <a:chExt cx="3480546" cy="2617790"/>
          </a:xfrm>
        </p:grpSpPr>
        <p:cxnSp>
          <p:nvCxnSpPr>
            <p:cNvPr id="30726" name="直接箭头连接符 7"/>
            <p:cNvCxnSpPr>
              <a:cxnSpLocks noChangeShapeType="1"/>
            </p:cNvCxnSpPr>
            <p:nvPr/>
          </p:nvCxnSpPr>
          <p:spPr bwMode="auto">
            <a:xfrm rot="16200000" flipV="1">
              <a:off x="4082256" y="4135436"/>
              <a:ext cx="2225675" cy="17462"/>
            </a:xfrm>
            <a:prstGeom prst="straightConnector1">
              <a:avLst/>
            </a:prstGeom>
            <a:noFill/>
            <a:ln w="9525" cmpd="sng">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30731" name="直接箭头连接符 5"/>
            <p:cNvCxnSpPr>
              <a:cxnSpLocks noChangeShapeType="1"/>
            </p:cNvCxnSpPr>
            <p:nvPr/>
          </p:nvCxnSpPr>
          <p:spPr bwMode="auto">
            <a:xfrm flipV="1">
              <a:off x="5203825" y="5285581"/>
              <a:ext cx="3143250" cy="9525"/>
            </a:xfrm>
            <a:prstGeom prst="straightConnector1">
              <a:avLst/>
            </a:prstGeom>
            <a:noFill/>
            <a:ln w="9525" cmpd="sng">
              <a:solidFill>
                <a:srgbClr val="7F7F7F"/>
              </a:solidFill>
              <a:round/>
              <a:headEnd/>
              <a:tailEnd type="stealth" w="med" len="lg"/>
            </a:ln>
            <a:extLst>
              <a:ext uri="{909E8E84-426E-40DD-AFC4-6F175D3DCCD1}">
                <a14:hiddenFill xmlns:a14="http://schemas.microsoft.com/office/drawing/2010/main">
                  <a:noFill/>
                </a14:hiddenFill>
              </a:ext>
            </a:extLst>
          </p:spPr>
        </p:cxnSp>
        <p:graphicFrame>
          <p:nvGraphicFramePr>
            <p:cNvPr id="30737" name="Object 17"/>
            <p:cNvGraphicFramePr>
              <a:graphicFrameLocks noChangeAspect="1"/>
            </p:cNvGraphicFramePr>
            <p:nvPr>
              <p:extLst>
                <p:ext uri="{D42A27DB-BD31-4B8C-83A1-F6EECF244321}">
                  <p14:modId xmlns:p14="http://schemas.microsoft.com/office/powerpoint/2010/main" val="744791325"/>
                </p:ext>
              </p:extLst>
            </p:nvPr>
          </p:nvGraphicFramePr>
          <p:xfrm>
            <a:off x="4989112" y="5266406"/>
            <a:ext cx="213390" cy="248929"/>
          </p:xfrm>
          <a:graphic>
            <a:graphicData uri="http://schemas.openxmlformats.org/presentationml/2006/ole">
              <mc:AlternateContent xmlns:mc="http://schemas.openxmlformats.org/markup-compatibility/2006">
                <mc:Choice xmlns:v="urn:schemas-microsoft-com:vml" Requires="v">
                  <p:oleObj spid="_x0000_s161792" r:id="rId23" imgW="152717" imgH="178117" progId="">
                    <p:embed/>
                  </p:oleObj>
                </mc:Choice>
                <mc:Fallback>
                  <p:oleObj r:id="rId23" imgW="152717" imgH="178117" progId="">
                    <p:embed/>
                    <p:pic>
                      <p:nvPicPr>
                        <p:cNvPr id="0" name="Object 17"/>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989112" y="5266406"/>
                          <a:ext cx="213390" cy="2489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747" name="Object 27"/>
            <p:cNvGraphicFramePr>
              <a:graphicFrameLocks noChangeAspect="1"/>
            </p:cNvGraphicFramePr>
            <p:nvPr>
              <p:extLst>
                <p:ext uri="{D42A27DB-BD31-4B8C-83A1-F6EECF244321}">
                  <p14:modId xmlns:p14="http://schemas.microsoft.com/office/powerpoint/2010/main" val="3963345167"/>
                </p:ext>
              </p:extLst>
            </p:nvPr>
          </p:nvGraphicFramePr>
          <p:xfrm>
            <a:off x="8089938" y="5329068"/>
            <a:ext cx="248955" cy="320051"/>
          </p:xfrm>
          <a:graphic>
            <a:graphicData uri="http://schemas.openxmlformats.org/presentationml/2006/ole">
              <mc:AlternateContent xmlns:mc="http://schemas.openxmlformats.org/markup-compatibility/2006">
                <mc:Choice xmlns:v="urn:schemas-microsoft-com:vml" Requires="v">
                  <p:oleObj spid="_x0000_s161793" r:id="rId25" imgW="178040" imgH="228818" progId="">
                    <p:embed/>
                  </p:oleObj>
                </mc:Choice>
                <mc:Fallback>
                  <p:oleObj r:id="rId25" imgW="178040" imgH="228818" progId="">
                    <p:embed/>
                    <p:pic>
                      <p:nvPicPr>
                        <p:cNvPr id="0" name="Object 27"/>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8089938" y="5329068"/>
                          <a:ext cx="248955" cy="3200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748" name="Object 28"/>
            <p:cNvGraphicFramePr>
              <a:graphicFrameLocks noChangeAspect="1"/>
            </p:cNvGraphicFramePr>
            <p:nvPr>
              <p:extLst>
                <p:ext uri="{D42A27DB-BD31-4B8C-83A1-F6EECF244321}">
                  <p14:modId xmlns:p14="http://schemas.microsoft.com/office/powerpoint/2010/main" val="2066531835"/>
                </p:ext>
              </p:extLst>
            </p:nvPr>
          </p:nvGraphicFramePr>
          <p:xfrm>
            <a:off x="4866529" y="3032566"/>
            <a:ext cx="266737" cy="320051"/>
          </p:xfrm>
          <a:graphic>
            <a:graphicData uri="http://schemas.openxmlformats.org/presentationml/2006/ole">
              <mc:AlternateContent xmlns:mc="http://schemas.openxmlformats.org/markup-compatibility/2006">
                <mc:Choice xmlns:v="urn:schemas-microsoft-com:vml" Requires="v">
                  <p:oleObj spid="_x0000_s161794" r:id="rId27" imgW="190983" imgH="229116" progId="">
                    <p:embed/>
                  </p:oleObj>
                </mc:Choice>
                <mc:Fallback>
                  <p:oleObj r:id="rId27" imgW="190983" imgH="229116" progId="">
                    <p:embed/>
                    <p:pic>
                      <p:nvPicPr>
                        <p:cNvPr id="0" name="Object 28"/>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4866529" y="3032566"/>
                          <a:ext cx="266737" cy="3200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6" name="组合 5">
            <a:extLst>
              <a:ext uri="{FF2B5EF4-FFF2-40B4-BE49-F238E27FC236}">
                <a16:creationId xmlns:a16="http://schemas.microsoft.com/office/drawing/2014/main" id="{ED9401C8-1031-434A-B666-794DAA2AEAA9}"/>
              </a:ext>
            </a:extLst>
          </p:cNvPr>
          <p:cNvGrpSpPr/>
          <p:nvPr/>
        </p:nvGrpSpPr>
        <p:grpSpPr>
          <a:xfrm>
            <a:off x="1125818" y="-1005094"/>
            <a:ext cx="2724796" cy="6007100"/>
            <a:chOff x="4421188" y="-543719"/>
            <a:chExt cx="2724796" cy="6007100"/>
          </a:xfrm>
        </p:grpSpPr>
        <p:sp>
          <p:nvSpPr>
            <p:cNvPr id="30727" name="弧形 10"/>
            <p:cNvSpPr>
              <a:spLocks noChangeArrowheads="1"/>
            </p:cNvSpPr>
            <p:nvPr/>
          </p:nvSpPr>
          <p:spPr bwMode="auto">
            <a:xfrm rot="6505090">
              <a:off x="2686844" y="1190625"/>
              <a:ext cx="6007100" cy="2538412"/>
            </a:xfrm>
            <a:custGeom>
              <a:avLst/>
              <a:gdLst>
                <a:gd name="T0" fmla="*/ 3003446 w 6006890"/>
                <a:gd name="T1" fmla="*/ 0 h 2538060"/>
                <a:gd name="T2" fmla="*/ 3003445 w 6006890"/>
                <a:gd name="T3" fmla="*/ 1269030 h 2538060"/>
                <a:gd name="T4" fmla="*/ 5821693 w 6006890"/>
                <a:gd name="T5" fmla="*/ 830304 h 2538060"/>
                <a:gd name="T6" fmla="*/ 11796480 60000 65536"/>
                <a:gd name="T7" fmla="*/ 17694720 60000 65536"/>
                <a:gd name="T8" fmla="*/ 5898240 60000 65536"/>
                <a:gd name="T9" fmla="*/ 3003446 w 6006890"/>
                <a:gd name="T10" fmla="*/ 0 h 2538060"/>
                <a:gd name="T11" fmla="*/ 5821693 w 6006890"/>
                <a:gd name="T12" fmla="*/ 830304 h 2538060"/>
              </a:gdLst>
              <a:ahLst/>
              <a:cxnLst>
                <a:cxn ang="T6">
                  <a:pos x="T0" y="T1"/>
                </a:cxn>
                <a:cxn ang="T7">
                  <a:pos x="T2" y="T3"/>
                </a:cxn>
                <a:cxn ang="T8">
                  <a:pos x="T4" y="T5"/>
                </a:cxn>
              </a:cxnLst>
              <a:rect l="T9" t="T10" r="T11" b="T12"/>
              <a:pathLst>
                <a:path w="6006890" h="2538060" stroke="0">
                  <a:moveTo>
                    <a:pt x="3003446" y="0"/>
                  </a:moveTo>
                  <a:lnTo>
                    <a:pt x="3003446" y="0"/>
                  </a:lnTo>
                  <a:cubicBezTo>
                    <a:pt x="4261756" y="0"/>
                    <a:pt x="5386673" y="331419"/>
                    <a:pt x="5821693" y="830303"/>
                  </a:cubicBezTo>
                  <a:lnTo>
                    <a:pt x="3003445" y="1269030"/>
                  </a:lnTo>
                  <a:close/>
                </a:path>
                <a:path w="6006890" h="2538060" fill="none">
                  <a:moveTo>
                    <a:pt x="3003446" y="0"/>
                  </a:moveTo>
                  <a:lnTo>
                    <a:pt x="3003446" y="0"/>
                  </a:lnTo>
                  <a:cubicBezTo>
                    <a:pt x="4261756" y="0"/>
                    <a:pt x="5386673" y="331419"/>
                    <a:pt x="5821693" y="830303"/>
                  </a:cubicBezTo>
                </a:path>
              </a:pathLst>
            </a:custGeom>
            <a:noFill/>
            <a:ln w="38100" cmpd="sng">
              <a:solidFill>
                <a:srgbClr val="BB1528"/>
              </a:solidFill>
              <a:miter lim="800000"/>
              <a:headEnd/>
              <a:tailEnd/>
            </a:ln>
            <a:effectLst>
              <a:outerShdw dist="23000" dir="5400000" algn="ctr" rotWithShape="0">
                <a:srgbClr val="000000">
                  <a:alpha val="32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graphicFrame>
          <p:nvGraphicFramePr>
            <p:cNvPr id="30749" name="Object 29"/>
            <p:cNvGraphicFramePr>
              <a:graphicFrameLocks noChangeAspect="1"/>
            </p:cNvGraphicFramePr>
            <p:nvPr>
              <p:extLst>
                <p:ext uri="{D42A27DB-BD31-4B8C-83A1-F6EECF244321}">
                  <p14:modId xmlns:p14="http://schemas.microsoft.com/office/powerpoint/2010/main" val="2823032340"/>
                </p:ext>
              </p:extLst>
            </p:nvPr>
          </p:nvGraphicFramePr>
          <p:xfrm>
            <a:off x="6861782" y="3202346"/>
            <a:ext cx="284202" cy="231783"/>
          </p:xfrm>
          <a:graphic>
            <a:graphicData uri="http://schemas.openxmlformats.org/presentationml/2006/ole">
              <mc:AlternateContent xmlns:mc="http://schemas.openxmlformats.org/markup-compatibility/2006">
                <mc:Choice xmlns:v="urn:schemas-microsoft-com:vml" Requires="v">
                  <p:oleObj spid="_x0000_s161795" r:id="rId29" imgW="203605" imgH="165489" progId="">
                    <p:embed/>
                  </p:oleObj>
                </mc:Choice>
                <mc:Fallback>
                  <p:oleObj r:id="rId29" imgW="203605" imgH="165489" progId="">
                    <p:embed/>
                    <p:pic>
                      <p:nvPicPr>
                        <p:cNvPr id="0" name="Object 29"/>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6861782" y="3202346"/>
                          <a:ext cx="284202" cy="2317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30750" name="矩形 30"/>
          <p:cNvSpPr>
            <a:spLocks noChangeArrowheads="1"/>
          </p:cNvSpPr>
          <p:nvPr/>
        </p:nvSpPr>
        <p:spPr bwMode="auto">
          <a:xfrm>
            <a:off x="5051705" y="2240654"/>
            <a:ext cx="3259625" cy="2728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285750" lvl="2" indent="-285750" defTabSz="457200" eaLnBrk="1" hangingPunct="1">
              <a:lnSpc>
                <a:spcPts val="3500"/>
              </a:lnSpc>
              <a:buFont typeface="Arial" panose="020B0604020202020204" pitchFamily="34" charset="0"/>
              <a:buChar char="•"/>
              <a:defRPr/>
            </a:pPr>
            <a:r>
              <a:rPr lang="zh-CN" altLang="en-US" spc="150" dirty="0">
                <a:solidFill>
                  <a:srgbClr val="000000"/>
                </a:solidFill>
                <a:latin typeface="微软雅黑" panose="020B0503020204020204" pitchFamily="34" charset="-122"/>
                <a:ea typeface="微软雅黑" panose="020B0503020204020204" pitchFamily="34" charset="-122"/>
              </a:rPr>
              <a:t>对于不同收入水平的预算约束线，消费者会分别选择效用最大化的消费数量组合，将这些均衡点描绘出一条曲线即收入</a:t>
            </a:r>
            <a:r>
              <a:rPr lang="en-US" altLang="zh-CN" spc="150" dirty="0">
                <a:solidFill>
                  <a:srgbClr val="000000"/>
                </a:solidFill>
                <a:latin typeface="微软雅黑" panose="020B0503020204020204" pitchFamily="34" charset="-122"/>
                <a:ea typeface="微软雅黑" panose="020B0503020204020204" pitchFamily="34" charset="-122"/>
              </a:rPr>
              <a:t>—</a:t>
            </a:r>
            <a:r>
              <a:rPr lang="zh-CN" altLang="en-US" spc="150" dirty="0">
                <a:solidFill>
                  <a:srgbClr val="000000"/>
                </a:solidFill>
                <a:latin typeface="微软雅黑" panose="020B0503020204020204" pitchFamily="34" charset="-122"/>
                <a:ea typeface="微软雅黑" panose="020B0503020204020204" pitchFamily="34" charset="-122"/>
              </a:rPr>
              <a:t>消费扩展线。</a:t>
            </a:r>
          </a:p>
        </p:txBody>
      </p:sp>
      <p:sp>
        <p:nvSpPr>
          <p:cNvPr id="38" name="矩形 37">
            <a:extLst>
              <a:ext uri="{FF2B5EF4-FFF2-40B4-BE49-F238E27FC236}">
                <a16:creationId xmlns:a16="http://schemas.microsoft.com/office/drawing/2014/main" id="{803AEE5A-386A-489A-A632-8B6C4D5AA859}"/>
              </a:ext>
            </a:extLst>
          </p:cNvPr>
          <p:cNvSpPr/>
          <p:nvPr/>
        </p:nvSpPr>
        <p:spPr>
          <a:xfrm>
            <a:off x="6537411" y="0"/>
            <a:ext cx="2606590" cy="369332"/>
          </a:xfrm>
          <a:prstGeom prst="rect">
            <a:avLst/>
          </a:prstGeom>
        </p:spPr>
        <p:txBody>
          <a:bodyPr wrap="squar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 第四节  消费者均衡</a:t>
            </a:r>
          </a:p>
        </p:txBody>
      </p:sp>
      <p:sp>
        <p:nvSpPr>
          <p:cNvPr id="39" name="矩形 38">
            <a:extLst>
              <a:ext uri="{FF2B5EF4-FFF2-40B4-BE49-F238E27FC236}">
                <a16:creationId xmlns:a16="http://schemas.microsoft.com/office/drawing/2014/main" id="{798BB63C-3735-4EF6-BAC5-4BE7200A462B}"/>
              </a:ext>
            </a:extLst>
          </p:cNvPr>
          <p:cNvSpPr/>
          <p:nvPr/>
        </p:nvSpPr>
        <p:spPr>
          <a:xfrm>
            <a:off x="467544" y="548680"/>
            <a:ext cx="5089855"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二、收入变动对消费者均衡的影响</a:t>
            </a:r>
          </a:p>
        </p:txBody>
      </p:sp>
      <p:grpSp>
        <p:nvGrpSpPr>
          <p:cNvPr id="36" name="组合 35">
            <a:extLst>
              <a:ext uri="{FF2B5EF4-FFF2-40B4-BE49-F238E27FC236}">
                <a16:creationId xmlns:a16="http://schemas.microsoft.com/office/drawing/2014/main" id="{CAD50A39-B730-4765-923E-D6D2DBED995A}"/>
              </a:ext>
            </a:extLst>
          </p:cNvPr>
          <p:cNvGrpSpPr/>
          <p:nvPr/>
        </p:nvGrpSpPr>
        <p:grpSpPr>
          <a:xfrm>
            <a:off x="467544" y="1217732"/>
            <a:ext cx="4278627" cy="748048"/>
            <a:chOff x="467544" y="1161144"/>
            <a:chExt cx="3806023" cy="659493"/>
          </a:xfrm>
        </p:grpSpPr>
        <p:sp>
          <p:nvSpPr>
            <p:cNvPr id="37" name="MH_Text_1">
              <a:extLst>
                <a:ext uri="{FF2B5EF4-FFF2-40B4-BE49-F238E27FC236}">
                  <a16:creationId xmlns:a16="http://schemas.microsoft.com/office/drawing/2014/main" id="{E0B75689-1898-4729-A388-FFE33F0C7315}"/>
                </a:ext>
              </a:extLst>
            </p:cNvPr>
            <p:cNvSpPr/>
            <p:nvPr>
              <p:custDataLst>
                <p:tags r:id="rId2"/>
              </p:custDataLst>
            </p:nvPr>
          </p:nvSpPr>
          <p:spPr bwMode="auto">
            <a:xfrm>
              <a:off x="467544" y="1161144"/>
              <a:ext cx="3806023" cy="659493"/>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algn="ctr">
                <a:defRPr/>
              </a:pPr>
              <a:r>
                <a:rPr lang="zh-CN" altLang="en-US" sz="2000" spc="150" dirty="0">
                  <a:solidFill>
                    <a:srgbClr val="000000"/>
                  </a:solidFill>
                  <a:latin typeface="微软雅黑" panose="020B0503020204020204" pitchFamily="34" charset="-122"/>
                  <a:ea typeface="微软雅黑" panose="020B0503020204020204" pitchFamily="34" charset="-122"/>
                </a:rPr>
                <a:t>收入</a:t>
              </a:r>
              <a:r>
                <a:rPr lang="en-US" altLang="zh-CN" sz="2000" spc="150" dirty="0">
                  <a:solidFill>
                    <a:srgbClr val="000000"/>
                  </a:solidFill>
                  <a:latin typeface="微软雅黑" panose="020B0503020204020204" pitchFamily="34" charset="-122"/>
                  <a:ea typeface="微软雅黑" panose="020B0503020204020204" pitchFamily="34" charset="-122"/>
                </a:rPr>
                <a:t>-</a:t>
              </a:r>
              <a:r>
                <a:rPr lang="zh-CN" altLang="en-US" sz="2000" spc="150" dirty="0">
                  <a:solidFill>
                    <a:srgbClr val="000000"/>
                  </a:solidFill>
                  <a:latin typeface="微软雅黑" panose="020B0503020204020204" pitchFamily="34" charset="-122"/>
                  <a:ea typeface="微软雅黑" panose="020B0503020204020204" pitchFamily="34" charset="-122"/>
                </a:rPr>
                <a:t>消费扩展线</a:t>
              </a:r>
            </a:p>
          </p:txBody>
        </p:sp>
        <p:sp>
          <p:nvSpPr>
            <p:cNvPr id="40" name="MH_Other_2">
              <a:extLst>
                <a:ext uri="{FF2B5EF4-FFF2-40B4-BE49-F238E27FC236}">
                  <a16:creationId xmlns:a16="http://schemas.microsoft.com/office/drawing/2014/main" id="{6456A3A5-CD0A-4B1B-8536-9146FB942DB6}"/>
                </a:ext>
              </a:extLst>
            </p:cNvPr>
            <p:cNvSpPr/>
            <p:nvPr>
              <p:custDataLst>
                <p:tags r:id="rId3"/>
              </p:custDataLst>
            </p:nvPr>
          </p:nvSpPr>
          <p:spPr bwMode="auto">
            <a:xfrm rot="10800000">
              <a:off x="4004344" y="1240922"/>
              <a:ext cx="189743" cy="162838"/>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500"/>
                                        <p:tgtEl>
                                          <p:spTgt spid="3"/>
                                        </p:tgtEl>
                                      </p:cBhvr>
                                    </p:animEffect>
                                  </p:childTnLst>
                                </p:cTn>
                              </p:par>
                            </p:childTnLst>
                          </p:cTn>
                        </p:par>
                        <p:par>
                          <p:cTn id="23" fill="hold">
                            <p:stCondLst>
                              <p:cond delay="500"/>
                            </p:stCondLst>
                            <p:childTnLst>
                              <p:par>
                                <p:cTn id="24" presetID="10" presetClass="entr" presetSubtype="0" fill="hold" nodeType="after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500"/>
                                        <p:tgtEl>
                                          <p:spTgt spid="6"/>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30750"/>
                                        </p:tgtEl>
                                        <p:attrNameLst>
                                          <p:attrName>style.visibility</p:attrName>
                                        </p:attrNameLst>
                                      </p:cBhvr>
                                      <p:to>
                                        <p:strVal val="visible"/>
                                      </p:to>
                                    </p:set>
                                    <p:animEffect transition="in" filter="wipe(up)">
                                      <p:cBhvr>
                                        <p:cTn id="31" dur="500"/>
                                        <p:tgtEl>
                                          <p:spTgt spid="30750"/>
                                        </p:tgtEl>
                                      </p:cBhvr>
                                    </p:animEffect>
                                  </p:childTnLst>
                                </p:cTn>
                              </p:par>
                            </p:childTnLst>
                          </p:cTn>
                        </p:par>
                      </p:childTnLst>
                    </p:cTn>
                  </p:par>
                  <p:par>
                    <p:cTn id="32" fill="hold">
                      <p:stCondLst>
                        <p:cond delay="indefinite"/>
                      </p:stCondLst>
                      <p:childTnLst>
                        <p:par>
                          <p:cTn id="33" fill="hold">
                            <p:stCondLst>
                              <p:cond delay="0"/>
                            </p:stCondLst>
                            <p:childTnLst>
                              <p:par>
                                <p:cTn id="34" presetID="16" presetClass="entr" presetSubtype="21" fill="hold" nodeType="clickEffect">
                                  <p:stCondLst>
                                    <p:cond delay="0"/>
                                  </p:stCondLst>
                                  <p:childTnLst>
                                    <p:set>
                                      <p:cBhvr>
                                        <p:cTn id="35" dur="1" fill="hold">
                                          <p:stCondLst>
                                            <p:cond delay="0"/>
                                          </p:stCondLst>
                                        </p:cTn>
                                        <p:tgtEl>
                                          <p:spTgt spid="36"/>
                                        </p:tgtEl>
                                        <p:attrNameLst>
                                          <p:attrName>style.visibility</p:attrName>
                                        </p:attrNameLst>
                                      </p:cBhvr>
                                      <p:to>
                                        <p:strVal val="visible"/>
                                      </p:to>
                                    </p:set>
                                    <p:animEffect transition="in" filter="barn(inVertical)">
                                      <p:cBhvr>
                                        <p:cTn id="36"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50" grpId="0"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16" name="矩形 24"/>
          <p:cNvSpPr>
            <a:spLocks noChangeArrowheads="1"/>
          </p:cNvSpPr>
          <p:nvPr/>
        </p:nvSpPr>
        <p:spPr bwMode="auto">
          <a:xfrm>
            <a:off x="5123277" y="2556547"/>
            <a:ext cx="3256636" cy="2722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285750" lvl="2" indent="-285750" defTabSz="457200" eaLnBrk="1" hangingPunct="1">
              <a:lnSpc>
                <a:spcPts val="3500"/>
              </a:lnSpc>
              <a:buFont typeface="Arial" panose="020B0604020202020204" pitchFamily="34" charset="0"/>
              <a:buChar char="•"/>
              <a:defRPr/>
            </a:pPr>
            <a:r>
              <a:rPr lang="zh-CN" altLang="en-US" spc="150" dirty="0">
                <a:solidFill>
                  <a:srgbClr val="000000"/>
                </a:solidFill>
                <a:latin typeface="微软雅黑" panose="020B0503020204020204" pitchFamily="34" charset="-122"/>
                <a:ea typeface="微软雅黑" panose="020B0503020204020204" pitchFamily="34" charset="-122"/>
              </a:rPr>
              <a:t>消费者的收入扩展线是一条向右上方倾斜的直线，表明消费者消费的两种商品都是正常商品，随着收入的增加，消费者同比例扩大两种商品的消费数量。</a:t>
            </a:r>
          </a:p>
        </p:txBody>
      </p:sp>
      <p:grpSp>
        <p:nvGrpSpPr>
          <p:cNvPr id="87" name="组合 86">
            <a:extLst>
              <a:ext uri="{FF2B5EF4-FFF2-40B4-BE49-F238E27FC236}">
                <a16:creationId xmlns:a16="http://schemas.microsoft.com/office/drawing/2014/main" id="{6590F41C-7998-47C6-9F11-2624BEB5577B}"/>
              </a:ext>
            </a:extLst>
          </p:cNvPr>
          <p:cNvGrpSpPr/>
          <p:nvPr/>
        </p:nvGrpSpPr>
        <p:grpSpPr>
          <a:xfrm>
            <a:off x="2011615" y="1527312"/>
            <a:ext cx="3586163" cy="3735387"/>
            <a:chOff x="5168900" y="1543844"/>
            <a:chExt cx="3586163" cy="3735387"/>
          </a:xfrm>
        </p:grpSpPr>
        <p:sp>
          <p:nvSpPr>
            <p:cNvPr id="88" name="弧形 21">
              <a:extLst>
                <a:ext uri="{FF2B5EF4-FFF2-40B4-BE49-F238E27FC236}">
                  <a16:creationId xmlns:a16="http://schemas.microsoft.com/office/drawing/2014/main" id="{8D511158-2613-404C-AEA7-FF710ACE5E3B}"/>
                </a:ext>
              </a:extLst>
            </p:cNvPr>
            <p:cNvSpPr>
              <a:spLocks noChangeArrowheads="1"/>
            </p:cNvSpPr>
            <p:nvPr/>
          </p:nvSpPr>
          <p:spPr bwMode="auto">
            <a:xfrm rot="10800000">
              <a:off x="5700713" y="1543844"/>
              <a:ext cx="3054350" cy="2951162"/>
            </a:xfrm>
            <a:custGeom>
              <a:avLst/>
              <a:gdLst>
                <a:gd name="T0" fmla="*/ 1706637 w 3053927"/>
                <a:gd name="T1" fmla="*/ 10250 h 2951059"/>
                <a:gd name="T2" fmla="*/ 1526964 w 3053927"/>
                <a:gd name="T3" fmla="*/ 1475530 h 2951059"/>
                <a:gd name="T4" fmla="*/ 3053927 w 3053927"/>
                <a:gd name="T5" fmla="*/ 1475530 h 2951059"/>
                <a:gd name="T6" fmla="*/ 11796480 60000 65536"/>
                <a:gd name="T7" fmla="*/ 11796480 60000 65536"/>
                <a:gd name="T8" fmla="*/ 5898240 60000 65536"/>
                <a:gd name="T9" fmla="*/ 1706637 w 3053927"/>
                <a:gd name="T10" fmla="*/ 10250 h 2951059"/>
                <a:gd name="T11" fmla="*/ 3053927 w 3053927"/>
                <a:gd name="T12" fmla="*/ 1475530 h 2951059"/>
              </a:gdLst>
              <a:ahLst/>
              <a:cxnLst>
                <a:cxn ang="T6">
                  <a:pos x="T0" y="T1"/>
                </a:cxn>
                <a:cxn ang="T7">
                  <a:pos x="T2" y="T3"/>
                </a:cxn>
                <a:cxn ang="T8">
                  <a:pos x="T4" y="T5"/>
                </a:cxn>
              </a:cxnLst>
              <a:rect l="T9" t="T10" r="T11" b="T12"/>
              <a:pathLst>
                <a:path w="3053927" h="2951059" stroke="0">
                  <a:moveTo>
                    <a:pt x="1706637" y="10250"/>
                  </a:moveTo>
                  <a:lnTo>
                    <a:pt x="1706636" y="10250"/>
                  </a:lnTo>
                  <a:cubicBezTo>
                    <a:pt x="2475079" y="98235"/>
                    <a:pt x="3053928" y="727777"/>
                    <a:pt x="3053928" y="1475530"/>
                  </a:cubicBezTo>
                  <a:cubicBezTo>
                    <a:pt x="3053928" y="1475530"/>
                    <a:pt x="3053927" y="1475531"/>
                    <a:pt x="3053927" y="1475532"/>
                  </a:cubicBezTo>
                  <a:lnTo>
                    <a:pt x="1526964" y="1475530"/>
                  </a:lnTo>
                  <a:close/>
                </a:path>
                <a:path w="3053927" h="2951059" fill="none">
                  <a:moveTo>
                    <a:pt x="1706637" y="10250"/>
                  </a:moveTo>
                  <a:lnTo>
                    <a:pt x="1706636" y="10250"/>
                  </a:lnTo>
                  <a:cubicBezTo>
                    <a:pt x="2475079" y="98235"/>
                    <a:pt x="3053928" y="727777"/>
                    <a:pt x="3053928" y="1475530"/>
                  </a:cubicBezTo>
                  <a:cubicBezTo>
                    <a:pt x="3053928" y="1475530"/>
                    <a:pt x="3053927" y="1475531"/>
                    <a:pt x="3053927" y="1475532"/>
                  </a:cubicBezTo>
                </a:path>
              </a:pathLst>
            </a:custGeom>
            <a:noFill/>
            <a:ln w="38100" cmpd="sng">
              <a:solidFill>
                <a:srgbClr val="F3C97F"/>
              </a:solidFill>
              <a:miter lim="800000"/>
              <a:headEnd/>
              <a:tailEnd/>
            </a:ln>
            <a:effectLst>
              <a:outerShdw dist="23000" dir="5400000" algn="ctr" rotWithShape="0">
                <a:srgbClr val="000000">
                  <a:alpha val="32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cxnSp>
          <p:nvCxnSpPr>
            <p:cNvPr id="89" name="直接连接符 17">
              <a:extLst>
                <a:ext uri="{FF2B5EF4-FFF2-40B4-BE49-F238E27FC236}">
                  <a16:creationId xmlns:a16="http://schemas.microsoft.com/office/drawing/2014/main" id="{2500F2EA-B5C7-4180-8EC1-52367C099EF6}"/>
                </a:ext>
              </a:extLst>
            </p:cNvPr>
            <p:cNvCxnSpPr>
              <a:cxnSpLocks noChangeShapeType="1"/>
            </p:cNvCxnSpPr>
            <p:nvPr/>
          </p:nvCxnSpPr>
          <p:spPr bwMode="auto">
            <a:xfrm>
              <a:off x="5168900" y="3340894"/>
              <a:ext cx="2501900" cy="1938337"/>
            </a:xfrm>
            <a:prstGeom prst="line">
              <a:avLst/>
            </a:prstGeom>
            <a:noFill/>
            <a:ln w="38100" cmpd="sng">
              <a:solidFill>
                <a:srgbClr val="C3C9D7"/>
              </a:solidFill>
              <a:round/>
              <a:headEnd/>
              <a:tailEnd/>
            </a:ln>
            <a:effectLst>
              <a:outerShdw dist="23000" dir="5400000" algn="ctr" rotWithShape="0">
                <a:srgbClr val="000000">
                  <a:alpha val="32999"/>
                </a:srgbClr>
              </a:outerShdw>
            </a:effectLst>
            <a:extLst>
              <a:ext uri="{909E8E84-426E-40DD-AFC4-6F175D3DCCD1}">
                <a14:hiddenFill xmlns:a14="http://schemas.microsoft.com/office/drawing/2010/main">
                  <a:noFill/>
                </a14:hiddenFill>
              </a:ext>
            </a:extLst>
          </p:spPr>
        </p:cxnSp>
        <p:graphicFrame>
          <p:nvGraphicFramePr>
            <p:cNvPr id="90" name="Object 20">
              <a:extLst>
                <a:ext uri="{FF2B5EF4-FFF2-40B4-BE49-F238E27FC236}">
                  <a16:creationId xmlns:a16="http://schemas.microsoft.com/office/drawing/2014/main" id="{45CA1124-BB65-4EBD-8237-073217E978C9}"/>
                </a:ext>
              </a:extLst>
            </p:cNvPr>
            <p:cNvGraphicFramePr>
              <a:graphicFrameLocks noChangeAspect="1"/>
            </p:cNvGraphicFramePr>
            <p:nvPr/>
          </p:nvGraphicFramePr>
          <p:xfrm>
            <a:off x="6454007" y="3946998"/>
            <a:ext cx="266737" cy="320051"/>
          </p:xfrm>
          <a:graphic>
            <a:graphicData uri="http://schemas.openxmlformats.org/presentationml/2006/ole">
              <mc:AlternateContent xmlns:mc="http://schemas.openxmlformats.org/markup-compatibility/2006">
                <mc:Choice xmlns:v="urn:schemas-microsoft-com:vml" Requires="v">
                  <p:oleObj spid="_x0000_s91536" r:id="rId5" imgW="190983" imgH="229116" progId="">
                    <p:embed/>
                  </p:oleObj>
                </mc:Choice>
                <mc:Fallback>
                  <p:oleObj r:id="rId5" imgW="190983" imgH="229116" progId="">
                    <p:embed/>
                    <p:pic>
                      <p:nvPicPr>
                        <p:cNvPr id="90" name="Object 20">
                          <a:extLst>
                            <a:ext uri="{FF2B5EF4-FFF2-40B4-BE49-F238E27FC236}">
                              <a16:creationId xmlns:a16="http://schemas.microsoft.com/office/drawing/2014/main" id="{45CA1124-BB65-4EBD-8237-073217E978C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54007" y="3946998"/>
                          <a:ext cx="266737" cy="3200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93" name="组合 92">
            <a:extLst>
              <a:ext uri="{FF2B5EF4-FFF2-40B4-BE49-F238E27FC236}">
                <a16:creationId xmlns:a16="http://schemas.microsoft.com/office/drawing/2014/main" id="{F1DEE76D-E982-40AC-9E82-45E5752AE10C}"/>
              </a:ext>
            </a:extLst>
          </p:cNvPr>
          <p:cNvGrpSpPr/>
          <p:nvPr/>
        </p:nvGrpSpPr>
        <p:grpSpPr>
          <a:xfrm>
            <a:off x="2029078" y="2097224"/>
            <a:ext cx="3086100" cy="3165475"/>
            <a:chOff x="5186363" y="2113756"/>
            <a:chExt cx="3086100" cy="3165475"/>
          </a:xfrm>
        </p:grpSpPr>
        <p:sp>
          <p:nvSpPr>
            <p:cNvPr id="94" name="弧形 20">
              <a:extLst>
                <a:ext uri="{FF2B5EF4-FFF2-40B4-BE49-F238E27FC236}">
                  <a16:creationId xmlns:a16="http://schemas.microsoft.com/office/drawing/2014/main" id="{7773E445-4C9C-4334-97AB-4DA7E09B39B6}"/>
                </a:ext>
              </a:extLst>
            </p:cNvPr>
            <p:cNvSpPr>
              <a:spLocks noChangeArrowheads="1"/>
            </p:cNvSpPr>
            <p:nvPr/>
          </p:nvSpPr>
          <p:spPr bwMode="auto">
            <a:xfrm rot="10800000">
              <a:off x="5218113" y="2113756"/>
              <a:ext cx="3054350" cy="2951163"/>
            </a:xfrm>
            <a:custGeom>
              <a:avLst/>
              <a:gdLst>
                <a:gd name="T0" fmla="*/ 1706637 w 3053927"/>
                <a:gd name="T1" fmla="*/ 10250 h 2951060"/>
                <a:gd name="T2" fmla="*/ 1526964 w 3053927"/>
                <a:gd name="T3" fmla="*/ 1475530 h 2951060"/>
                <a:gd name="T4" fmla="*/ 2944030 w 3053927"/>
                <a:gd name="T5" fmla="*/ 925883 h 2951060"/>
                <a:gd name="T6" fmla="*/ 11796480 60000 65536"/>
                <a:gd name="T7" fmla="*/ 17694720 60000 65536"/>
                <a:gd name="T8" fmla="*/ 5898240 60000 65536"/>
                <a:gd name="T9" fmla="*/ 1706637 w 3053927"/>
                <a:gd name="T10" fmla="*/ 10250 h 2951060"/>
                <a:gd name="T11" fmla="*/ 2944030 w 3053927"/>
                <a:gd name="T12" fmla="*/ 925883 h 2951060"/>
              </a:gdLst>
              <a:ahLst/>
              <a:cxnLst>
                <a:cxn ang="T6">
                  <a:pos x="T0" y="T1"/>
                </a:cxn>
                <a:cxn ang="T7">
                  <a:pos x="T2" y="T3"/>
                </a:cxn>
                <a:cxn ang="T8">
                  <a:pos x="T4" y="T5"/>
                </a:cxn>
              </a:cxnLst>
              <a:rect l="T9" t="T10" r="T11" b="T12"/>
              <a:pathLst>
                <a:path w="3053927" h="2951060" stroke="0">
                  <a:moveTo>
                    <a:pt x="1706637" y="10250"/>
                  </a:moveTo>
                  <a:lnTo>
                    <a:pt x="1706636" y="10250"/>
                  </a:lnTo>
                  <a:cubicBezTo>
                    <a:pt x="2261373" y="73766"/>
                    <a:pt x="2735940" y="424931"/>
                    <a:pt x="2944030" y="925881"/>
                  </a:cubicBezTo>
                  <a:lnTo>
                    <a:pt x="1526964" y="1475530"/>
                  </a:lnTo>
                  <a:close/>
                </a:path>
                <a:path w="3053927" h="2951060" fill="none">
                  <a:moveTo>
                    <a:pt x="1706637" y="10250"/>
                  </a:moveTo>
                  <a:lnTo>
                    <a:pt x="1706636" y="10250"/>
                  </a:lnTo>
                  <a:cubicBezTo>
                    <a:pt x="2261373" y="73766"/>
                    <a:pt x="2735940" y="424931"/>
                    <a:pt x="2944030" y="925881"/>
                  </a:cubicBezTo>
                </a:path>
              </a:pathLst>
            </a:custGeom>
            <a:noFill/>
            <a:ln w="38100" cmpd="sng">
              <a:solidFill>
                <a:srgbClr val="F3C97F"/>
              </a:solidFill>
              <a:miter lim="800000"/>
              <a:headEnd/>
              <a:tailEnd/>
            </a:ln>
            <a:effectLst>
              <a:outerShdw dist="23000" dir="5400000" algn="ctr" rotWithShape="0">
                <a:srgbClr val="000000">
                  <a:alpha val="32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cxnSp>
          <p:nvCxnSpPr>
            <p:cNvPr id="95" name="直接连接符 12">
              <a:extLst>
                <a:ext uri="{FF2B5EF4-FFF2-40B4-BE49-F238E27FC236}">
                  <a16:creationId xmlns:a16="http://schemas.microsoft.com/office/drawing/2014/main" id="{855FFC34-E16A-4EF1-8330-2D54219C7617}"/>
                </a:ext>
              </a:extLst>
            </p:cNvPr>
            <p:cNvCxnSpPr>
              <a:cxnSpLocks noChangeShapeType="1"/>
            </p:cNvCxnSpPr>
            <p:nvPr/>
          </p:nvCxnSpPr>
          <p:spPr bwMode="auto">
            <a:xfrm>
              <a:off x="5186363" y="4307681"/>
              <a:ext cx="1276350" cy="971550"/>
            </a:xfrm>
            <a:prstGeom prst="line">
              <a:avLst/>
            </a:prstGeom>
            <a:noFill/>
            <a:ln w="38100" cmpd="sng">
              <a:solidFill>
                <a:srgbClr val="C3C9D7"/>
              </a:solidFill>
              <a:round/>
              <a:headEnd/>
              <a:tailEnd/>
            </a:ln>
            <a:effectLst>
              <a:outerShdw dist="23000" dir="5400000" algn="ctr" rotWithShape="0">
                <a:srgbClr val="000000">
                  <a:alpha val="32999"/>
                </a:srgbClr>
              </a:outerShdw>
            </a:effectLst>
            <a:extLst>
              <a:ext uri="{909E8E84-426E-40DD-AFC4-6F175D3DCCD1}">
                <a14:hiddenFill xmlns:a14="http://schemas.microsoft.com/office/drawing/2010/main">
                  <a:noFill/>
                </a14:hiddenFill>
              </a:ext>
            </a:extLst>
          </p:spPr>
        </p:cxnSp>
        <p:graphicFrame>
          <p:nvGraphicFramePr>
            <p:cNvPr id="96" name="Object 18">
              <a:extLst>
                <a:ext uri="{FF2B5EF4-FFF2-40B4-BE49-F238E27FC236}">
                  <a16:creationId xmlns:a16="http://schemas.microsoft.com/office/drawing/2014/main" id="{C82BC6C8-5344-4E8C-8246-A40129CF0003}"/>
                </a:ext>
              </a:extLst>
            </p:cNvPr>
            <p:cNvGraphicFramePr>
              <a:graphicFrameLocks noChangeAspect="1"/>
            </p:cNvGraphicFramePr>
            <p:nvPr/>
          </p:nvGraphicFramePr>
          <p:xfrm>
            <a:off x="5925447" y="4602630"/>
            <a:ext cx="248955" cy="320051"/>
          </p:xfrm>
          <a:graphic>
            <a:graphicData uri="http://schemas.openxmlformats.org/presentationml/2006/ole">
              <mc:AlternateContent xmlns:mc="http://schemas.openxmlformats.org/markup-compatibility/2006">
                <mc:Choice xmlns:v="urn:schemas-microsoft-com:vml" Requires="v">
                  <p:oleObj spid="_x0000_s91537" r:id="rId7" imgW="178040" imgH="228818" progId="">
                    <p:embed/>
                  </p:oleObj>
                </mc:Choice>
                <mc:Fallback>
                  <p:oleObj r:id="rId7" imgW="178040" imgH="228818" progId="">
                    <p:embed/>
                    <p:pic>
                      <p:nvPicPr>
                        <p:cNvPr id="96" name="Object 18">
                          <a:extLst>
                            <a:ext uri="{FF2B5EF4-FFF2-40B4-BE49-F238E27FC236}">
                              <a16:creationId xmlns:a16="http://schemas.microsoft.com/office/drawing/2014/main" id="{C82BC6C8-5344-4E8C-8246-A40129CF000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925447" y="4602630"/>
                          <a:ext cx="248955" cy="3200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99" name="组合 98">
            <a:extLst>
              <a:ext uri="{FF2B5EF4-FFF2-40B4-BE49-F238E27FC236}">
                <a16:creationId xmlns:a16="http://schemas.microsoft.com/office/drawing/2014/main" id="{64DA94B8-C838-45FD-83D9-945246590C7F}"/>
              </a:ext>
            </a:extLst>
          </p:cNvPr>
          <p:cNvGrpSpPr/>
          <p:nvPr/>
        </p:nvGrpSpPr>
        <p:grpSpPr>
          <a:xfrm>
            <a:off x="2064003" y="1824174"/>
            <a:ext cx="3328987" cy="3398838"/>
            <a:chOff x="5221288" y="1840706"/>
            <a:chExt cx="3328987" cy="3398838"/>
          </a:xfrm>
        </p:grpSpPr>
        <p:sp>
          <p:nvSpPr>
            <p:cNvPr id="100" name="弧形 19">
              <a:extLst>
                <a:ext uri="{FF2B5EF4-FFF2-40B4-BE49-F238E27FC236}">
                  <a16:creationId xmlns:a16="http://schemas.microsoft.com/office/drawing/2014/main" id="{FD499DAA-5DF6-49D5-8E87-A53B37AE2934}"/>
                </a:ext>
              </a:extLst>
            </p:cNvPr>
            <p:cNvSpPr>
              <a:spLocks noChangeArrowheads="1"/>
            </p:cNvSpPr>
            <p:nvPr/>
          </p:nvSpPr>
          <p:spPr bwMode="auto">
            <a:xfrm rot="10800000">
              <a:off x="5497513" y="1840706"/>
              <a:ext cx="3052762" cy="2951163"/>
            </a:xfrm>
            <a:custGeom>
              <a:avLst/>
              <a:gdLst>
                <a:gd name="T0" fmla="*/ 1705841 w 3052339"/>
                <a:gd name="T1" fmla="*/ 10261 h 2951060"/>
                <a:gd name="T2" fmla="*/ 1526170 w 3052339"/>
                <a:gd name="T3" fmla="*/ 1475530 h 2951060"/>
                <a:gd name="T4" fmla="*/ 3052339 w 3052339"/>
                <a:gd name="T5" fmla="*/ 1475530 h 2951060"/>
                <a:gd name="T6" fmla="*/ 11796480 60000 65536"/>
                <a:gd name="T7" fmla="*/ 11796480 60000 65536"/>
                <a:gd name="T8" fmla="*/ 5898240 60000 65536"/>
                <a:gd name="T9" fmla="*/ 1705841 w 3052339"/>
                <a:gd name="T10" fmla="*/ 10261 h 2951060"/>
                <a:gd name="T11" fmla="*/ 3052339 w 3052339"/>
                <a:gd name="T12" fmla="*/ 1475530 h 2951060"/>
              </a:gdLst>
              <a:ahLst/>
              <a:cxnLst>
                <a:cxn ang="T6">
                  <a:pos x="T0" y="T1"/>
                </a:cxn>
                <a:cxn ang="T7">
                  <a:pos x="T2" y="T3"/>
                </a:cxn>
                <a:cxn ang="T8">
                  <a:pos x="T4" y="T5"/>
                </a:cxn>
              </a:cxnLst>
              <a:rect l="T9" t="T10" r="T11" b="T12"/>
              <a:pathLst>
                <a:path w="3052339" h="2951060" stroke="0">
                  <a:moveTo>
                    <a:pt x="1705841" y="10261"/>
                  </a:moveTo>
                  <a:lnTo>
                    <a:pt x="1705841" y="10260"/>
                  </a:lnTo>
                  <a:cubicBezTo>
                    <a:pt x="2473843" y="98287"/>
                    <a:pt x="3052339" y="727811"/>
                    <a:pt x="3052339" y="1475530"/>
                  </a:cubicBezTo>
                  <a:cubicBezTo>
                    <a:pt x="3052339" y="1475531"/>
                    <a:pt x="3052338" y="1475532"/>
                    <a:pt x="3052338" y="1475533"/>
                  </a:cubicBezTo>
                  <a:lnTo>
                    <a:pt x="1526170" y="1475530"/>
                  </a:lnTo>
                  <a:close/>
                </a:path>
                <a:path w="3052339" h="2951060" fill="none">
                  <a:moveTo>
                    <a:pt x="1705841" y="10261"/>
                  </a:moveTo>
                  <a:lnTo>
                    <a:pt x="1705841" y="10260"/>
                  </a:lnTo>
                  <a:cubicBezTo>
                    <a:pt x="2473843" y="98287"/>
                    <a:pt x="3052339" y="727811"/>
                    <a:pt x="3052339" y="1475530"/>
                  </a:cubicBezTo>
                  <a:cubicBezTo>
                    <a:pt x="3052339" y="1475531"/>
                    <a:pt x="3052338" y="1475532"/>
                    <a:pt x="3052338" y="1475533"/>
                  </a:cubicBezTo>
                </a:path>
              </a:pathLst>
            </a:custGeom>
            <a:noFill/>
            <a:ln w="38100" cmpd="sng">
              <a:solidFill>
                <a:srgbClr val="F3C97F"/>
              </a:solidFill>
              <a:miter lim="800000"/>
              <a:headEnd/>
              <a:tailEnd/>
            </a:ln>
            <a:effectLst>
              <a:outerShdw dist="23000" dir="5400000" algn="ctr" rotWithShape="0">
                <a:srgbClr val="000000">
                  <a:alpha val="32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cxnSp>
          <p:nvCxnSpPr>
            <p:cNvPr id="101" name="直接连接符 15">
              <a:extLst>
                <a:ext uri="{FF2B5EF4-FFF2-40B4-BE49-F238E27FC236}">
                  <a16:creationId xmlns:a16="http://schemas.microsoft.com/office/drawing/2014/main" id="{EA5DC9AB-C9E3-45E4-8B14-4E8364D41D89}"/>
                </a:ext>
              </a:extLst>
            </p:cNvPr>
            <p:cNvCxnSpPr>
              <a:cxnSpLocks noChangeShapeType="1"/>
            </p:cNvCxnSpPr>
            <p:nvPr/>
          </p:nvCxnSpPr>
          <p:spPr bwMode="auto">
            <a:xfrm>
              <a:off x="5221288" y="3842544"/>
              <a:ext cx="1828800" cy="1397000"/>
            </a:xfrm>
            <a:prstGeom prst="line">
              <a:avLst/>
            </a:prstGeom>
            <a:noFill/>
            <a:ln w="38100" cmpd="sng">
              <a:solidFill>
                <a:srgbClr val="C3C9D7"/>
              </a:solidFill>
              <a:round/>
              <a:headEnd/>
              <a:tailEnd/>
            </a:ln>
            <a:effectLst>
              <a:outerShdw dist="23000" dir="5400000" algn="ctr" rotWithShape="0">
                <a:srgbClr val="000000">
                  <a:alpha val="32999"/>
                </a:srgbClr>
              </a:outerShdw>
            </a:effectLst>
            <a:extLst>
              <a:ext uri="{909E8E84-426E-40DD-AFC4-6F175D3DCCD1}">
                <a14:hiddenFill xmlns:a14="http://schemas.microsoft.com/office/drawing/2010/main">
                  <a:noFill/>
                </a14:hiddenFill>
              </a:ext>
            </a:extLst>
          </p:spPr>
        </p:cxnSp>
        <p:graphicFrame>
          <p:nvGraphicFramePr>
            <p:cNvPr id="102" name="Object 19">
              <a:extLst>
                <a:ext uri="{FF2B5EF4-FFF2-40B4-BE49-F238E27FC236}">
                  <a16:creationId xmlns:a16="http://schemas.microsoft.com/office/drawing/2014/main" id="{587F7327-3042-46DE-8383-DD210298AE17}"/>
                </a:ext>
              </a:extLst>
            </p:cNvPr>
            <p:cNvGraphicFramePr>
              <a:graphicFrameLocks noChangeAspect="1"/>
            </p:cNvGraphicFramePr>
            <p:nvPr/>
          </p:nvGraphicFramePr>
          <p:xfrm>
            <a:off x="6160668" y="4257561"/>
            <a:ext cx="266737" cy="320051"/>
          </p:xfrm>
          <a:graphic>
            <a:graphicData uri="http://schemas.openxmlformats.org/presentationml/2006/ole">
              <mc:AlternateContent xmlns:mc="http://schemas.openxmlformats.org/markup-compatibility/2006">
                <mc:Choice xmlns:v="urn:schemas-microsoft-com:vml" Requires="v">
                  <p:oleObj spid="_x0000_s91538" r:id="rId9" imgW="190983" imgH="229116" progId="">
                    <p:embed/>
                  </p:oleObj>
                </mc:Choice>
                <mc:Fallback>
                  <p:oleObj r:id="rId9" imgW="190983" imgH="229116" progId="">
                    <p:embed/>
                    <p:pic>
                      <p:nvPicPr>
                        <p:cNvPr id="102" name="Object 19">
                          <a:extLst>
                            <a:ext uri="{FF2B5EF4-FFF2-40B4-BE49-F238E27FC236}">
                              <a16:creationId xmlns:a16="http://schemas.microsoft.com/office/drawing/2014/main" id="{587F7327-3042-46DE-8383-DD210298AE1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160668" y="4257561"/>
                          <a:ext cx="266737" cy="3200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05" name="组合 104">
            <a:extLst>
              <a:ext uri="{FF2B5EF4-FFF2-40B4-BE49-F238E27FC236}">
                <a16:creationId xmlns:a16="http://schemas.microsoft.com/office/drawing/2014/main" id="{B2C82024-6CCB-406F-A143-252C15BF075E}"/>
              </a:ext>
            </a:extLst>
          </p:cNvPr>
          <p:cNvGrpSpPr/>
          <p:nvPr/>
        </p:nvGrpSpPr>
        <p:grpSpPr>
          <a:xfrm>
            <a:off x="1709244" y="3014797"/>
            <a:ext cx="3480546" cy="2617790"/>
            <a:chOff x="4866529" y="3031329"/>
            <a:chExt cx="3480546" cy="2617790"/>
          </a:xfrm>
        </p:grpSpPr>
        <p:cxnSp>
          <p:nvCxnSpPr>
            <p:cNvPr id="106" name="直接箭头连接符 7">
              <a:extLst>
                <a:ext uri="{FF2B5EF4-FFF2-40B4-BE49-F238E27FC236}">
                  <a16:creationId xmlns:a16="http://schemas.microsoft.com/office/drawing/2014/main" id="{079ADFBC-6E32-4F49-972F-77F6F916C9FE}"/>
                </a:ext>
              </a:extLst>
            </p:cNvPr>
            <p:cNvCxnSpPr>
              <a:cxnSpLocks noChangeShapeType="1"/>
            </p:cNvCxnSpPr>
            <p:nvPr/>
          </p:nvCxnSpPr>
          <p:spPr bwMode="auto">
            <a:xfrm rot="16200000" flipV="1">
              <a:off x="4082256" y="4135436"/>
              <a:ext cx="2225675" cy="17462"/>
            </a:xfrm>
            <a:prstGeom prst="straightConnector1">
              <a:avLst/>
            </a:prstGeom>
            <a:noFill/>
            <a:ln w="9525" cmpd="sng">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107" name="直接箭头连接符 5">
              <a:extLst>
                <a:ext uri="{FF2B5EF4-FFF2-40B4-BE49-F238E27FC236}">
                  <a16:creationId xmlns:a16="http://schemas.microsoft.com/office/drawing/2014/main" id="{CDDC15C7-EFC1-404E-A10D-0681D3638C79}"/>
                </a:ext>
              </a:extLst>
            </p:cNvPr>
            <p:cNvCxnSpPr>
              <a:cxnSpLocks noChangeShapeType="1"/>
            </p:cNvCxnSpPr>
            <p:nvPr/>
          </p:nvCxnSpPr>
          <p:spPr bwMode="auto">
            <a:xfrm flipV="1">
              <a:off x="5203825" y="5285581"/>
              <a:ext cx="3143250" cy="9525"/>
            </a:xfrm>
            <a:prstGeom prst="straightConnector1">
              <a:avLst/>
            </a:prstGeom>
            <a:noFill/>
            <a:ln w="9525" cmpd="sng">
              <a:solidFill>
                <a:srgbClr val="7F7F7F"/>
              </a:solidFill>
              <a:round/>
              <a:headEnd/>
              <a:tailEnd type="stealth" w="med" len="lg"/>
            </a:ln>
            <a:extLst>
              <a:ext uri="{909E8E84-426E-40DD-AFC4-6F175D3DCCD1}">
                <a14:hiddenFill xmlns:a14="http://schemas.microsoft.com/office/drawing/2010/main">
                  <a:noFill/>
                </a14:hiddenFill>
              </a:ext>
            </a:extLst>
          </p:spPr>
        </p:cxnSp>
        <p:graphicFrame>
          <p:nvGraphicFramePr>
            <p:cNvPr id="108" name="Object 17">
              <a:extLst>
                <a:ext uri="{FF2B5EF4-FFF2-40B4-BE49-F238E27FC236}">
                  <a16:creationId xmlns:a16="http://schemas.microsoft.com/office/drawing/2014/main" id="{DD1F5017-069B-495C-BB54-2D08C76E39FB}"/>
                </a:ext>
              </a:extLst>
            </p:cNvPr>
            <p:cNvGraphicFramePr>
              <a:graphicFrameLocks noChangeAspect="1"/>
            </p:cNvGraphicFramePr>
            <p:nvPr/>
          </p:nvGraphicFramePr>
          <p:xfrm>
            <a:off x="4989112" y="5266406"/>
            <a:ext cx="213390" cy="248929"/>
          </p:xfrm>
          <a:graphic>
            <a:graphicData uri="http://schemas.openxmlformats.org/presentationml/2006/ole">
              <mc:AlternateContent xmlns:mc="http://schemas.openxmlformats.org/markup-compatibility/2006">
                <mc:Choice xmlns:v="urn:schemas-microsoft-com:vml" Requires="v">
                  <p:oleObj spid="_x0000_s91539" r:id="rId11" imgW="152717" imgH="178117" progId="">
                    <p:embed/>
                  </p:oleObj>
                </mc:Choice>
                <mc:Fallback>
                  <p:oleObj r:id="rId11" imgW="152717" imgH="178117" progId="">
                    <p:embed/>
                    <p:pic>
                      <p:nvPicPr>
                        <p:cNvPr id="108" name="Object 17">
                          <a:extLst>
                            <a:ext uri="{FF2B5EF4-FFF2-40B4-BE49-F238E27FC236}">
                              <a16:creationId xmlns:a16="http://schemas.microsoft.com/office/drawing/2014/main" id="{DD1F5017-069B-495C-BB54-2D08C76E39FB}"/>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989112" y="5266406"/>
                          <a:ext cx="213390" cy="2489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9" name="Object 27">
              <a:extLst>
                <a:ext uri="{FF2B5EF4-FFF2-40B4-BE49-F238E27FC236}">
                  <a16:creationId xmlns:a16="http://schemas.microsoft.com/office/drawing/2014/main" id="{513E0856-D7B2-45BC-951F-9CAB15D12D29}"/>
                </a:ext>
              </a:extLst>
            </p:cNvPr>
            <p:cNvGraphicFramePr>
              <a:graphicFrameLocks noChangeAspect="1"/>
            </p:cNvGraphicFramePr>
            <p:nvPr/>
          </p:nvGraphicFramePr>
          <p:xfrm>
            <a:off x="8089938" y="5329068"/>
            <a:ext cx="248955" cy="320051"/>
          </p:xfrm>
          <a:graphic>
            <a:graphicData uri="http://schemas.openxmlformats.org/presentationml/2006/ole">
              <mc:AlternateContent xmlns:mc="http://schemas.openxmlformats.org/markup-compatibility/2006">
                <mc:Choice xmlns:v="urn:schemas-microsoft-com:vml" Requires="v">
                  <p:oleObj spid="_x0000_s91540" r:id="rId13" imgW="178040" imgH="228818" progId="">
                    <p:embed/>
                  </p:oleObj>
                </mc:Choice>
                <mc:Fallback>
                  <p:oleObj r:id="rId13" imgW="178040" imgH="228818" progId="">
                    <p:embed/>
                    <p:pic>
                      <p:nvPicPr>
                        <p:cNvPr id="109" name="Object 27">
                          <a:extLst>
                            <a:ext uri="{FF2B5EF4-FFF2-40B4-BE49-F238E27FC236}">
                              <a16:creationId xmlns:a16="http://schemas.microsoft.com/office/drawing/2014/main" id="{513E0856-D7B2-45BC-951F-9CAB15D12D29}"/>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089938" y="5329068"/>
                          <a:ext cx="248955" cy="3200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0" name="Object 28">
              <a:extLst>
                <a:ext uri="{FF2B5EF4-FFF2-40B4-BE49-F238E27FC236}">
                  <a16:creationId xmlns:a16="http://schemas.microsoft.com/office/drawing/2014/main" id="{BC119784-02DC-414E-A86D-55E405483E36}"/>
                </a:ext>
              </a:extLst>
            </p:cNvPr>
            <p:cNvGraphicFramePr>
              <a:graphicFrameLocks noChangeAspect="1"/>
            </p:cNvGraphicFramePr>
            <p:nvPr/>
          </p:nvGraphicFramePr>
          <p:xfrm>
            <a:off x="4866529" y="3032566"/>
            <a:ext cx="266737" cy="320051"/>
          </p:xfrm>
          <a:graphic>
            <a:graphicData uri="http://schemas.openxmlformats.org/presentationml/2006/ole">
              <mc:AlternateContent xmlns:mc="http://schemas.openxmlformats.org/markup-compatibility/2006">
                <mc:Choice xmlns:v="urn:schemas-microsoft-com:vml" Requires="v">
                  <p:oleObj spid="_x0000_s91541" r:id="rId15" imgW="190983" imgH="229116" progId="">
                    <p:embed/>
                  </p:oleObj>
                </mc:Choice>
                <mc:Fallback>
                  <p:oleObj r:id="rId15" imgW="190983" imgH="229116" progId="">
                    <p:embed/>
                    <p:pic>
                      <p:nvPicPr>
                        <p:cNvPr id="110" name="Object 28">
                          <a:extLst>
                            <a:ext uri="{FF2B5EF4-FFF2-40B4-BE49-F238E27FC236}">
                              <a16:creationId xmlns:a16="http://schemas.microsoft.com/office/drawing/2014/main" id="{BC119784-02DC-414E-A86D-55E405483E36}"/>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866529" y="3032566"/>
                          <a:ext cx="266737" cy="3200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32" name="组合 31">
            <a:extLst>
              <a:ext uri="{FF2B5EF4-FFF2-40B4-BE49-F238E27FC236}">
                <a16:creationId xmlns:a16="http://schemas.microsoft.com/office/drawing/2014/main" id="{90A2BA8D-7E6C-4D2A-90BD-651ABF31E6FD}"/>
              </a:ext>
            </a:extLst>
          </p:cNvPr>
          <p:cNvGrpSpPr/>
          <p:nvPr/>
        </p:nvGrpSpPr>
        <p:grpSpPr>
          <a:xfrm>
            <a:off x="2052057" y="3166765"/>
            <a:ext cx="1953961" cy="2102284"/>
            <a:chOff x="3270208" y="3752415"/>
            <a:chExt cx="1953961" cy="2102284"/>
          </a:xfrm>
        </p:grpSpPr>
        <p:graphicFrame>
          <p:nvGraphicFramePr>
            <p:cNvPr id="33" name="Object 29">
              <a:extLst>
                <a:ext uri="{FF2B5EF4-FFF2-40B4-BE49-F238E27FC236}">
                  <a16:creationId xmlns:a16="http://schemas.microsoft.com/office/drawing/2014/main" id="{9A236322-593C-484E-AF32-7DA4F9EB114A}"/>
                </a:ext>
              </a:extLst>
            </p:cNvPr>
            <p:cNvGraphicFramePr>
              <a:graphicFrameLocks noChangeAspect="1"/>
            </p:cNvGraphicFramePr>
            <p:nvPr>
              <p:extLst>
                <p:ext uri="{D42A27DB-BD31-4B8C-83A1-F6EECF244321}">
                  <p14:modId xmlns:p14="http://schemas.microsoft.com/office/powerpoint/2010/main" val="177323429"/>
                </p:ext>
              </p:extLst>
            </p:nvPr>
          </p:nvGraphicFramePr>
          <p:xfrm>
            <a:off x="4939967" y="3752415"/>
            <a:ext cx="284202" cy="231783"/>
          </p:xfrm>
          <a:graphic>
            <a:graphicData uri="http://schemas.openxmlformats.org/presentationml/2006/ole">
              <mc:AlternateContent xmlns:mc="http://schemas.openxmlformats.org/markup-compatibility/2006">
                <mc:Choice xmlns:v="urn:schemas-microsoft-com:vml" Requires="v">
                  <p:oleObj spid="_x0000_s91542" r:id="rId17" imgW="203605" imgH="165489" progId="">
                    <p:embed/>
                  </p:oleObj>
                </mc:Choice>
                <mc:Fallback>
                  <p:oleObj r:id="rId17" imgW="203605" imgH="165489" progId="">
                    <p:embed/>
                    <p:pic>
                      <p:nvPicPr>
                        <p:cNvPr id="52" name="Object 29">
                          <a:extLst>
                            <a:ext uri="{FF2B5EF4-FFF2-40B4-BE49-F238E27FC236}">
                              <a16:creationId xmlns:a16="http://schemas.microsoft.com/office/drawing/2014/main" id="{05F45C79-2B14-46F5-BF06-589E980974BB}"/>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939967" y="3752415"/>
                          <a:ext cx="284202" cy="2317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34" name="直接连接符 113">
              <a:extLst>
                <a:ext uri="{FF2B5EF4-FFF2-40B4-BE49-F238E27FC236}">
                  <a16:creationId xmlns:a16="http://schemas.microsoft.com/office/drawing/2014/main" id="{82AED3DD-22A5-43CB-A389-B9B6BB22F0F9}"/>
                </a:ext>
              </a:extLst>
            </p:cNvPr>
            <p:cNvCxnSpPr>
              <a:cxnSpLocks noChangeShapeType="1"/>
            </p:cNvCxnSpPr>
            <p:nvPr/>
          </p:nvCxnSpPr>
          <p:spPr bwMode="auto">
            <a:xfrm rot="5400000" flipH="1" flipV="1">
              <a:off x="3112251" y="4204493"/>
              <a:ext cx="1808163" cy="1492250"/>
            </a:xfrm>
            <a:prstGeom prst="line">
              <a:avLst/>
            </a:prstGeom>
            <a:noFill/>
            <a:ln w="38100" cmpd="sng">
              <a:solidFill>
                <a:srgbClr val="BB1528"/>
              </a:solidFill>
              <a:round/>
              <a:headEnd/>
              <a:tailEnd/>
            </a:ln>
            <a:effectLst>
              <a:outerShdw dist="23000" dir="5400000" algn="ctr" rotWithShape="0">
                <a:srgbClr val="000000">
                  <a:alpha val="32999"/>
                </a:srgbClr>
              </a:outerShdw>
            </a:effectLst>
            <a:extLst>
              <a:ext uri="{909E8E84-426E-40DD-AFC4-6F175D3DCCD1}">
                <a14:hiddenFill xmlns:a14="http://schemas.microsoft.com/office/drawing/2010/main">
                  <a:noFill/>
                </a14:hiddenFill>
              </a:ext>
            </a:extLst>
          </p:spPr>
        </p:cxnSp>
      </p:grpSp>
      <p:sp>
        <p:nvSpPr>
          <p:cNvPr id="36" name="矩形 35">
            <a:extLst>
              <a:ext uri="{FF2B5EF4-FFF2-40B4-BE49-F238E27FC236}">
                <a16:creationId xmlns:a16="http://schemas.microsoft.com/office/drawing/2014/main" id="{EC60B346-8BD9-491F-A7F6-AE04A167910F}"/>
              </a:ext>
            </a:extLst>
          </p:cNvPr>
          <p:cNvSpPr/>
          <p:nvPr/>
        </p:nvSpPr>
        <p:spPr>
          <a:xfrm>
            <a:off x="6537411" y="0"/>
            <a:ext cx="2606590" cy="369332"/>
          </a:xfrm>
          <a:prstGeom prst="rect">
            <a:avLst/>
          </a:prstGeom>
        </p:spPr>
        <p:txBody>
          <a:bodyPr wrap="squar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 第四节  消费者均衡</a:t>
            </a:r>
          </a:p>
        </p:txBody>
      </p:sp>
      <p:sp>
        <p:nvSpPr>
          <p:cNvPr id="37" name="矩形 36">
            <a:extLst>
              <a:ext uri="{FF2B5EF4-FFF2-40B4-BE49-F238E27FC236}">
                <a16:creationId xmlns:a16="http://schemas.microsoft.com/office/drawing/2014/main" id="{2A416937-3876-428B-8747-B8F6B3662E22}"/>
              </a:ext>
            </a:extLst>
          </p:cNvPr>
          <p:cNvSpPr/>
          <p:nvPr/>
        </p:nvSpPr>
        <p:spPr>
          <a:xfrm>
            <a:off x="467544" y="548680"/>
            <a:ext cx="5089855"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二、收入变动对消费者均衡的影响</a:t>
            </a:r>
          </a:p>
        </p:txBody>
      </p:sp>
      <p:sp>
        <p:nvSpPr>
          <p:cNvPr id="38" name="矩形 30">
            <a:extLst>
              <a:ext uri="{FF2B5EF4-FFF2-40B4-BE49-F238E27FC236}">
                <a16:creationId xmlns:a16="http://schemas.microsoft.com/office/drawing/2014/main" id="{9917DABE-EF3A-4A28-B8C8-A99D9F0EDE59}"/>
              </a:ext>
            </a:extLst>
          </p:cNvPr>
          <p:cNvSpPr>
            <a:spLocks noChangeArrowheads="1"/>
          </p:cNvSpPr>
          <p:nvPr/>
        </p:nvSpPr>
        <p:spPr bwMode="auto">
          <a:xfrm>
            <a:off x="1168611" y="2126404"/>
            <a:ext cx="5978149" cy="483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285750" lvl="2" indent="-285750" defTabSz="457200" eaLnBrk="1" hangingPunct="1">
              <a:lnSpc>
                <a:spcPts val="3500"/>
              </a:lnSpc>
              <a:buFont typeface="Wingdings" panose="05000000000000000000" pitchFamily="2" charset="2"/>
              <a:buChar char="Ø"/>
              <a:defRPr/>
            </a:pPr>
            <a:r>
              <a:rPr lang="zh-CN" altLang="en-US" spc="150" dirty="0">
                <a:solidFill>
                  <a:srgbClr val="000000"/>
                </a:solidFill>
                <a:latin typeface="微软雅黑" panose="020B0503020204020204" pitchFamily="34" charset="-122"/>
                <a:ea typeface="微软雅黑" panose="020B0503020204020204" pitchFamily="34" charset="-122"/>
              </a:rPr>
              <a:t>（</a:t>
            </a:r>
            <a:r>
              <a:rPr lang="en-US" altLang="zh-CN" spc="150" dirty="0">
                <a:solidFill>
                  <a:srgbClr val="000000"/>
                </a:solidFill>
                <a:latin typeface="微软雅黑" panose="020B0503020204020204" pitchFamily="34" charset="-122"/>
                <a:ea typeface="微软雅黑" panose="020B0503020204020204" pitchFamily="34" charset="-122"/>
              </a:rPr>
              <a:t>1</a:t>
            </a:r>
            <a:r>
              <a:rPr lang="zh-CN" altLang="en-US" spc="150" dirty="0">
                <a:solidFill>
                  <a:srgbClr val="000000"/>
                </a:solidFill>
                <a:latin typeface="微软雅黑" panose="020B0503020204020204" pitchFamily="34" charset="-122"/>
                <a:ea typeface="微软雅黑" panose="020B0503020204020204" pitchFamily="34" charset="-122"/>
              </a:rPr>
              <a:t>）向右上方倾斜的直线</a:t>
            </a:r>
          </a:p>
        </p:txBody>
      </p:sp>
      <p:grpSp>
        <p:nvGrpSpPr>
          <p:cNvPr id="28" name="组合 27">
            <a:extLst>
              <a:ext uri="{FF2B5EF4-FFF2-40B4-BE49-F238E27FC236}">
                <a16:creationId xmlns:a16="http://schemas.microsoft.com/office/drawing/2014/main" id="{4F7A5D91-D644-46E9-A398-43B5CC6CB29A}"/>
              </a:ext>
            </a:extLst>
          </p:cNvPr>
          <p:cNvGrpSpPr/>
          <p:nvPr/>
        </p:nvGrpSpPr>
        <p:grpSpPr>
          <a:xfrm>
            <a:off x="467544" y="1217732"/>
            <a:ext cx="4278627" cy="748048"/>
            <a:chOff x="467544" y="1161144"/>
            <a:chExt cx="3806023" cy="659493"/>
          </a:xfrm>
        </p:grpSpPr>
        <p:sp>
          <p:nvSpPr>
            <p:cNvPr id="29" name="MH_Text_1">
              <a:extLst>
                <a:ext uri="{FF2B5EF4-FFF2-40B4-BE49-F238E27FC236}">
                  <a16:creationId xmlns:a16="http://schemas.microsoft.com/office/drawing/2014/main" id="{2A6AF6B1-419F-42C0-AADF-495E23347371}"/>
                </a:ext>
              </a:extLst>
            </p:cNvPr>
            <p:cNvSpPr/>
            <p:nvPr>
              <p:custDataLst>
                <p:tags r:id="rId2"/>
              </p:custDataLst>
            </p:nvPr>
          </p:nvSpPr>
          <p:spPr bwMode="auto">
            <a:xfrm>
              <a:off x="467544" y="1161144"/>
              <a:ext cx="3806023" cy="659493"/>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algn="ctr">
                <a:defRPr/>
              </a:pPr>
              <a:r>
                <a:rPr lang="zh-CN" altLang="en-US" sz="2000" spc="150" dirty="0">
                  <a:solidFill>
                    <a:srgbClr val="000000"/>
                  </a:solidFill>
                  <a:latin typeface="微软雅黑" panose="020B0503020204020204" pitchFamily="34" charset="-122"/>
                  <a:ea typeface="微软雅黑" panose="020B0503020204020204" pitchFamily="34" charset="-122"/>
                </a:rPr>
                <a:t>收入</a:t>
              </a:r>
              <a:r>
                <a:rPr lang="en-US" altLang="zh-CN" sz="2000" spc="150" dirty="0">
                  <a:solidFill>
                    <a:srgbClr val="000000"/>
                  </a:solidFill>
                  <a:latin typeface="微软雅黑" panose="020B0503020204020204" pitchFamily="34" charset="-122"/>
                  <a:ea typeface="微软雅黑" panose="020B0503020204020204" pitchFamily="34" charset="-122"/>
                </a:rPr>
                <a:t>-</a:t>
              </a:r>
              <a:r>
                <a:rPr lang="zh-CN" altLang="en-US" sz="2000" spc="150" dirty="0">
                  <a:solidFill>
                    <a:srgbClr val="000000"/>
                  </a:solidFill>
                  <a:latin typeface="微软雅黑" panose="020B0503020204020204" pitchFamily="34" charset="-122"/>
                  <a:ea typeface="微软雅黑" panose="020B0503020204020204" pitchFamily="34" charset="-122"/>
                </a:rPr>
                <a:t>消费扩展线的三种情形</a:t>
              </a:r>
            </a:p>
          </p:txBody>
        </p:sp>
        <p:sp>
          <p:nvSpPr>
            <p:cNvPr id="30" name="MH_Other_2">
              <a:extLst>
                <a:ext uri="{FF2B5EF4-FFF2-40B4-BE49-F238E27FC236}">
                  <a16:creationId xmlns:a16="http://schemas.microsoft.com/office/drawing/2014/main" id="{C35BF476-5045-45BC-A0CF-A81CD36D1729}"/>
                </a:ext>
              </a:extLst>
            </p:cNvPr>
            <p:cNvSpPr/>
            <p:nvPr>
              <p:custDataLst>
                <p:tags r:id="rId3"/>
              </p:custDataLst>
            </p:nvPr>
          </p:nvSpPr>
          <p:spPr bwMode="auto">
            <a:xfrm rot="10800000">
              <a:off x="4004344" y="1240922"/>
              <a:ext cx="189743" cy="162838"/>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
        <p:nvSpPr>
          <p:cNvPr id="2" name="标注: 线形 1">
            <a:extLst>
              <a:ext uri="{FF2B5EF4-FFF2-40B4-BE49-F238E27FC236}">
                <a16:creationId xmlns:a16="http://schemas.microsoft.com/office/drawing/2014/main" id="{CB9BD290-B16A-4E2C-9F62-8FCD7424673D}"/>
              </a:ext>
            </a:extLst>
          </p:cNvPr>
          <p:cNvSpPr/>
          <p:nvPr/>
        </p:nvSpPr>
        <p:spPr bwMode="auto">
          <a:xfrm>
            <a:off x="5669214" y="875607"/>
            <a:ext cx="2606590" cy="1264353"/>
          </a:xfrm>
          <a:prstGeom prst="borderCallout1">
            <a:avLst>
              <a:gd name="adj1" fmla="val 52062"/>
              <a:gd name="adj2" fmla="val -892"/>
              <a:gd name="adj3" fmla="val 59464"/>
              <a:gd name="adj4" fmla="val -33868"/>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消费者收入扩展线的形状反映出收入变动过程中不同商品的最优消费数量不同的变动趋势。</a:t>
            </a:r>
          </a:p>
        </p:txBody>
      </p:sp>
    </p:spTree>
    <p:extLst>
      <p:ext uri="{BB962C8B-B14F-4D97-AF65-F5344CB8AC3E}">
        <p14:creationId xmlns:p14="http://schemas.microsoft.com/office/powerpoint/2010/main" val="3241552028"/>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barn(inVertical)">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8"/>
                                        </p:tgtEl>
                                        <p:attrNameLst>
                                          <p:attrName>style.visibility</p:attrName>
                                        </p:attrNameLst>
                                      </p:cBhvr>
                                      <p:to>
                                        <p:strVal val="visible"/>
                                      </p:to>
                                    </p:set>
                                    <p:animEffect transition="in" filter="wipe(up)">
                                      <p:cBhvr>
                                        <p:cTn id="12" dur="500"/>
                                        <p:tgtEl>
                                          <p:spTgt spid="3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5"/>
                                        </p:tgtEl>
                                        <p:attrNameLst>
                                          <p:attrName>style.visibility</p:attrName>
                                        </p:attrNameLst>
                                      </p:cBhvr>
                                      <p:to>
                                        <p:strVal val="visible"/>
                                      </p:to>
                                    </p:set>
                                    <p:animEffect transition="in" filter="fade">
                                      <p:cBhvr>
                                        <p:cTn id="17" dur="500"/>
                                        <p:tgtEl>
                                          <p:spTgt spid="10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3"/>
                                        </p:tgtEl>
                                        <p:attrNameLst>
                                          <p:attrName>style.visibility</p:attrName>
                                        </p:attrNameLst>
                                      </p:cBhvr>
                                      <p:to>
                                        <p:strVal val="visible"/>
                                      </p:to>
                                    </p:set>
                                    <p:animEffect transition="in" filter="fade">
                                      <p:cBhvr>
                                        <p:cTn id="22" dur="500"/>
                                        <p:tgtEl>
                                          <p:spTgt spid="9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9"/>
                                        </p:tgtEl>
                                        <p:attrNameLst>
                                          <p:attrName>style.visibility</p:attrName>
                                        </p:attrNameLst>
                                      </p:cBhvr>
                                      <p:to>
                                        <p:strVal val="visible"/>
                                      </p:to>
                                    </p:set>
                                    <p:animEffect transition="in" filter="fade">
                                      <p:cBhvr>
                                        <p:cTn id="27" dur="500"/>
                                        <p:tgtEl>
                                          <p:spTgt spid="9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7"/>
                                        </p:tgtEl>
                                        <p:attrNameLst>
                                          <p:attrName>style.visibility</p:attrName>
                                        </p:attrNameLst>
                                      </p:cBhvr>
                                      <p:to>
                                        <p:strVal val="visible"/>
                                      </p:to>
                                    </p:set>
                                    <p:animEffect transition="in" filter="fade">
                                      <p:cBhvr>
                                        <p:cTn id="32" dur="500"/>
                                        <p:tgtEl>
                                          <p:spTgt spid="8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500"/>
                                        <p:tgtEl>
                                          <p:spTgt spid="3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33816"/>
                                        </p:tgtEl>
                                        <p:attrNameLst>
                                          <p:attrName>style.visibility</p:attrName>
                                        </p:attrNameLst>
                                      </p:cBhvr>
                                      <p:to>
                                        <p:strVal val="visible"/>
                                      </p:to>
                                    </p:set>
                                    <p:animEffect transition="in" filter="wipe(up)">
                                      <p:cBhvr>
                                        <p:cTn id="42" dur="500"/>
                                        <p:tgtEl>
                                          <p:spTgt spid="338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16" grpId="0" autoUpdateAnimBg="0"/>
      <p:bldP spid="38" grpId="0"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16" name="矩形 24"/>
          <p:cNvSpPr>
            <a:spLocks noChangeArrowheads="1"/>
          </p:cNvSpPr>
          <p:nvPr/>
        </p:nvSpPr>
        <p:spPr bwMode="auto">
          <a:xfrm>
            <a:off x="5023244" y="2583313"/>
            <a:ext cx="3279607" cy="3367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285750" lvl="2" indent="-285750" defTabSz="457200" eaLnBrk="1" hangingPunct="1">
              <a:lnSpc>
                <a:spcPct val="150000"/>
              </a:lnSpc>
              <a:buFont typeface="Arial" panose="020B0604020202020204" pitchFamily="34" charset="0"/>
              <a:buChar char="•"/>
              <a:defRPr/>
            </a:pPr>
            <a:r>
              <a:rPr lang="zh-CN" altLang="en-US" spc="150" dirty="0">
                <a:solidFill>
                  <a:srgbClr val="000000"/>
                </a:solidFill>
                <a:latin typeface="微软雅黑" panose="020B0503020204020204" pitchFamily="34" charset="-122"/>
                <a:ea typeface="微软雅黑" panose="020B0503020204020204" pitchFamily="34" charset="-122"/>
              </a:rPr>
              <a:t>收入扩展线随着收入的增加向右上方倾斜，并且越来越陡峭。这表明消费者所消费的两种商品都是正常品，而第二种商品消费数量增长速度更快，所以第一种商品是必需品，第二种商品是一种奢侈品。</a:t>
            </a:r>
          </a:p>
        </p:txBody>
      </p:sp>
      <p:sp>
        <p:nvSpPr>
          <p:cNvPr id="36" name="矩形 35">
            <a:extLst>
              <a:ext uri="{FF2B5EF4-FFF2-40B4-BE49-F238E27FC236}">
                <a16:creationId xmlns:a16="http://schemas.microsoft.com/office/drawing/2014/main" id="{EC60B346-8BD9-491F-A7F6-AE04A167910F}"/>
              </a:ext>
            </a:extLst>
          </p:cNvPr>
          <p:cNvSpPr/>
          <p:nvPr/>
        </p:nvSpPr>
        <p:spPr>
          <a:xfrm>
            <a:off x="6537411" y="0"/>
            <a:ext cx="2606590" cy="369332"/>
          </a:xfrm>
          <a:prstGeom prst="rect">
            <a:avLst/>
          </a:prstGeom>
        </p:spPr>
        <p:txBody>
          <a:bodyPr wrap="squar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 第四节  消费者均衡</a:t>
            </a:r>
          </a:p>
        </p:txBody>
      </p:sp>
      <p:sp>
        <p:nvSpPr>
          <p:cNvPr id="37" name="矩形 36">
            <a:extLst>
              <a:ext uri="{FF2B5EF4-FFF2-40B4-BE49-F238E27FC236}">
                <a16:creationId xmlns:a16="http://schemas.microsoft.com/office/drawing/2014/main" id="{2A416937-3876-428B-8747-B8F6B3662E22}"/>
              </a:ext>
            </a:extLst>
          </p:cNvPr>
          <p:cNvSpPr/>
          <p:nvPr/>
        </p:nvSpPr>
        <p:spPr>
          <a:xfrm>
            <a:off x="467544" y="548680"/>
            <a:ext cx="5089855"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二、收入变动对消费者均衡的影响</a:t>
            </a:r>
          </a:p>
        </p:txBody>
      </p:sp>
      <p:sp>
        <p:nvSpPr>
          <p:cNvPr id="38" name="矩形 30">
            <a:extLst>
              <a:ext uri="{FF2B5EF4-FFF2-40B4-BE49-F238E27FC236}">
                <a16:creationId xmlns:a16="http://schemas.microsoft.com/office/drawing/2014/main" id="{9917DABE-EF3A-4A28-B8C8-A99D9F0EDE59}"/>
              </a:ext>
            </a:extLst>
          </p:cNvPr>
          <p:cNvSpPr>
            <a:spLocks noChangeArrowheads="1"/>
          </p:cNvSpPr>
          <p:nvPr/>
        </p:nvSpPr>
        <p:spPr bwMode="auto">
          <a:xfrm>
            <a:off x="1171557" y="2127439"/>
            <a:ext cx="5978149" cy="483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285750" lvl="2" indent="-285750" defTabSz="457200" eaLnBrk="1" hangingPunct="1">
              <a:lnSpc>
                <a:spcPts val="3500"/>
              </a:lnSpc>
              <a:buFont typeface="Wingdings" panose="05000000000000000000" pitchFamily="2" charset="2"/>
              <a:buChar char="Ø"/>
              <a:defRPr/>
            </a:pPr>
            <a:r>
              <a:rPr lang="zh-CN" altLang="en-US" spc="150" dirty="0">
                <a:solidFill>
                  <a:srgbClr val="000000"/>
                </a:solidFill>
                <a:latin typeface="微软雅黑" panose="020B0503020204020204" pitchFamily="34" charset="-122"/>
                <a:ea typeface="微软雅黑" panose="020B0503020204020204" pitchFamily="34" charset="-122"/>
              </a:rPr>
              <a:t>（</a:t>
            </a:r>
            <a:r>
              <a:rPr lang="en-US" altLang="zh-CN" spc="150" dirty="0">
                <a:solidFill>
                  <a:srgbClr val="000000"/>
                </a:solidFill>
                <a:latin typeface="微软雅黑" panose="020B0503020204020204" pitchFamily="34" charset="-122"/>
                <a:ea typeface="微软雅黑" panose="020B0503020204020204" pitchFamily="34" charset="-122"/>
              </a:rPr>
              <a:t>2</a:t>
            </a:r>
            <a:r>
              <a:rPr lang="zh-CN" altLang="en-US" spc="150" dirty="0">
                <a:solidFill>
                  <a:srgbClr val="000000"/>
                </a:solidFill>
                <a:latin typeface="微软雅黑" panose="020B0503020204020204" pitchFamily="34" charset="-122"/>
                <a:ea typeface="微软雅黑" panose="020B0503020204020204" pitchFamily="34" charset="-122"/>
              </a:rPr>
              <a:t>）向右上方倾斜，越来越陡峭</a:t>
            </a:r>
          </a:p>
        </p:txBody>
      </p:sp>
      <p:grpSp>
        <p:nvGrpSpPr>
          <p:cNvPr id="28" name="组合 27">
            <a:extLst>
              <a:ext uri="{FF2B5EF4-FFF2-40B4-BE49-F238E27FC236}">
                <a16:creationId xmlns:a16="http://schemas.microsoft.com/office/drawing/2014/main" id="{03FBD504-6BDC-424C-B603-D8EBD0B545A5}"/>
              </a:ext>
            </a:extLst>
          </p:cNvPr>
          <p:cNvGrpSpPr/>
          <p:nvPr/>
        </p:nvGrpSpPr>
        <p:grpSpPr>
          <a:xfrm>
            <a:off x="1930568" y="1703447"/>
            <a:ext cx="3586163" cy="3735387"/>
            <a:chOff x="5168900" y="1543844"/>
            <a:chExt cx="3586163" cy="3735387"/>
          </a:xfrm>
        </p:grpSpPr>
        <p:sp>
          <p:nvSpPr>
            <p:cNvPr id="29" name="弧形 21">
              <a:extLst>
                <a:ext uri="{FF2B5EF4-FFF2-40B4-BE49-F238E27FC236}">
                  <a16:creationId xmlns:a16="http://schemas.microsoft.com/office/drawing/2014/main" id="{CC7AE3CD-A5F6-48EA-B033-E89135C7ABE9}"/>
                </a:ext>
              </a:extLst>
            </p:cNvPr>
            <p:cNvSpPr>
              <a:spLocks noChangeArrowheads="1"/>
            </p:cNvSpPr>
            <p:nvPr/>
          </p:nvSpPr>
          <p:spPr bwMode="auto">
            <a:xfrm rot="10800000">
              <a:off x="5700713" y="1543844"/>
              <a:ext cx="3054350" cy="2951162"/>
            </a:xfrm>
            <a:custGeom>
              <a:avLst/>
              <a:gdLst>
                <a:gd name="T0" fmla="*/ 1706637 w 3053927"/>
                <a:gd name="T1" fmla="*/ 10250 h 2951059"/>
                <a:gd name="T2" fmla="*/ 1526964 w 3053927"/>
                <a:gd name="T3" fmla="*/ 1475530 h 2951059"/>
                <a:gd name="T4" fmla="*/ 3053927 w 3053927"/>
                <a:gd name="T5" fmla="*/ 1475530 h 2951059"/>
                <a:gd name="T6" fmla="*/ 11796480 60000 65536"/>
                <a:gd name="T7" fmla="*/ 11796480 60000 65536"/>
                <a:gd name="T8" fmla="*/ 5898240 60000 65536"/>
                <a:gd name="T9" fmla="*/ 1706637 w 3053927"/>
                <a:gd name="T10" fmla="*/ 10250 h 2951059"/>
                <a:gd name="T11" fmla="*/ 3053927 w 3053927"/>
                <a:gd name="T12" fmla="*/ 1475530 h 2951059"/>
              </a:gdLst>
              <a:ahLst/>
              <a:cxnLst>
                <a:cxn ang="T6">
                  <a:pos x="T0" y="T1"/>
                </a:cxn>
                <a:cxn ang="T7">
                  <a:pos x="T2" y="T3"/>
                </a:cxn>
                <a:cxn ang="T8">
                  <a:pos x="T4" y="T5"/>
                </a:cxn>
              </a:cxnLst>
              <a:rect l="T9" t="T10" r="T11" b="T12"/>
              <a:pathLst>
                <a:path w="3053927" h="2951059" stroke="0">
                  <a:moveTo>
                    <a:pt x="1706637" y="10250"/>
                  </a:moveTo>
                  <a:lnTo>
                    <a:pt x="1706636" y="10250"/>
                  </a:lnTo>
                  <a:cubicBezTo>
                    <a:pt x="2475079" y="98235"/>
                    <a:pt x="3053928" y="727777"/>
                    <a:pt x="3053928" y="1475530"/>
                  </a:cubicBezTo>
                  <a:cubicBezTo>
                    <a:pt x="3053928" y="1475530"/>
                    <a:pt x="3053927" y="1475531"/>
                    <a:pt x="3053927" y="1475532"/>
                  </a:cubicBezTo>
                  <a:lnTo>
                    <a:pt x="1526964" y="1475530"/>
                  </a:lnTo>
                  <a:close/>
                </a:path>
                <a:path w="3053927" h="2951059" fill="none">
                  <a:moveTo>
                    <a:pt x="1706637" y="10250"/>
                  </a:moveTo>
                  <a:lnTo>
                    <a:pt x="1706636" y="10250"/>
                  </a:lnTo>
                  <a:cubicBezTo>
                    <a:pt x="2475079" y="98235"/>
                    <a:pt x="3053928" y="727777"/>
                    <a:pt x="3053928" y="1475530"/>
                  </a:cubicBezTo>
                  <a:cubicBezTo>
                    <a:pt x="3053928" y="1475530"/>
                    <a:pt x="3053927" y="1475531"/>
                    <a:pt x="3053927" y="1475532"/>
                  </a:cubicBezTo>
                </a:path>
              </a:pathLst>
            </a:custGeom>
            <a:noFill/>
            <a:ln w="38100" cmpd="sng">
              <a:solidFill>
                <a:srgbClr val="F3C97F"/>
              </a:solidFill>
              <a:miter lim="800000"/>
              <a:headEnd/>
              <a:tailEnd/>
            </a:ln>
            <a:effectLst>
              <a:outerShdw dist="23000" dir="5400000" algn="ctr" rotWithShape="0">
                <a:srgbClr val="000000">
                  <a:alpha val="32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cxnSp>
          <p:nvCxnSpPr>
            <p:cNvPr id="30" name="直接连接符 17">
              <a:extLst>
                <a:ext uri="{FF2B5EF4-FFF2-40B4-BE49-F238E27FC236}">
                  <a16:creationId xmlns:a16="http://schemas.microsoft.com/office/drawing/2014/main" id="{6183857C-9955-46BF-A334-BF0C99D6B16E}"/>
                </a:ext>
              </a:extLst>
            </p:cNvPr>
            <p:cNvCxnSpPr>
              <a:cxnSpLocks noChangeShapeType="1"/>
            </p:cNvCxnSpPr>
            <p:nvPr/>
          </p:nvCxnSpPr>
          <p:spPr bwMode="auto">
            <a:xfrm>
              <a:off x="5168900" y="3340894"/>
              <a:ext cx="2501900" cy="1938337"/>
            </a:xfrm>
            <a:prstGeom prst="line">
              <a:avLst/>
            </a:prstGeom>
            <a:noFill/>
            <a:ln w="38100" cmpd="sng">
              <a:solidFill>
                <a:srgbClr val="C3C9D7"/>
              </a:solidFill>
              <a:round/>
              <a:headEnd/>
              <a:tailEnd/>
            </a:ln>
            <a:effectLst>
              <a:outerShdw dist="23000" dir="5400000" algn="ctr" rotWithShape="0">
                <a:srgbClr val="000000">
                  <a:alpha val="32999"/>
                </a:srgbClr>
              </a:outerShdw>
            </a:effectLst>
            <a:extLst>
              <a:ext uri="{909E8E84-426E-40DD-AFC4-6F175D3DCCD1}">
                <a14:hiddenFill xmlns:a14="http://schemas.microsoft.com/office/drawing/2010/main">
                  <a:noFill/>
                </a14:hiddenFill>
              </a:ext>
            </a:extLst>
          </p:spPr>
        </p:cxnSp>
        <p:graphicFrame>
          <p:nvGraphicFramePr>
            <p:cNvPr id="31" name="Object 20">
              <a:extLst>
                <a:ext uri="{FF2B5EF4-FFF2-40B4-BE49-F238E27FC236}">
                  <a16:creationId xmlns:a16="http://schemas.microsoft.com/office/drawing/2014/main" id="{EB6B3411-77CA-4D67-A120-0A4FD8B97BD7}"/>
                </a:ext>
              </a:extLst>
            </p:cNvPr>
            <p:cNvGraphicFramePr>
              <a:graphicFrameLocks noChangeAspect="1"/>
            </p:cNvGraphicFramePr>
            <p:nvPr>
              <p:extLst>
                <p:ext uri="{D42A27DB-BD31-4B8C-83A1-F6EECF244321}">
                  <p14:modId xmlns:p14="http://schemas.microsoft.com/office/powerpoint/2010/main" val="2491603697"/>
                </p:ext>
              </p:extLst>
            </p:nvPr>
          </p:nvGraphicFramePr>
          <p:xfrm>
            <a:off x="6454007" y="3946998"/>
            <a:ext cx="266737" cy="320051"/>
          </p:xfrm>
          <a:graphic>
            <a:graphicData uri="http://schemas.openxmlformats.org/presentationml/2006/ole">
              <mc:AlternateContent xmlns:mc="http://schemas.openxmlformats.org/markup-compatibility/2006">
                <mc:Choice xmlns:v="urn:schemas-microsoft-com:vml" Requires="v">
                  <p:oleObj spid="_x0000_s124690" r:id="rId5" imgW="190983" imgH="229116" progId="">
                    <p:embed/>
                  </p:oleObj>
                </mc:Choice>
                <mc:Fallback>
                  <p:oleObj r:id="rId5" imgW="190983" imgH="229116" progId="">
                    <p:embed/>
                    <p:pic>
                      <p:nvPicPr>
                        <p:cNvPr id="90" name="Object 20">
                          <a:extLst>
                            <a:ext uri="{FF2B5EF4-FFF2-40B4-BE49-F238E27FC236}">
                              <a16:creationId xmlns:a16="http://schemas.microsoft.com/office/drawing/2014/main" id="{45CA1124-BB65-4EBD-8237-073217E978C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54007" y="3946998"/>
                          <a:ext cx="266737" cy="3200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39" name="组合 38">
            <a:extLst>
              <a:ext uri="{FF2B5EF4-FFF2-40B4-BE49-F238E27FC236}">
                <a16:creationId xmlns:a16="http://schemas.microsoft.com/office/drawing/2014/main" id="{D63A271A-3AEA-4EC7-8B01-E1BADEC3344D}"/>
              </a:ext>
            </a:extLst>
          </p:cNvPr>
          <p:cNvGrpSpPr/>
          <p:nvPr/>
        </p:nvGrpSpPr>
        <p:grpSpPr>
          <a:xfrm>
            <a:off x="1948031" y="2273359"/>
            <a:ext cx="3086100" cy="3165475"/>
            <a:chOff x="5186363" y="2113756"/>
            <a:chExt cx="3086100" cy="3165475"/>
          </a:xfrm>
        </p:grpSpPr>
        <p:sp>
          <p:nvSpPr>
            <p:cNvPr id="40" name="弧形 20">
              <a:extLst>
                <a:ext uri="{FF2B5EF4-FFF2-40B4-BE49-F238E27FC236}">
                  <a16:creationId xmlns:a16="http://schemas.microsoft.com/office/drawing/2014/main" id="{F7641688-824F-42BA-8C34-C37556680E7A}"/>
                </a:ext>
              </a:extLst>
            </p:cNvPr>
            <p:cNvSpPr>
              <a:spLocks noChangeArrowheads="1"/>
            </p:cNvSpPr>
            <p:nvPr/>
          </p:nvSpPr>
          <p:spPr bwMode="auto">
            <a:xfrm rot="10800000">
              <a:off x="5218113" y="2113756"/>
              <a:ext cx="3054350" cy="2951163"/>
            </a:xfrm>
            <a:custGeom>
              <a:avLst/>
              <a:gdLst>
                <a:gd name="T0" fmla="*/ 1706637 w 3053927"/>
                <a:gd name="T1" fmla="*/ 10250 h 2951060"/>
                <a:gd name="T2" fmla="*/ 1526964 w 3053927"/>
                <a:gd name="T3" fmla="*/ 1475530 h 2951060"/>
                <a:gd name="T4" fmla="*/ 2944030 w 3053927"/>
                <a:gd name="T5" fmla="*/ 925883 h 2951060"/>
                <a:gd name="T6" fmla="*/ 11796480 60000 65536"/>
                <a:gd name="T7" fmla="*/ 17694720 60000 65536"/>
                <a:gd name="T8" fmla="*/ 5898240 60000 65536"/>
                <a:gd name="T9" fmla="*/ 1706637 w 3053927"/>
                <a:gd name="T10" fmla="*/ 10250 h 2951060"/>
                <a:gd name="T11" fmla="*/ 2944030 w 3053927"/>
                <a:gd name="T12" fmla="*/ 925883 h 2951060"/>
              </a:gdLst>
              <a:ahLst/>
              <a:cxnLst>
                <a:cxn ang="T6">
                  <a:pos x="T0" y="T1"/>
                </a:cxn>
                <a:cxn ang="T7">
                  <a:pos x="T2" y="T3"/>
                </a:cxn>
                <a:cxn ang="T8">
                  <a:pos x="T4" y="T5"/>
                </a:cxn>
              </a:cxnLst>
              <a:rect l="T9" t="T10" r="T11" b="T12"/>
              <a:pathLst>
                <a:path w="3053927" h="2951060" stroke="0">
                  <a:moveTo>
                    <a:pt x="1706637" y="10250"/>
                  </a:moveTo>
                  <a:lnTo>
                    <a:pt x="1706636" y="10250"/>
                  </a:lnTo>
                  <a:cubicBezTo>
                    <a:pt x="2261373" y="73766"/>
                    <a:pt x="2735940" y="424931"/>
                    <a:pt x="2944030" y="925881"/>
                  </a:cubicBezTo>
                  <a:lnTo>
                    <a:pt x="1526964" y="1475530"/>
                  </a:lnTo>
                  <a:close/>
                </a:path>
                <a:path w="3053927" h="2951060" fill="none">
                  <a:moveTo>
                    <a:pt x="1706637" y="10250"/>
                  </a:moveTo>
                  <a:lnTo>
                    <a:pt x="1706636" y="10250"/>
                  </a:lnTo>
                  <a:cubicBezTo>
                    <a:pt x="2261373" y="73766"/>
                    <a:pt x="2735940" y="424931"/>
                    <a:pt x="2944030" y="925881"/>
                  </a:cubicBezTo>
                </a:path>
              </a:pathLst>
            </a:custGeom>
            <a:noFill/>
            <a:ln w="38100" cmpd="sng">
              <a:solidFill>
                <a:srgbClr val="F3C97F"/>
              </a:solidFill>
              <a:miter lim="800000"/>
              <a:headEnd/>
              <a:tailEnd/>
            </a:ln>
            <a:effectLst>
              <a:outerShdw dist="23000" dir="5400000" algn="ctr" rotWithShape="0">
                <a:srgbClr val="000000">
                  <a:alpha val="32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cxnSp>
          <p:nvCxnSpPr>
            <p:cNvPr id="41" name="直接连接符 12">
              <a:extLst>
                <a:ext uri="{FF2B5EF4-FFF2-40B4-BE49-F238E27FC236}">
                  <a16:creationId xmlns:a16="http://schemas.microsoft.com/office/drawing/2014/main" id="{A4016874-F6C2-4C50-BFBA-8CEDECA2F98A}"/>
                </a:ext>
              </a:extLst>
            </p:cNvPr>
            <p:cNvCxnSpPr>
              <a:cxnSpLocks noChangeShapeType="1"/>
            </p:cNvCxnSpPr>
            <p:nvPr/>
          </p:nvCxnSpPr>
          <p:spPr bwMode="auto">
            <a:xfrm>
              <a:off x="5186363" y="4307681"/>
              <a:ext cx="1276350" cy="971550"/>
            </a:xfrm>
            <a:prstGeom prst="line">
              <a:avLst/>
            </a:prstGeom>
            <a:noFill/>
            <a:ln w="38100" cmpd="sng">
              <a:solidFill>
                <a:srgbClr val="C3C9D7"/>
              </a:solidFill>
              <a:round/>
              <a:headEnd/>
              <a:tailEnd/>
            </a:ln>
            <a:effectLst>
              <a:outerShdw dist="23000" dir="5400000" algn="ctr" rotWithShape="0">
                <a:srgbClr val="000000">
                  <a:alpha val="32999"/>
                </a:srgbClr>
              </a:outerShdw>
            </a:effectLst>
            <a:extLst>
              <a:ext uri="{909E8E84-426E-40DD-AFC4-6F175D3DCCD1}">
                <a14:hiddenFill xmlns:a14="http://schemas.microsoft.com/office/drawing/2010/main">
                  <a:noFill/>
                </a14:hiddenFill>
              </a:ext>
            </a:extLst>
          </p:spPr>
        </p:cxnSp>
        <p:graphicFrame>
          <p:nvGraphicFramePr>
            <p:cNvPr id="42" name="Object 18">
              <a:extLst>
                <a:ext uri="{FF2B5EF4-FFF2-40B4-BE49-F238E27FC236}">
                  <a16:creationId xmlns:a16="http://schemas.microsoft.com/office/drawing/2014/main" id="{E25F5BCD-4FBB-4A68-BED8-41C15D20D28F}"/>
                </a:ext>
              </a:extLst>
            </p:cNvPr>
            <p:cNvGraphicFramePr>
              <a:graphicFrameLocks noChangeAspect="1"/>
            </p:cNvGraphicFramePr>
            <p:nvPr>
              <p:extLst>
                <p:ext uri="{D42A27DB-BD31-4B8C-83A1-F6EECF244321}">
                  <p14:modId xmlns:p14="http://schemas.microsoft.com/office/powerpoint/2010/main" val="2667661497"/>
                </p:ext>
              </p:extLst>
            </p:nvPr>
          </p:nvGraphicFramePr>
          <p:xfrm>
            <a:off x="5925447" y="4602630"/>
            <a:ext cx="248955" cy="320051"/>
          </p:xfrm>
          <a:graphic>
            <a:graphicData uri="http://schemas.openxmlformats.org/presentationml/2006/ole">
              <mc:AlternateContent xmlns:mc="http://schemas.openxmlformats.org/markup-compatibility/2006">
                <mc:Choice xmlns:v="urn:schemas-microsoft-com:vml" Requires="v">
                  <p:oleObj spid="_x0000_s124691" r:id="rId7" imgW="178040" imgH="228818" progId="">
                    <p:embed/>
                  </p:oleObj>
                </mc:Choice>
                <mc:Fallback>
                  <p:oleObj r:id="rId7" imgW="178040" imgH="228818" progId="">
                    <p:embed/>
                    <p:pic>
                      <p:nvPicPr>
                        <p:cNvPr id="96" name="Object 18">
                          <a:extLst>
                            <a:ext uri="{FF2B5EF4-FFF2-40B4-BE49-F238E27FC236}">
                              <a16:creationId xmlns:a16="http://schemas.microsoft.com/office/drawing/2014/main" id="{C82BC6C8-5344-4E8C-8246-A40129CF000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925447" y="4602630"/>
                          <a:ext cx="248955" cy="3200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43" name="组合 42">
            <a:extLst>
              <a:ext uri="{FF2B5EF4-FFF2-40B4-BE49-F238E27FC236}">
                <a16:creationId xmlns:a16="http://schemas.microsoft.com/office/drawing/2014/main" id="{9B4293E2-6551-4F03-957C-0547F85E3063}"/>
              </a:ext>
            </a:extLst>
          </p:cNvPr>
          <p:cNvGrpSpPr/>
          <p:nvPr/>
        </p:nvGrpSpPr>
        <p:grpSpPr>
          <a:xfrm>
            <a:off x="1982956" y="2000309"/>
            <a:ext cx="3328987" cy="3398838"/>
            <a:chOff x="5221288" y="1840706"/>
            <a:chExt cx="3328987" cy="3398838"/>
          </a:xfrm>
        </p:grpSpPr>
        <p:sp>
          <p:nvSpPr>
            <p:cNvPr id="44" name="弧形 19">
              <a:extLst>
                <a:ext uri="{FF2B5EF4-FFF2-40B4-BE49-F238E27FC236}">
                  <a16:creationId xmlns:a16="http://schemas.microsoft.com/office/drawing/2014/main" id="{2174EDBA-8534-44B2-9F4A-C07178B56907}"/>
                </a:ext>
              </a:extLst>
            </p:cNvPr>
            <p:cNvSpPr>
              <a:spLocks noChangeArrowheads="1"/>
            </p:cNvSpPr>
            <p:nvPr/>
          </p:nvSpPr>
          <p:spPr bwMode="auto">
            <a:xfrm rot="10800000">
              <a:off x="5497513" y="1840706"/>
              <a:ext cx="3052762" cy="2951163"/>
            </a:xfrm>
            <a:custGeom>
              <a:avLst/>
              <a:gdLst>
                <a:gd name="T0" fmla="*/ 1705841 w 3052339"/>
                <a:gd name="T1" fmla="*/ 10261 h 2951060"/>
                <a:gd name="T2" fmla="*/ 1526170 w 3052339"/>
                <a:gd name="T3" fmla="*/ 1475530 h 2951060"/>
                <a:gd name="T4" fmla="*/ 3052339 w 3052339"/>
                <a:gd name="T5" fmla="*/ 1475530 h 2951060"/>
                <a:gd name="T6" fmla="*/ 11796480 60000 65536"/>
                <a:gd name="T7" fmla="*/ 11796480 60000 65536"/>
                <a:gd name="T8" fmla="*/ 5898240 60000 65536"/>
                <a:gd name="T9" fmla="*/ 1705841 w 3052339"/>
                <a:gd name="T10" fmla="*/ 10261 h 2951060"/>
                <a:gd name="T11" fmla="*/ 3052339 w 3052339"/>
                <a:gd name="T12" fmla="*/ 1475530 h 2951060"/>
              </a:gdLst>
              <a:ahLst/>
              <a:cxnLst>
                <a:cxn ang="T6">
                  <a:pos x="T0" y="T1"/>
                </a:cxn>
                <a:cxn ang="T7">
                  <a:pos x="T2" y="T3"/>
                </a:cxn>
                <a:cxn ang="T8">
                  <a:pos x="T4" y="T5"/>
                </a:cxn>
              </a:cxnLst>
              <a:rect l="T9" t="T10" r="T11" b="T12"/>
              <a:pathLst>
                <a:path w="3052339" h="2951060" stroke="0">
                  <a:moveTo>
                    <a:pt x="1705841" y="10261"/>
                  </a:moveTo>
                  <a:lnTo>
                    <a:pt x="1705841" y="10260"/>
                  </a:lnTo>
                  <a:cubicBezTo>
                    <a:pt x="2473843" y="98287"/>
                    <a:pt x="3052339" y="727811"/>
                    <a:pt x="3052339" y="1475530"/>
                  </a:cubicBezTo>
                  <a:cubicBezTo>
                    <a:pt x="3052339" y="1475531"/>
                    <a:pt x="3052338" y="1475532"/>
                    <a:pt x="3052338" y="1475533"/>
                  </a:cubicBezTo>
                  <a:lnTo>
                    <a:pt x="1526170" y="1475530"/>
                  </a:lnTo>
                  <a:close/>
                </a:path>
                <a:path w="3052339" h="2951060" fill="none">
                  <a:moveTo>
                    <a:pt x="1705841" y="10261"/>
                  </a:moveTo>
                  <a:lnTo>
                    <a:pt x="1705841" y="10260"/>
                  </a:lnTo>
                  <a:cubicBezTo>
                    <a:pt x="2473843" y="98287"/>
                    <a:pt x="3052339" y="727811"/>
                    <a:pt x="3052339" y="1475530"/>
                  </a:cubicBezTo>
                  <a:cubicBezTo>
                    <a:pt x="3052339" y="1475531"/>
                    <a:pt x="3052338" y="1475532"/>
                    <a:pt x="3052338" y="1475533"/>
                  </a:cubicBezTo>
                </a:path>
              </a:pathLst>
            </a:custGeom>
            <a:noFill/>
            <a:ln w="38100" cmpd="sng">
              <a:solidFill>
                <a:srgbClr val="F3C97F"/>
              </a:solidFill>
              <a:miter lim="800000"/>
              <a:headEnd/>
              <a:tailEnd/>
            </a:ln>
            <a:effectLst>
              <a:outerShdw dist="23000" dir="5400000" algn="ctr" rotWithShape="0">
                <a:srgbClr val="000000">
                  <a:alpha val="32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cxnSp>
          <p:nvCxnSpPr>
            <p:cNvPr id="45" name="直接连接符 15">
              <a:extLst>
                <a:ext uri="{FF2B5EF4-FFF2-40B4-BE49-F238E27FC236}">
                  <a16:creationId xmlns:a16="http://schemas.microsoft.com/office/drawing/2014/main" id="{92385D41-1094-42AE-BED5-69A2A00FDC97}"/>
                </a:ext>
              </a:extLst>
            </p:cNvPr>
            <p:cNvCxnSpPr>
              <a:cxnSpLocks noChangeShapeType="1"/>
            </p:cNvCxnSpPr>
            <p:nvPr/>
          </p:nvCxnSpPr>
          <p:spPr bwMode="auto">
            <a:xfrm>
              <a:off x="5221288" y="3842544"/>
              <a:ext cx="1828800" cy="1397000"/>
            </a:xfrm>
            <a:prstGeom prst="line">
              <a:avLst/>
            </a:prstGeom>
            <a:noFill/>
            <a:ln w="38100" cmpd="sng">
              <a:solidFill>
                <a:srgbClr val="C3C9D7"/>
              </a:solidFill>
              <a:round/>
              <a:headEnd/>
              <a:tailEnd/>
            </a:ln>
            <a:effectLst>
              <a:outerShdw dist="23000" dir="5400000" algn="ctr" rotWithShape="0">
                <a:srgbClr val="000000">
                  <a:alpha val="32999"/>
                </a:srgbClr>
              </a:outerShdw>
            </a:effectLst>
            <a:extLst>
              <a:ext uri="{909E8E84-426E-40DD-AFC4-6F175D3DCCD1}">
                <a14:hiddenFill xmlns:a14="http://schemas.microsoft.com/office/drawing/2010/main">
                  <a:noFill/>
                </a14:hiddenFill>
              </a:ext>
            </a:extLst>
          </p:spPr>
        </p:cxnSp>
        <p:graphicFrame>
          <p:nvGraphicFramePr>
            <p:cNvPr id="46" name="Object 19">
              <a:extLst>
                <a:ext uri="{FF2B5EF4-FFF2-40B4-BE49-F238E27FC236}">
                  <a16:creationId xmlns:a16="http://schemas.microsoft.com/office/drawing/2014/main" id="{6F9CD05E-AD51-4781-894A-1CB8262E7894}"/>
                </a:ext>
              </a:extLst>
            </p:cNvPr>
            <p:cNvGraphicFramePr>
              <a:graphicFrameLocks noChangeAspect="1"/>
            </p:cNvGraphicFramePr>
            <p:nvPr>
              <p:extLst>
                <p:ext uri="{D42A27DB-BD31-4B8C-83A1-F6EECF244321}">
                  <p14:modId xmlns:p14="http://schemas.microsoft.com/office/powerpoint/2010/main" val="320366095"/>
                </p:ext>
              </p:extLst>
            </p:nvPr>
          </p:nvGraphicFramePr>
          <p:xfrm>
            <a:off x="6160668" y="4257561"/>
            <a:ext cx="266737" cy="320051"/>
          </p:xfrm>
          <a:graphic>
            <a:graphicData uri="http://schemas.openxmlformats.org/presentationml/2006/ole">
              <mc:AlternateContent xmlns:mc="http://schemas.openxmlformats.org/markup-compatibility/2006">
                <mc:Choice xmlns:v="urn:schemas-microsoft-com:vml" Requires="v">
                  <p:oleObj spid="_x0000_s124692" r:id="rId9" imgW="190983" imgH="229116" progId="">
                    <p:embed/>
                  </p:oleObj>
                </mc:Choice>
                <mc:Fallback>
                  <p:oleObj r:id="rId9" imgW="190983" imgH="229116" progId="">
                    <p:embed/>
                    <p:pic>
                      <p:nvPicPr>
                        <p:cNvPr id="102" name="Object 19">
                          <a:extLst>
                            <a:ext uri="{FF2B5EF4-FFF2-40B4-BE49-F238E27FC236}">
                              <a16:creationId xmlns:a16="http://schemas.microsoft.com/office/drawing/2014/main" id="{587F7327-3042-46DE-8383-DD210298AE1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160668" y="4257561"/>
                          <a:ext cx="266737" cy="3200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47" name="组合 46">
            <a:extLst>
              <a:ext uri="{FF2B5EF4-FFF2-40B4-BE49-F238E27FC236}">
                <a16:creationId xmlns:a16="http://schemas.microsoft.com/office/drawing/2014/main" id="{ECF5CD52-7A4A-45D4-A896-C406B559A2AD}"/>
              </a:ext>
            </a:extLst>
          </p:cNvPr>
          <p:cNvGrpSpPr/>
          <p:nvPr/>
        </p:nvGrpSpPr>
        <p:grpSpPr>
          <a:xfrm>
            <a:off x="1628197" y="3190932"/>
            <a:ext cx="3480546" cy="2617790"/>
            <a:chOff x="4866529" y="3031329"/>
            <a:chExt cx="3480546" cy="2617790"/>
          </a:xfrm>
        </p:grpSpPr>
        <p:cxnSp>
          <p:nvCxnSpPr>
            <p:cNvPr id="48" name="直接箭头连接符 7">
              <a:extLst>
                <a:ext uri="{FF2B5EF4-FFF2-40B4-BE49-F238E27FC236}">
                  <a16:creationId xmlns:a16="http://schemas.microsoft.com/office/drawing/2014/main" id="{20A9A95C-5C5F-477E-A599-F889B40F3063}"/>
                </a:ext>
              </a:extLst>
            </p:cNvPr>
            <p:cNvCxnSpPr>
              <a:cxnSpLocks noChangeShapeType="1"/>
            </p:cNvCxnSpPr>
            <p:nvPr/>
          </p:nvCxnSpPr>
          <p:spPr bwMode="auto">
            <a:xfrm rot="16200000" flipV="1">
              <a:off x="4082256" y="4135436"/>
              <a:ext cx="2225675" cy="17462"/>
            </a:xfrm>
            <a:prstGeom prst="straightConnector1">
              <a:avLst/>
            </a:prstGeom>
            <a:noFill/>
            <a:ln w="9525" cmpd="sng">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49" name="直接箭头连接符 5">
              <a:extLst>
                <a:ext uri="{FF2B5EF4-FFF2-40B4-BE49-F238E27FC236}">
                  <a16:creationId xmlns:a16="http://schemas.microsoft.com/office/drawing/2014/main" id="{F1CD411E-7787-4955-9715-DE9011472613}"/>
                </a:ext>
              </a:extLst>
            </p:cNvPr>
            <p:cNvCxnSpPr>
              <a:cxnSpLocks noChangeShapeType="1"/>
            </p:cNvCxnSpPr>
            <p:nvPr/>
          </p:nvCxnSpPr>
          <p:spPr bwMode="auto">
            <a:xfrm flipV="1">
              <a:off x="5203825" y="5285581"/>
              <a:ext cx="3143250" cy="9525"/>
            </a:xfrm>
            <a:prstGeom prst="straightConnector1">
              <a:avLst/>
            </a:prstGeom>
            <a:noFill/>
            <a:ln w="9525" cmpd="sng">
              <a:solidFill>
                <a:srgbClr val="7F7F7F"/>
              </a:solidFill>
              <a:round/>
              <a:headEnd/>
              <a:tailEnd type="stealth" w="med" len="lg"/>
            </a:ln>
            <a:extLst>
              <a:ext uri="{909E8E84-426E-40DD-AFC4-6F175D3DCCD1}">
                <a14:hiddenFill xmlns:a14="http://schemas.microsoft.com/office/drawing/2010/main">
                  <a:noFill/>
                </a14:hiddenFill>
              </a:ext>
            </a:extLst>
          </p:spPr>
        </p:cxnSp>
        <p:graphicFrame>
          <p:nvGraphicFramePr>
            <p:cNvPr id="50" name="Object 17">
              <a:extLst>
                <a:ext uri="{FF2B5EF4-FFF2-40B4-BE49-F238E27FC236}">
                  <a16:creationId xmlns:a16="http://schemas.microsoft.com/office/drawing/2014/main" id="{A3CD5CC1-0CB3-4040-91CB-CEB490F4742C}"/>
                </a:ext>
              </a:extLst>
            </p:cNvPr>
            <p:cNvGraphicFramePr>
              <a:graphicFrameLocks noChangeAspect="1"/>
            </p:cNvGraphicFramePr>
            <p:nvPr>
              <p:extLst>
                <p:ext uri="{D42A27DB-BD31-4B8C-83A1-F6EECF244321}">
                  <p14:modId xmlns:p14="http://schemas.microsoft.com/office/powerpoint/2010/main" val="2845170464"/>
                </p:ext>
              </p:extLst>
            </p:nvPr>
          </p:nvGraphicFramePr>
          <p:xfrm>
            <a:off x="4989112" y="5266406"/>
            <a:ext cx="213390" cy="248929"/>
          </p:xfrm>
          <a:graphic>
            <a:graphicData uri="http://schemas.openxmlformats.org/presentationml/2006/ole">
              <mc:AlternateContent xmlns:mc="http://schemas.openxmlformats.org/markup-compatibility/2006">
                <mc:Choice xmlns:v="urn:schemas-microsoft-com:vml" Requires="v">
                  <p:oleObj spid="_x0000_s124693" r:id="rId11" imgW="152717" imgH="178117" progId="">
                    <p:embed/>
                  </p:oleObj>
                </mc:Choice>
                <mc:Fallback>
                  <p:oleObj r:id="rId11" imgW="152717" imgH="178117" progId="">
                    <p:embed/>
                    <p:pic>
                      <p:nvPicPr>
                        <p:cNvPr id="108" name="Object 17">
                          <a:extLst>
                            <a:ext uri="{FF2B5EF4-FFF2-40B4-BE49-F238E27FC236}">
                              <a16:creationId xmlns:a16="http://schemas.microsoft.com/office/drawing/2014/main" id="{DD1F5017-069B-495C-BB54-2D08C76E39FB}"/>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989112" y="5266406"/>
                          <a:ext cx="213390" cy="2489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 name="Object 27">
              <a:extLst>
                <a:ext uri="{FF2B5EF4-FFF2-40B4-BE49-F238E27FC236}">
                  <a16:creationId xmlns:a16="http://schemas.microsoft.com/office/drawing/2014/main" id="{6A3A9700-2D15-4281-803A-9CCCC1FFF96D}"/>
                </a:ext>
              </a:extLst>
            </p:cNvPr>
            <p:cNvGraphicFramePr>
              <a:graphicFrameLocks noChangeAspect="1"/>
            </p:cNvGraphicFramePr>
            <p:nvPr>
              <p:extLst>
                <p:ext uri="{D42A27DB-BD31-4B8C-83A1-F6EECF244321}">
                  <p14:modId xmlns:p14="http://schemas.microsoft.com/office/powerpoint/2010/main" val="739896242"/>
                </p:ext>
              </p:extLst>
            </p:nvPr>
          </p:nvGraphicFramePr>
          <p:xfrm>
            <a:off x="8089938" y="5329068"/>
            <a:ext cx="248955" cy="320051"/>
          </p:xfrm>
          <a:graphic>
            <a:graphicData uri="http://schemas.openxmlformats.org/presentationml/2006/ole">
              <mc:AlternateContent xmlns:mc="http://schemas.openxmlformats.org/markup-compatibility/2006">
                <mc:Choice xmlns:v="urn:schemas-microsoft-com:vml" Requires="v">
                  <p:oleObj spid="_x0000_s124694" r:id="rId13" imgW="178040" imgH="228818" progId="">
                    <p:embed/>
                  </p:oleObj>
                </mc:Choice>
                <mc:Fallback>
                  <p:oleObj r:id="rId13" imgW="178040" imgH="228818" progId="">
                    <p:embed/>
                    <p:pic>
                      <p:nvPicPr>
                        <p:cNvPr id="109" name="Object 27">
                          <a:extLst>
                            <a:ext uri="{FF2B5EF4-FFF2-40B4-BE49-F238E27FC236}">
                              <a16:creationId xmlns:a16="http://schemas.microsoft.com/office/drawing/2014/main" id="{513E0856-D7B2-45BC-951F-9CAB15D12D29}"/>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089938" y="5329068"/>
                          <a:ext cx="248955" cy="3200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2" name="Object 28">
              <a:extLst>
                <a:ext uri="{FF2B5EF4-FFF2-40B4-BE49-F238E27FC236}">
                  <a16:creationId xmlns:a16="http://schemas.microsoft.com/office/drawing/2014/main" id="{F2C34546-02BC-4212-AB1E-E5B21E3A802F}"/>
                </a:ext>
              </a:extLst>
            </p:cNvPr>
            <p:cNvGraphicFramePr>
              <a:graphicFrameLocks noChangeAspect="1"/>
            </p:cNvGraphicFramePr>
            <p:nvPr>
              <p:extLst>
                <p:ext uri="{D42A27DB-BD31-4B8C-83A1-F6EECF244321}">
                  <p14:modId xmlns:p14="http://schemas.microsoft.com/office/powerpoint/2010/main" val="801764455"/>
                </p:ext>
              </p:extLst>
            </p:nvPr>
          </p:nvGraphicFramePr>
          <p:xfrm>
            <a:off x="4866529" y="3032566"/>
            <a:ext cx="266737" cy="320051"/>
          </p:xfrm>
          <a:graphic>
            <a:graphicData uri="http://schemas.openxmlformats.org/presentationml/2006/ole">
              <mc:AlternateContent xmlns:mc="http://schemas.openxmlformats.org/markup-compatibility/2006">
                <mc:Choice xmlns:v="urn:schemas-microsoft-com:vml" Requires="v">
                  <p:oleObj spid="_x0000_s124695" r:id="rId15" imgW="190983" imgH="229116" progId="">
                    <p:embed/>
                  </p:oleObj>
                </mc:Choice>
                <mc:Fallback>
                  <p:oleObj r:id="rId15" imgW="190983" imgH="229116" progId="">
                    <p:embed/>
                    <p:pic>
                      <p:nvPicPr>
                        <p:cNvPr id="110" name="Object 28">
                          <a:extLst>
                            <a:ext uri="{FF2B5EF4-FFF2-40B4-BE49-F238E27FC236}">
                              <a16:creationId xmlns:a16="http://schemas.microsoft.com/office/drawing/2014/main" id="{BC119784-02DC-414E-A86D-55E405483E36}"/>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866529" y="3032566"/>
                          <a:ext cx="266737" cy="3200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56" name="组合 55">
            <a:extLst>
              <a:ext uri="{FF2B5EF4-FFF2-40B4-BE49-F238E27FC236}">
                <a16:creationId xmlns:a16="http://schemas.microsoft.com/office/drawing/2014/main" id="{FFC64B43-24EB-4F25-964E-4E9E5D86F1D3}"/>
              </a:ext>
            </a:extLst>
          </p:cNvPr>
          <p:cNvGrpSpPr/>
          <p:nvPr/>
        </p:nvGrpSpPr>
        <p:grpSpPr>
          <a:xfrm>
            <a:off x="1182856" y="-384116"/>
            <a:ext cx="2724796" cy="6007100"/>
            <a:chOff x="4421188" y="-543719"/>
            <a:chExt cx="2724796" cy="6007100"/>
          </a:xfrm>
        </p:grpSpPr>
        <p:sp>
          <p:nvSpPr>
            <p:cNvPr id="57" name="弧形 10">
              <a:extLst>
                <a:ext uri="{FF2B5EF4-FFF2-40B4-BE49-F238E27FC236}">
                  <a16:creationId xmlns:a16="http://schemas.microsoft.com/office/drawing/2014/main" id="{01A45385-5CCA-43E0-9A16-C859B9F5CBD9}"/>
                </a:ext>
              </a:extLst>
            </p:cNvPr>
            <p:cNvSpPr>
              <a:spLocks noChangeArrowheads="1"/>
            </p:cNvSpPr>
            <p:nvPr/>
          </p:nvSpPr>
          <p:spPr bwMode="auto">
            <a:xfrm rot="6505090">
              <a:off x="2686844" y="1190625"/>
              <a:ext cx="6007100" cy="2538412"/>
            </a:xfrm>
            <a:custGeom>
              <a:avLst/>
              <a:gdLst>
                <a:gd name="T0" fmla="*/ 3003446 w 6006890"/>
                <a:gd name="T1" fmla="*/ 0 h 2538060"/>
                <a:gd name="T2" fmla="*/ 3003445 w 6006890"/>
                <a:gd name="T3" fmla="*/ 1269030 h 2538060"/>
                <a:gd name="T4" fmla="*/ 5821693 w 6006890"/>
                <a:gd name="T5" fmla="*/ 830304 h 2538060"/>
                <a:gd name="T6" fmla="*/ 11796480 60000 65536"/>
                <a:gd name="T7" fmla="*/ 17694720 60000 65536"/>
                <a:gd name="T8" fmla="*/ 5898240 60000 65536"/>
                <a:gd name="T9" fmla="*/ 3003446 w 6006890"/>
                <a:gd name="T10" fmla="*/ 0 h 2538060"/>
                <a:gd name="T11" fmla="*/ 5821693 w 6006890"/>
                <a:gd name="T12" fmla="*/ 830304 h 2538060"/>
              </a:gdLst>
              <a:ahLst/>
              <a:cxnLst>
                <a:cxn ang="T6">
                  <a:pos x="T0" y="T1"/>
                </a:cxn>
                <a:cxn ang="T7">
                  <a:pos x="T2" y="T3"/>
                </a:cxn>
                <a:cxn ang="T8">
                  <a:pos x="T4" y="T5"/>
                </a:cxn>
              </a:cxnLst>
              <a:rect l="T9" t="T10" r="T11" b="T12"/>
              <a:pathLst>
                <a:path w="6006890" h="2538060" stroke="0">
                  <a:moveTo>
                    <a:pt x="3003446" y="0"/>
                  </a:moveTo>
                  <a:lnTo>
                    <a:pt x="3003446" y="0"/>
                  </a:lnTo>
                  <a:cubicBezTo>
                    <a:pt x="4261756" y="0"/>
                    <a:pt x="5386673" y="331419"/>
                    <a:pt x="5821693" y="830303"/>
                  </a:cubicBezTo>
                  <a:lnTo>
                    <a:pt x="3003445" y="1269030"/>
                  </a:lnTo>
                  <a:close/>
                </a:path>
                <a:path w="6006890" h="2538060" fill="none">
                  <a:moveTo>
                    <a:pt x="3003446" y="0"/>
                  </a:moveTo>
                  <a:lnTo>
                    <a:pt x="3003446" y="0"/>
                  </a:lnTo>
                  <a:cubicBezTo>
                    <a:pt x="4261756" y="0"/>
                    <a:pt x="5386673" y="331419"/>
                    <a:pt x="5821693" y="830303"/>
                  </a:cubicBezTo>
                </a:path>
              </a:pathLst>
            </a:custGeom>
            <a:noFill/>
            <a:ln w="38100" cmpd="sng">
              <a:solidFill>
                <a:srgbClr val="BB1528"/>
              </a:solidFill>
              <a:miter lim="800000"/>
              <a:headEnd/>
              <a:tailEnd/>
            </a:ln>
            <a:effectLst>
              <a:outerShdw dist="23000" dir="5400000" algn="ctr" rotWithShape="0">
                <a:srgbClr val="000000">
                  <a:alpha val="32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graphicFrame>
          <p:nvGraphicFramePr>
            <p:cNvPr id="58" name="Object 29">
              <a:extLst>
                <a:ext uri="{FF2B5EF4-FFF2-40B4-BE49-F238E27FC236}">
                  <a16:creationId xmlns:a16="http://schemas.microsoft.com/office/drawing/2014/main" id="{501633CA-BCE9-4AE2-B659-C483C0DBBB36}"/>
                </a:ext>
              </a:extLst>
            </p:cNvPr>
            <p:cNvGraphicFramePr>
              <a:graphicFrameLocks noChangeAspect="1"/>
            </p:cNvGraphicFramePr>
            <p:nvPr>
              <p:extLst>
                <p:ext uri="{D42A27DB-BD31-4B8C-83A1-F6EECF244321}">
                  <p14:modId xmlns:p14="http://schemas.microsoft.com/office/powerpoint/2010/main" val="3851953433"/>
                </p:ext>
              </p:extLst>
            </p:nvPr>
          </p:nvGraphicFramePr>
          <p:xfrm>
            <a:off x="6861782" y="3202346"/>
            <a:ext cx="284202" cy="231783"/>
          </p:xfrm>
          <a:graphic>
            <a:graphicData uri="http://schemas.openxmlformats.org/presentationml/2006/ole">
              <mc:AlternateContent xmlns:mc="http://schemas.openxmlformats.org/markup-compatibility/2006">
                <mc:Choice xmlns:v="urn:schemas-microsoft-com:vml" Requires="v">
                  <p:oleObj spid="_x0000_s124696" r:id="rId17" imgW="203605" imgH="165489" progId="">
                    <p:embed/>
                  </p:oleObj>
                </mc:Choice>
                <mc:Fallback>
                  <p:oleObj r:id="rId17" imgW="203605" imgH="165489" progId="">
                    <p:embed/>
                    <p:pic>
                      <p:nvPicPr>
                        <p:cNvPr id="113" name="Object 29">
                          <a:extLst>
                            <a:ext uri="{FF2B5EF4-FFF2-40B4-BE49-F238E27FC236}">
                              <a16:creationId xmlns:a16="http://schemas.microsoft.com/office/drawing/2014/main" id="{D9C1F32F-0C6C-4AEA-B12C-BD846431A6D4}"/>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861782" y="3202346"/>
                          <a:ext cx="284202" cy="2317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32" name="组合 31">
            <a:extLst>
              <a:ext uri="{FF2B5EF4-FFF2-40B4-BE49-F238E27FC236}">
                <a16:creationId xmlns:a16="http://schemas.microsoft.com/office/drawing/2014/main" id="{476FBFE6-2C49-4452-BCF1-C76674BCA611}"/>
              </a:ext>
            </a:extLst>
          </p:cNvPr>
          <p:cNvGrpSpPr/>
          <p:nvPr/>
        </p:nvGrpSpPr>
        <p:grpSpPr>
          <a:xfrm>
            <a:off x="467544" y="1217732"/>
            <a:ext cx="4278627" cy="748048"/>
            <a:chOff x="467544" y="1161144"/>
            <a:chExt cx="3806023" cy="659493"/>
          </a:xfrm>
        </p:grpSpPr>
        <p:sp>
          <p:nvSpPr>
            <p:cNvPr id="33" name="MH_Text_1">
              <a:extLst>
                <a:ext uri="{FF2B5EF4-FFF2-40B4-BE49-F238E27FC236}">
                  <a16:creationId xmlns:a16="http://schemas.microsoft.com/office/drawing/2014/main" id="{DBDE4F66-AC89-4BAB-A2D3-464DD600842A}"/>
                </a:ext>
              </a:extLst>
            </p:cNvPr>
            <p:cNvSpPr/>
            <p:nvPr>
              <p:custDataLst>
                <p:tags r:id="rId2"/>
              </p:custDataLst>
            </p:nvPr>
          </p:nvSpPr>
          <p:spPr bwMode="auto">
            <a:xfrm>
              <a:off x="467544" y="1161144"/>
              <a:ext cx="3806023" cy="659493"/>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algn="ctr">
                <a:defRPr/>
              </a:pPr>
              <a:r>
                <a:rPr lang="zh-CN" altLang="en-US" sz="2000" spc="150" dirty="0">
                  <a:solidFill>
                    <a:srgbClr val="000000"/>
                  </a:solidFill>
                  <a:latin typeface="微软雅黑" panose="020B0503020204020204" pitchFamily="34" charset="-122"/>
                  <a:ea typeface="微软雅黑" panose="020B0503020204020204" pitchFamily="34" charset="-122"/>
                </a:rPr>
                <a:t>收入</a:t>
              </a:r>
              <a:r>
                <a:rPr lang="en-US" altLang="zh-CN" sz="2000" spc="150" dirty="0">
                  <a:solidFill>
                    <a:srgbClr val="000000"/>
                  </a:solidFill>
                  <a:latin typeface="微软雅黑" panose="020B0503020204020204" pitchFamily="34" charset="-122"/>
                  <a:ea typeface="微软雅黑" panose="020B0503020204020204" pitchFamily="34" charset="-122"/>
                </a:rPr>
                <a:t>-</a:t>
              </a:r>
              <a:r>
                <a:rPr lang="zh-CN" altLang="en-US" sz="2000" spc="150" dirty="0">
                  <a:solidFill>
                    <a:srgbClr val="000000"/>
                  </a:solidFill>
                  <a:latin typeface="微软雅黑" panose="020B0503020204020204" pitchFamily="34" charset="-122"/>
                  <a:ea typeface="微软雅黑" panose="020B0503020204020204" pitchFamily="34" charset="-122"/>
                </a:rPr>
                <a:t>消费扩展线的三种情形</a:t>
              </a:r>
            </a:p>
          </p:txBody>
        </p:sp>
        <p:sp>
          <p:nvSpPr>
            <p:cNvPr id="34" name="MH_Other_2">
              <a:extLst>
                <a:ext uri="{FF2B5EF4-FFF2-40B4-BE49-F238E27FC236}">
                  <a16:creationId xmlns:a16="http://schemas.microsoft.com/office/drawing/2014/main" id="{14B23943-7B1E-4A39-98F9-E1093BDD3BB3}"/>
                </a:ext>
              </a:extLst>
            </p:cNvPr>
            <p:cNvSpPr/>
            <p:nvPr>
              <p:custDataLst>
                <p:tags r:id="rId3"/>
              </p:custDataLst>
            </p:nvPr>
          </p:nvSpPr>
          <p:spPr bwMode="auto">
            <a:xfrm rot="10800000">
              <a:off x="4004344" y="1240922"/>
              <a:ext cx="189743" cy="162838"/>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Tree>
    <p:extLst>
      <p:ext uri="{BB962C8B-B14F-4D97-AF65-F5344CB8AC3E}">
        <p14:creationId xmlns:p14="http://schemas.microsoft.com/office/powerpoint/2010/main" val="4277558714"/>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barn(inVertical)">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8"/>
                                        </p:tgtEl>
                                        <p:attrNameLst>
                                          <p:attrName>style.visibility</p:attrName>
                                        </p:attrNameLst>
                                      </p:cBhvr>
                                      <p:to>
                                        <p:strVal val="visible"/>
                                      </p:to>
                                    </p:set>
                                    <p:animEffect transition="in" filter="wipe(up)">
                                      <p:cBhvr>
                                        <p:cTn id="12" dur="500"/>
                                        <p:tgtEl>
                                          <p:spTgt spid="3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7"/>
                                        </p:tgtEl>
                                        <p:attrNameLst>
                                          <p:attrName>style.visibility</p:attrName>
                                        </p:attrNameLst>
                                      </p:cBhvr>
                                      <p:to>
                                        <p:strVal val="visible"/>
                                      </p:to>
                                    </p:set>
                                    <p:animEffect transition="in" filter="fade">
                                      <p:cBhvr>
                                        <p:cTn id="17" dur="500"/>
                                        <p:tgtEl>
                                          <p:spTgt spid="4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9"/>
                                        </p:tgtEl>
                                        <p:attrNameLst>
                                          <p:attrName>style.visibility</p:attrName>
                                        </p:attrNameLst>
                                      </p:cBhvr>
                                      <p:to>
                                        <p:strVal val="visible"/>
                                      </p:to>
                                    </p:set>
                                    <p:animEffect transition="in" filter="fade">
                                      <p:cBhvr>
                                        <p:cTn id="22" dur="500"/>
                                        <p:tgtEl>
                                          <p:spTgt spid="3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3"/>
                                        </p:tgtEl>
                                        <p:attrNameLst>
                                          <p:attrName>style.visibility</p:attrName>
                                        </p:attrNameLst>
                                      </p:cBhvr>
                                      <p:to>
                                        <p:strVal val="visible"/>
                                      </p:to>
                                    </p:set>
                                    <p:animEffect transition="in" filter="fade">
                                      <p:cBhvr>
                                        <p:cTn id="27" dur="500"/>
                                        <p:tgtEl>
                                          <p:spTgt spid="4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500"/>
                                        <p:tgtEl>
                                          <p:spTgt spid="2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6"/>
                                        </p:tgtEl>
                                        <p:attrNameLst>
                                          <p:attrName>style.visibility</p:attrName>
                                        </p:attrNameLst>
                                      </p:cBhvr>
                                      <p:to>
                                        <p:strVal val="visible"/>
                                      </p:to>
                                    </p:set>
                                    <p:animEffect transition="in" filter="fade">
                                      <p:cBhvr>
                                        <p:cTn id="37" dur="500"/>
                                        <p:tgtEl>
                                          <p:spTgt spid="5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33816"/>
                                        </p:tgtEl>
                                        <p:attrNameLst>
                                          <p:attrName>style.visibility</p:attrName>
                                        </p:attrNameLst>
                                      </p:cBhvr>
                                      <p:to>
                                        <p:strVal val="visible"/>
                                      </p:to>
                                    </p:set>
                                    <p:animEffect transition="in" filter="wipe(up)">
                                      <p:cBhvr>
                                        <p:cTn id="42" dur="500"/>
                                        <p:tgtEl>
                                          <p:spTgt spid="338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16" grpId="0" autoUpdateAnimBg="0"/>
      <p:bldP spid="38" grpId="0"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16" name="矩形 24"/>
          <p:cNvSpPr>
            <a:spLocks noChangeArrowheads="1"/>
          </p:cNvSpPr>
          <p:nvPr/>
        </p:nvSpPr>
        <p:spPr bwMode="auto">
          <a:xfrm>
            <a:off x="5179993" y="2146450"/>
            <a:ext cx="3276600" cy="3367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285750" lvl="2" indent="-285750" defTabSz="457200" eaLnBrk="1" hangingPunct="1">
              <a:lnSpc>
                <a:spcPct val="150000"/>
              </a:lnSpc>
              <a:buFont typeface="Arial" panose="020B0604020202020204" pitchFamily="34" charset="0"/>
              <a:buChar char="•"/>
              <a:defRPr/>
            </a:pPr>
            <a:r>
              <a:rPr lang="zh-CN" altLang="en-US" spc="150" dirty="0">
                <a:solidFill>
                  <a:srgbClr val="000000"/>
                </a:solidFill>
                <a:latin typeface="微软雅黑" panose="020B0503020204020204" pitchFamily="34" charset="-122"/>
                <a:ea typeface="微软雅黑" panose="020B0503020204020204" pitchFamily="34" charset="-122"/>
              </a:rPr>
              <a:t>收入扩展线呈现向后弯曲的形状。这说明随着收入的增加，当收入增加到一定程度之后，第一种商品的消费量不仅不增加反而会减少。当超过某一收入水平之后，第一种商品成为一种低档品。</a:t>
            </a:r>
          </a:p>
        </p:txBody>
      </p:sp>
      <p:sp>
        <p:nvSpPr>
          <p:cNvPr id="36" name="矩形 35">
            <a:extLst>
              <a:ext uri="{FF2B5EF4-FFF2-40B4-BE49-F238E27FC236}">
                <a16:creationId xmlns:a16="http://schemas.microsoft.com/office/drawing/2014/main" id="{EC60B346-8BD9-491F-A7F6-AE04A167910F}"/>
              </a:ext>
            </a:extLst>
          </p:cNvPr>
          <p:cNvSpPr/>
          <p:nvPr/>
        </p:nvSpPr>
        <p:spPr>
          <a:xfrm>
            <a:off x="6537411" y="0"/>
            <a:ext cx="2606590" cy="369332"/>
          </a:xfrm>
          <a:prstGeom prst="rect">
            <a:avLst/>
          </a:prstGeom>
        </p:spPr>
        <p:txBody>
          <a:bodyPr wrap="squar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 第四节  消费者均衡</a:t>
            </a:r>
          </a:p>
        </p:txBody>
      </p:sp>
      <p:sp>
        <p:nvSpPr>
          <p:cNvPr id="37" name="矩形 36">
            <a:extLst>
              <a:ext uri="{FF2B5EF4-FFF2-40B4-BE49-F238E27FC236}">
                <a16:creationId xmlns:a16="http://schemas.microsoft.com/office/drawing/2014/main" id="{2A416937-3876-428B-8747-B8F6B3662E22}"/>
              </a:ext>
            </a:extLst>
          </p:cNvPr>
          <p:cNvSpPr/>
          <p:nvPr/>
        </p:nvSpPr>
        <p:spPr>
          <a:xfrm>
            <a:off x="467544" y="548680"/>
            <a:ext cx="5089855"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二、收入变动对消费者均衡的影响</a:t>
            </a:r>
          </a:p>
        </p:txBody>
      </p:sp>
      <p:sp>
        <p:nvSpPr>
          <p:cNvPr id="38" name="矩形 30">
            <a:extLst>
              <a:ext uri="{FF2B5EF4-FFF2-40B4-BE49-F238E27FC236}">
                <a16:creationId xmlns:a16="http://schemas.microsoft.com/office/drawing/2014/main" id="{9917DABE-EF3A-4A28-B8C8-A99D9F0EDE59}"/>
              </a:ext>
            </a:extLst>
          </p:cNvPr>
          <p:cNvSpPr>
            <a:spLocks noChangeArrowheads="1"/>
          </p:cNvSpPr>
          <p:nvPr/>
        </p:nvSpPr>
        <p:spPr bwMode="auto">
          <a:xfrm>
            <a:off x="1172734" y="2129009"/>
            <a:ext cx="5978149" cy="483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285750" lvl="2" indent="-285750" defTabSz="457200" eaLnBrk="1" hangingPunct="1">
              <a:lnSpc>
                <a:spcPts val="3500"/>
              </a:lnSpc>
              <a:buFont typeface="Wingdings" panose="05000000000000000000" pitchFamily="2" charset="2"/>
              <a:buChar char="Ø"/>
              <a:defRPr/>
            </a:pPr>
            <a:r>
              <a:rPr lang="zh-CN" altLang="en-US" spc="150" dirty="0">
                <a:solidFill>
                  <a:srgbClr val="000000"/>
                </a:solidFill>
                <a:latin typeface="微软雅黑" panose="020B0503020204020204" pitchFamily="34" charset="-122"/>
                <a:ea typeface="微软雅黑" panose="020B0503020204020204" pitchFamily="34" charset="-122"/>
              </a:rPr>
              <a:t>（</a:t>
            </a:r>
            <a:r>
              <a:rPr lang="en-US" altLang="zh-CN" spc="150" dirty="0">
                <a:solidFill>
                  <a:srgbClr val="000000"/>
                </a:solidFill>
                <a:latin typeface="微软雅黑" panose="020B0503020204020204" pitchFamily="34" charset="-122"/>
                <a:ea typeface="微软雅黑" panose="020B0503020204020204" pitchFamily="34" charset="-122"/>
              </a:rPr>
              <a:t>3</a:t>
            </a:r>
            <a:r>
              <a:rPr lang="zh-CN" altLang="en-US" spc="150" dirty="0">
                <a:solidFill>
                  <a:srgbClr val="000000"/>
                </a:solidFill>
                <a:latin typeface="微软雅黑" panose="020B0503020204020204" pitchFamily="34" charset="-122"/>
                <a:ea typeface="微软雅黑" panose="020B0503020204020204" pitchFamily="34" charset="-122"/>
              </a:rPr>
              <a:t>）向后弯曲</a:t>
            </a:r>
          </a:p>
        </p:txBody>
      </p:sp>
      <p:grpSp>
        <p:nvGrpSpPr>
          <p:cNvPr id="32" name="组合 31">
            <a:extLst>
              <a:ext uri="{FF2B5EF4-FFF2-40B4-BE49-F238E27FC236}">
                <a16:creationId xmlns:a16="http://schemas.microsoft.com/office/drawing/2014/main" id="{B74C87D7-0844-4D21-B939-749E09730D2F}"/>
              </a:ext>
            </a:extLst>
          </p:cNvPr>
          <p:cNvGrpSpPr/>
          <p:nvPr/>
        </p:nvGrpSpPr>
        <p:grpSpPr>
          <a:xfrm>
            <a:off x="2102822" y="1607344"/>
            <a:ext cx="3586163" cy="3735387"/>
            <a:chOff x="5168900" y="1543844"/>
            <a:chExt cx="3586163" cy="3735387"/>
          </a:xfrm>
        </p:grpSpPr>
        <p:sp>
          <p:nvSpPr>
            <p:cNvPr id="33" name="弧形 21">
              <a:extLst>
                <a:ext uri="{FF2B5EF4-FFF2-40B4-BE49-F238E27FC236}">
                  <a16:creationId xmlns:a16="http://schemas.microsoft.com/office/drawing/2014/main" id="{927A9826-39EB-4216-BBE6-573C2025BF48}"/>
                </a:ext>
              </a:extLst>
            </p:cNvPr>
            <p:cNvSpPr>
              <a:spLocks noChangeArrowheads="1"/>
            </p:cNvSpPr>
            <p:nvPr/>
          </p:nvSpPr>
          <p:spPr bwMode="auto">
            <a:xfrm rot="10800000">
              <a:off x="5700713" y="1543844"/>
              <a:ext cx="3054350" cy="2951162"/>
            </a:xfrm>
            <a:custGeom>
              <a:avLst/>
              <a:gdLst>
                <a:gd name="T0" fmla="*/ 1706637 w 3053927"/>
                <a:gd name="T1" fmla="*/ 10250 h 2951059"/>
                <a:gd name="T2" fmla="*/ 1526964 w 3053927"/>
                <a:gd name="T3" fmla="*/ 1475530 h 2951059"/>
                <a:gd name="T4" fmla="*/ 3053927 w 3053927"/>
                <a:gd name="T5" fmla="*/ 1475530 h 2951059"/>
                <a:gd name="T6" fmla="*/ 11796480 60000 65536"/>
                <a:gd name="T7" fmla="*/ 11796480 60000 65536"/>
                <a:gd name="T8" fmla="*/ 5898240 60000 65536"/>
                <a:gd name="T9" fmla="*/ 1706637 w 3053927"/>
                <a:gd name="T10" fmla="*/ 10250 h 2951059"/>
                <a:gd name="T11" fmla="*/ 3053927 w 3053927"/>
                <a:gd name="T12" fmla="*/ 1475530 h 2951059"/>
              </a:gdLst>
              <a:ahLst/>
              <a:cxnLst>
                <a:cxn ang="T6">
                  <a:pos x="T0" y="T1"/>
                </a:cxn>
                <a:cxn ang="T7">
                  <a:pos x="T2" y="T3"/>
                </a:cxn>
                <a:cxn ang="T8">
                  <a:pos x="T4" y="T5"/>
                </a:cxn>
              </a:cxnLst>
              <a:rect l="T9" t="T10" r="T11" b="T12"/>
              <a:pathLst>
                <a:path w="3053927" h="2951059" stroke="0">
                  <a:moveTo>
                    <a:pt x="1706637" y="10250"/>
                  </a:moveTo>
                  <a:lnTo>
                    <a:pt x="1706636" y="10250"/>
                  </a:lnTo>
                  <a:cubicBezTo>
                    <a:pt x="2475079" y="98235"/>
                    <a:pt x="3053928" y="727777"/>
                    <a:pt x="3053928" y="1475530"/>
                  </a:cubicBezTo>
                  <a:cubicBezTo>
                    <a:pt x="3053928" y="1475530"/>
                    <a:pt x="3053927" y="1475531"/>
                    <a:pt x="3053927" y="1475532"/>
                  </a:cubicBezTo>
                  <a:lnTo>
                    <a:pt x="1526964" y="1475530"/>
                  </a:lnTo>
                  <a:close/>
                </a:path>
                <a:path w="3053927" h="2951059" fill="none">
                  <a:moveTo>
                    <a:pt x="1706637" y="10250"/>
                  </a:moveTo>
                  <a:lnTo>
                    <a:pt x="1706636" y="10250"/>
                  </a:lnTo>
                  <a:cubicBezTo>
                    <a:pt x="2475079" y="98235"/>
                    <a:pt x="3053928" y="727777"/>
                    <a:pt x="3053928" y="1475530"/>
                  </a:cubicBezTo>
                  <a:cubicBezTo>
                    <a:pt x="3053928" y="1475530"/>
                    <a:pt x="3053927" y="1475531"/>
                    <a:pt x="3053927" y="1475532"/>
                  </a:cubicBezTo>
                </a:path>
              </a:pathLst>
            </a:custGeom>
            <a:noFill/>
            <a:ln w="38100" cmpd="sng">
              <a:solidFill>
                <a:srgbClr val="F3C97F"/>
              </a:solidFill>
              <a:miter lim="800000"/>
              <a:headEnd/>
              <a:tailEnd/>
            </a:ln>
            <a:effectLst>
              <a:outerShdw dist="23000" dir="5400000" algn="ctr" rotWithShape="0">
                <a:srgbClr val="000000">
                  <a:alpha val="32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cxnSp>
          <p:nvCxnSpPr>
            <p:cNvPr id="34" name="直接连接符 17">
              <a:extLst>
                <a:ext uri="{FF2B5EF4-FFF2-40B4-BE49-F238E27FC236}">
                  <a16:creationId xmlns:a16="http://schemas.microsoft.com/office/drawing/2014/main" id="{FC48F64C-3CEA-48EF-A60F-8EB3AF00C0AD}"/>
                </a:ext>
              </a:extLst>
            </p:cNvPr>
            <p:cNvCxnSpPr>
              <a:cxnSpLocks noChangeShapeType="1"/>
            </p:cNvCxnSpPr>
            <p:nvPr/>
          </p:nvCxnSpPr>
          <p:spPr bwMode="auto">
            <a:xfrm>
              <a:off x="5168900" y="3340894"/>
              <a:ext cx="2501900" cy="1938337"/>
            </a:xfrm>
            <a:prstGeom prst="line">
              <a:avLst/>
            </a:prstGeom>
            <a:noFill/>
            <a:ln w="38100" cmpd="sng">
              <a:solidFill>
                <a:srgbClr val="C3C9D7"/>
              </a:solidFill>
              <a:round/>
              <a:headEnd/>
              <a:tailEnd/>
            </a:ln>
            <a:effectLst>
              <a:outerShdw dist="23000" dir="5400000" algn="ctr" rotWithShape="0">
                <a:srgbClr val="000000">
                  <a:alpha val="32999"/>
                </a:srgbClr>
              </a:outerShdw>
            </a:effectLst>
            <a:extLst>
              <a:ext uri="{909E8E84-426E-40DD-AFC4-6F175D3DCCD1}">
                <a14:hiddenFill xmlns:a14="http://schemas.microsoft.com/office/drawing/2010/main">
                  <a:noFill/>
                </a14:hiddenFill>
              </a:ext>
            </a:extLst>
          </p:spPr>
        </p:cxnSp>
        <p:graphicFrame>
          <p:nvGraphicFramePr>
            <p:cNvPr id="53" name="Object 20">
              <a:extLst>
                <a:ext uri="{FF2B5EF4-FFF2-40B4-BE49-F238E27FC236}">
                  <a16:creationId xmlns:a16="http://schemas.microsoft.com/office/drawing/2014/main" id="{57465F80-00EC-4FAA-B39E-DCBC1FE29E5B}"/>
                </a:ext>
              </a:extLst>
            </p:cNvPr>
            <p:cNvGraphicFramePr>
              <a:graphicFrameLocks noChangeAspect="1"/>
            </p:cNvGraphicFramePr>
            <p:nvPr/>
          </p:nvGraphicFramePr>
          <p:xfrm>
            <a:off x="6454007" y="3946998"/>
            <a:ext cx="266737" cy="320051"/>
          </p:xfrm>
          <a:graphic>
            <a:graphicData uri="http://schemas.openxmlformats.org/presentationml/2006/ole">
              <mc:AlternateContent xmlns:mc="http://schemas.openxmlformats.org/markup-compatibility/2006">
                <mc:Choice xmlns:v="urn:schemas-microsoft-com:vml" Requires="v">
                  <p:oleObj spid="_x0000_s125714" r:id="rId5" imgW="190983" imgH="229116" progId="">
                    <p:embed/>
                  </p:oleObj>
                </mc:Choice>
                <mc:Fallback>
                  <p:oleObj r:id="rId5" imgW="190983" imgH="229116" progId="">
                    <p:embed/>
                    <p:pic>
                      <p:nvPicPr>
                        <p:cNvPr id="90" name="Object 20">
                          <a:extLst>
                            <a:ext uri="{FF2B5EF4-FFF2-40B4-BE49-F238E27FC236}">
                              <a16:creationId xmlns:a16="http://schemas.microsoft.com/office/drawing/2014/main" id="{45CA1124-BB65-4EBD-8237-073217E978C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54007" y="3946998"/>
                          <a:ext cx="266737" cy="3200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54" name="组合 53">
            <a:extLst>
              <a:ext uri="{FF2B5EF4-FFF2-40B4-BE49-F238E27FC236}">
                <a16:creationId xmlns:a16="http://schemas.microsoft.com/office/drawing/2014/main" id="{FA9C81ED-5177-4E97-98F1-2C673B90BA7F}"/>
              </a:ext>
            </a:extLst>
          </p:cNvPr>
          <p:cNvGrpSpPr/>
          <p:nvPr/>
        </p:nvGrpSpPr>
        <p:grpSpPr>
          <a:xfrm>
            <a:off x="2120285" y="2177256"/>
            <a:ext cx="3086100" cy="3165475"/>
            <a:chOff x="5186363" y="2113756"/>
            <a:chExt cx="3086100" cy="3165475"/>
          </a:xfrm>
        </p:grpSpPr>
        <p:sp>
          <p:nvSpPr>
            <p:cNvPr id="55" name="弧形 20">
              <a:extLst>
                <a:ext uri="{FF2B5EF4-FFF2-40B4-BE49-F238E27FC236}">
                  <a16:creationId xmlns:a16="http://schemas.microsoft.com/office/drawing/2014/main" id="{077B8E67-F27E-48E1-84F6-691FCA34888E}"/>
                </a:ext>
              </a:extLst>
            </p:cNvPr>
            <p:cNvSpPr>
              <a:spLocks noChangeArrowheads="1"/>
            </p:cNvSpPr>
            <p:nvPr/>
          </p:nvSpPr>
          <p:spPr bwMode="auto">
            <a:xfrm rot="10800000">
              <a:off x="5218113" y="2113756"/>
              <a:ext cx="3054350" cy="2951163"/>
            </a:xfrm>
            <a:custGeom>
              <a:avLst/>
              <a:gdLst>
                <a:gd name="T0" fmla="*/ 1706637 w 3053927"/>
                <a:gd name="T1" fmla="*/ 10250 h 2951060"/>
                <a:gd name="T2" fmla="*/ 1526964 w 3053927"/>
                <a:gd name="T3" fmla="*/ 1475530 h 2951060"/>
                <a:gd name="T4" fmla="*/ 2944030 w 3053927"/>
                <a:gd name="T5" fmla="*/ 925883 h 2951060"/>
                <a:gd name="T6" fmla="*/ 11796480 60000 65536"/>
                <a:gd name="T7" fmla="*/ 17694720 60000 65536"/>
                <a:gd name="T8" fmla="*/ 5898240 60000 65536"/>
                <a:gd name="T9" fmla="*/ 1706637 w 3053927"/>
                <a:gd name="T10" fmla="*/ 10250 h 2951060"/>
                <a:gd name="T11" fmla="*/ 2944030 w 3053927"/>
                <a:gd name="T12" fmla="*/ 925883 h 2951060"/>
              </a:gdLst>
              <a:ahLst/>
              <a:cxnLst>
                <a:cxn ang="T6">
                  <a:pos x="T0" y="T1"/>
                </a:cxn>
                <a:cxn ang="T7">
                  <a:pos x="T2" y="T3"/>
                </a:cxn>
                <a:cxn ang="T8">
                  <a:pos x="T4" y="T5"/>
                </a:cxn>
              </a:cxnLst>
              <a:rect l="T9" t="T10" r="T11" b="T12"/>
              <a:pathLst>
                <a:path w="3053927" h="2951060" stroke="0">
                  <a:moveTo>
                    <a:pt x="1706637" y="10250"/>
                  </a:moveTo>
                  <a:lnTo>
                    <a:pt x="1706636" y="10250"/>
                  </a:lnTo>
                  <a:cubicBezTo>
                    <a:pt x="2261373" y="73766"/>
                    <a:pt x="2735940" y="424931"/>
                    <a:pt x="2944030" y="925881"/>
                  </a:cubicBezTo>
                  <a:lnTo>
                    <a:pt x="1526964" y="1475530"/>
                  </a:lnTo>
                  <a:close/>
                </a:path>
                <a:path w="3053927" h="2951060" fill="none">
                  <a:moveTo>
                    <a:pt x="1706637" y="10250"/>
                  </a:moveTo>
                  <a:lnTo>
                    <a:pt x="1706636" y="10250"/>
                  </a:lnTo>
                  <a:cubicBezTo>
                    <a:pt x="2261373" y="73766"/>
                    <a:pt x="2735940" y="424931"/>
                    <a:pt x="2944030" y="925881"/>
                  </a:cubicBezTo>
                </a:path>
              </a:pathLst>
            </a:custGeom>
            <a:noFill/>
            <a:ln w="38100" cmpd="sng">
              <a:solidFill>
                <a:srgbClr val="F3C97F"/>
              </a:solidFill>
              <a:miter lim="800000"/>
              <a:headEnd/>
              <a:tailEnd/>
            </a:ln>
            <a:effectLst>
              <a:outerShdw dist="23000" dir="5400000" algn="ctr" rotWithShape="0">
                <a:srgbClr val="000000">
                  <a:alpha val="32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cxnSp>
          <p:nvCxnSpPr>
            <p:cNvPr id="59" name="直接连接符 12">
              <a:extLst>
                <a:ext uri="{FF2B5EF4-FFF2-40B4-BE49-F238E27FC236}">
                  <a16:creationId xmlns:a16="http://schemas.microsoft.com/office/drawing/2014/main" id="{66AE6DF1-31AE-47CC-908A-4D15DF58DE2E}"/>
                </a:ext>
              </a:extLst>
            </p:cNvPr>
            <p:cNvCxnSpPr>
              <a:cxnSpLocks noChangeShapeType="1"/>
            </p:cNvCxnSpPr>
            <p:nvPr/>
          </p:nvCxnSpPr>
          <p:spPr bwMode="auto">
            <a:xfrm>
              <a:off x="5186363" y="4307681"/>
              <a:ext cx="1276350" cy="971550"/>
            </a:xfrm>
            <a:prstGeom prst="line">
              <a:avLst/>
            </a:prstGeom>
            <a:noFill/>
            <a:ln w="38100" cmpd="sng">
              <a:solidFill>
                <a:srgbClr val="C3C9D7"/>
              </a:solidFill>
              <a:round/>
              <a:headEnd/>
              <a:tailEnd/>
            </a:ln>
            <a:effectLst>
              <a:outerShdw dist="23000" dir="5400000" algn="ctr" rotWithShape="0">
                <a:srgbClr val="000000">
                  <a:alpha val="32999"/>
                </a:srgbClr>
              </a:outerShdw>
            </a:effectLst>
            <a:extLst>
              <a:ext uri="{909E8E84-426E-40DD-AFC4-6F175D3DCCD1}">
                <a14:hiddenFill xmlns:a14="http://schemas.microsoft.com/office/drawing/2010/main">
                  <a:noFill/>
                </a14:hiddenFill>
              </a:ext>
            </a:extLst>
          </p:spPr>
        </p:cxnSp>
        <p:graphicFrame>
          <p:nvGraphicFramePr>
            <p:cNvPr id="60" name="Object 18">
              <a:extLst>
                <a:ext uri="{FF2B5EF4-FFF2-40B4-BE49-F238E27FC236}">
                  <a16:creationId xmlns:a16="http://schemas.microsoft.com/office/drawing/2014/main" id="{09019A66-9804-431A-8EB9-A0C4C4144014}"/>
                </a:ext>
              </a:extLst>
            </p:cNvPr>
            <p:cNvGraphicFramePr>
              <a:graphicFrameLocks noChangeAspect="1"/>
            </p:cNvGraphicFramePr>
            <p:nvPr/>
          </p:nvGraphicFramePr>
          <p:xfrm>
            <a:off x="5925447" y="4602630"/>
            <a:ext cx="248955" cy="320051"/>
          </p:xfrm>
          <a:graphic>
            <a:graphicData uri="http://schemas.openxmlformats.org/presentationml/2006/ole">
              <mc:AlternateContent xmlns:mc="http://schemas.openxmlformats.org/markup-compatibility/2006">
                <mc:Choice xmlns:v="urn:schemas-microsoft-com:vml" Requires="v">
                  <p:oleObj spid="_x0000_s125715" r:id="rId7" imgW="178040" imgH="228818" progId="">
                    <p:embed/>
                  </p:oleObj>
                </mc:Choice>
                <mc:Fallback>
                  <p:oleObj r:id="rId7" imgW="178040" imgH="228818" progId="">
                    <p:embed/>
                    <p:pic>
                      <p:nvPicPr>
                        <p:cNvPr id="96" name="Object 18">
                          <a:extLst>
                            <a:ext uri="{FF2B5EF4-FFF2-40B4-BE49-F238E27FC236}">
                              <a16:creationId xmlns:a16="http://schemas.microsoft.com/office/drawing/2014/main" id="{C82BC6C8-5344-4E8C-8246-A40129CF000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925447" y="4602630"/>
                          <a:ext cx="248955" cy="3200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61" name="组合 60">
            <a:extLst>
              <a:ext uri="{FF2B5EF4-FFF2-40B4-BE49-F238E27FC236}">
                <a16:creationId xmlns:a16="http://schemas.microsoft.com/office/drawing/2014/main" id="{BADD0619-02A7-4420-AF6A-F2AD7E07014C}"/>
              </a:ext>
            </a:extLst>
          </p:cNvPr>
          <p:cNvGrpSpPr/>
          <p:nvPr/>
        </p:nvGrpSpPr>
        <p:grpSpPr>
          <a:xfrm>
            <a:off x="2155210" y="1904206"/>
            <a:ext cx="3328987" cy="3398838"/>
            <a:chOff x="5221288" y="1840706"/>
            <a:chExt cx="3328987" cy="3398838"/>
          </a:xfrm>
        </p:grpSpPr>
        <p:sp>
          <p:nvSpPr>
            <p:cNvPr id="62" name="弧形 19">
              <a:extLst>
                <a:ext uri="{FF2B5EF4-FFF2-40B4-BE49-F238E27FC236}">
                  <a16:creationId xmlns:a16="http://schemas.microsoft.com/office/drawing/2014/main" id="{B1B48031-A24D-4644-955F-E260D756D0B0}"/>
                </a:ext>
              </a:extLst>
            </p:cNvPr>
            <p:cNvSpPr>
              <a:spLocks noChangeArrowheads="1"/>
            </p:cNvSpPr>
            <p:nvPr/>
          </p:nvSpPr>
          <p:spPr bwMode="auto">
            <a:xfrm rot="10800000">
              <a:off x="5497513" y="1840706"/>
              <a:ext cx="3052762" cy="2951163"/>
            </a:xfrm>
            <a:custGeom>
              <a:avLst/>
              <a:gdLst>
                <a:gd name="T0" fmla="*/ 1705841 w 3052339"/>
                <a:gd name="T1" fmla="*/ 10261 h 2951060"/>
                <a:gd name="T2" fmla="*/ 1526170 w 3052339"/>
                <a:gd name="T3" fmla="*/ 1475530 h 2951060"/>
                <a:gd name="T4" fmla="*/ 3052339 w 3052339"/>
                <a:gd name="T5" fmla="*/ 1475530 h 2951060"/>
                <a:gd name="T6" fmla="*/ 11796480 60000 65536"/>
                <a:gd name="T7" fmla="*/ 11796480 60000 65536"/>
                <a:gd name="T8" fmla="*/ 5898240 60000 65536"/>
                <a:gd name="T9" fmla="*/ 1705841 w 3052339"/>
                <a:gd name="T10" fmla="*/ 10261 h 2951060"/>
                <a:gd name="T11" fmla="*/ 3052339 w 3052339"/>
                <a:gd name="T12" fmla="*/ 1475530 h 2951060"/>
              </a:gdLst>
              <a:ahLst/>
              <a:cxnLst>
                <a:cxn ang="T6">
                  <a:pos x="T0" y="T1"/>
                </a:cxn>
                <a:cxn ang="T7">
                  <a:pos x="T2" y="T3"/>
                </a:cxn>
                <a:cxn ang="T8">
                  <a:pos x="T4" y="T5"/>
                </a:cxn>
              </a:cxnLst>
              <a:rect l="T9" t="T10" r="T11" b="T12"/>
              <a:pathLst>
                <a:path w="3052339" h="2951060" stroke="0">
                  <a:moveTo>
                    <a:pt x="1705841" y="10261"/>
                  </a:moveTo>
                  <a:lnTo>
                    <a:pt x="1705841" y="10260"/>
                  </a:lnTo>
                  <a:cubicBezTo>
                    <a:pt x="2473843" y="98287"/>
                    <a:pt x="3052339" y="727811"/>
                    <a:pt x="3052339" y="1475530"/>
                  </a:cubicBezTo>
                  <a:cubicBezTo>
                    <a:pt x="3052339" y="1475531"/>
                    <a:pt x="3052338" y="1475532"/>
                    <a:pt x="3052338" y="1475533"/>
                  </a:cubicBezTo>
                  <a:lnTo>
                    <a:pt x="1526170" y="1475530"/>
                  </a:lnTo>
                  <a:close/>
                </a:path>
                <a:path w="3052339" h="2951060" fill="none">
                  <a:moveTo>
                    <a:pt x="1705841" y="10261"/>
                  </a:moveTo>
                  <a:lnTo>
                    <a:pt x="1705841" y="10260"/>
                  </a:lnTo>
                  <a:cubicBezTo>
                    <a:pt x="2473843" y="98287"/>
                    <a:pt x="3052339" y="727811"/>
                    <a:pt x="3052339" y="1475530"/>
                  </a:cubicBezTo>
                  <a:cubicBezTo>
                    <a:pt x="3052339" y="1475531"/>
                    <a:pt x="3052338" y="1475532"/>
                    <a:pt x="3052338" y="1475533"/>
                  </a:cubicBezTo>
                </a:path>
              </a:pathLst>
            </a:custGeom>
            <a:noFill/>
            <a:ln w="38100" cmpd="sng">
              <a:solidFill>
                <a:srgbClr val="F3C97F"/>
              </a:solidFill>
              <a:miter lim="800000"/>
              <a:headEnd/>
              <a:tailEnd/>
            </a:ln>
            <a:effectLst>
              <a:outerShdw dist="23000" dir="5400000" algn="ctr" rotWithShape="0">
                <a:srgbClr val="000000">
                  <a:alpha val="32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cxnSp>
          <p:nvCxnSpPr>
            <p:cNvPr id="63" name="直接连接符 15">
              <a:extLst>
                <a:ext uri="{FF2B5EF4-FFF2-40B4-BE49-F238E27FC236}">
                  <a16:creationId xmlns:a16="http://schemas.microsoft.com/office/drawing/2014/main" id="{1671FFC7-58F8-4A6F-9DE8-45E5236EDF06}"/>
                </a:ext>
              </a:extLst>
            </p:cNvPr>
            <p:cNvCxnSpPr>
              <a:cxnSpLocks noChangeShapeType="1"/>
            </p:cNvCxnSpPr>
            <p:nvPr/>
          </p:nvCxnSpPr>
          <p:spPr bwMode="auto">
            <a:xfrm>
              <a:off x="5221288" y="3842544"/>
              <a:ext cx="1828800" cy="1397000"/>
            </a:xfrm>
            <a:prstGeom prst="line">
              <a:avLst/>
            </a:prstGeom>
            <a:noFill/>
            <a:ln w="38100" cmpd="sng">
              <a:solidFill>
                <a:srgbClr val="C3C9D7"/>
              </a:solidFill>
              <a:round/>
              <a:headEnd/>
              <a:tailEnd/>
            </a:ln>
            <a:effectLst>
              <a:outerShdw dist="23000" dir="5400000" algn="ctr" rotWithShape="0">
                <a:srgbClr val="000000">
                  <a:alpha val="32999"/>
                </a:srgbClr>
              </a:outerShdw>
            </a:effectLst>
            <a:extLst>
              <a:ext uri="{909E8E84-426E-40DD-AFC4-6F175D3DCCD1}">
                <a14:hiddenFill xmlns:a14="http://schemas.microsoft.com/office/drawing/2010/main">
                  <a:noFill/>
                </a14:hiddenFill>
              </a:ext>
            </a:extLst>
          </p:spPr>
        </p:cxnSp>
        <p:graphicFrame>
          <p:nvGraphicFramePr>
            <p:cNvPr id="64" name="Object 19">
              <a:extLst>
                <a:ext uri="{FF2B5EF4-FFF2-40B4-BE49-F238E27FC236}">
                  <a16:creationId xmlns:a16="http://schemas.microsoft.com/office/drawing/2014/main" id="{08D64316-F118-4B7B-98A3-9AEF544CD0D7}"/>
                </a:ext>
              </a:extLst>
            </p:cNvPr>
            <p:cNvGraphicFramePr>
              <a:graphicFrameLocks noChangeAspect="1"/>
            </p:cNvGraphicFramePr>
            <p:nvPr/>
          </p:nvGraphicFramePr>
          <p:xfrm>
            <a:off x="6160668" y="4257561"/>
            <a:ext cx="266737" cy="320051"/>
          </p:xfrm>
          <a:graphic>
            <a:graphicData uri="http://schemas.openxmlformats.org/presentationml/2006/ole">
              <mc:AlternateContent xmlns:mc="http://schemas.openxmlformats.org/markup-compatibility/2006">
                <mc:Choice xmlns:v="urn:schemas-microsoft-com:vml" Requires="v">
                  <p:oleObj spid="_x0000_s125716" r:id="rId9" imgW="190983" imgH="229116" progId="">
                    <p:embed/>
                  </p:oleObj>
                </mc:Choice>
                <mc:Fallback>
                  <p:oleObj r:id="rId9" imgW="190983" imgH="229116" progId="">
                    <p:embed/>
                    <p:pic>
                      <p:nvPicPr>
                        <p:cNvPr id="102" name="Object 19">
                          <a:extLst>
                            <a:ext uri="{FF2B5EF4-FFF2-40B4-BE49-F238E27FC236}">
                              <a16:creationId xmlns:a16="http://schemas.microsoft.com/office/drawing/2014/main" id="{587F7327-3042-46DE-8383-DD210298AE1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160668" y="4257561"/>
                          <a:ext cx="266737" cy="3200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65" name="组合 64">
            <a:extLst>
              <a:ext uri="{FF2B5EF4-FFF2-40B4-BE49-F238E27FC236}">
                <a16:creationId xmlns:a16="http://schemas.microsoft.com/office/drawing/2014/main" id="{25F14C59-7E76-49C2-A104-1BF19C8AE82B}"/>
              </a:ext>
            </a:extLst>
          </p:cNvPr>
          <p:cNvGrpSpPr/>
          <p:nvPr/>
        </p:nvGrpSpPr>
        <p:grpSpPr>
          <a:xfrm>
            <a:off x="1800451" y="3094829"/>
            <a:ext cx="3480546" cy="2617790"/>
            <a:chOff x="4866529" y="3031329"/>
            <a:chExt cx="3480546" cy="2617790"/>
          </a:xfrm>
        </p:grpSpPr>
        <p:cxnSp>
          <p:nvCxnSpPr>
            <p:cNvPr id="66" name="直接箭头连接符 7">
              <a:extLst>
                <a:ext uri="{FF2B5EF4-FFF2-40B4-BE49-F238E27FC236}">
                  <a16:creationId xmlns:a16="http://schemas.microsoft.com/office/drawing/2014/main" id="{B7712822-7A04-4B2D-87F7-2E84746E22AD}"/>
                </a:ext>
              </a:extLst>
            </p:cNvPr>
            <p:cNvCxnSpPr>
              <a:cxnSpLocks noChangeShapeType="1"/>
            </p:cNvCxnSpPr>
            <p:nvPr/>
          </p:nvCxnSpPr>
          <p:spPr bwMode="auto">
            <a:xfrm rot="16200000" flipV="1">
              <a:off x="4082256" y="4135436"/>
              <a:ext cx="2225675" cy="17462"/>
            </a:xfrm>
            <a:prstGeom prst="straightConnector1">
              <a:avLst/>
            </a:prstGeom>
            <a:noFill/>
            <a:ln w="9525" cmpd="sng">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67" name="直接箭头连接符 5">
              <a:extLst>
                <a:ext uri="{FF2B5EF4-FFF2-40B4-BE49-F238E27FC236}">
                  <a16:creationId xmlns:a16="http://schemas.microsoft.com/office/drawing/2014/main" id="{2735CAC8-AB2D-43A2-8F12-308B58104FC7}"/>
                </a:ext>
              </a:extLst>
            </p:cNvPr>
            <p:cNvCxnSpPr>
              <a:cxnSpLocks noChangeShapeType="1"/>
            </p:cNvCxnSpPr>
            <p:nvPr/>
          </p:nvCxnSpPr>
          <p:spPr bwMode="auto">
            <a:xfrm flipV="1">
              <a:off x="5203825" y="5285581"/>
              <a:ext cx="3143250" cy="9525"/>
            </a:xfrm>
            <a:prstGeom prst="straightConnector1">
              <a:avLst/>
            </a:prstGeom>
            <a:noFill/>
            <a:ln w="9525" cmpd="sng">
              <a:solidFill>
                <a:srgbClr val="7F7F7F"/>
              </a:solidFill>
              <a:round/>
              <a:headEnd/>
              <a:tailEnd type="stealth" w="med" len="lg"/>
            </a:ln>
            <a:extLst>
              <a:ext uri="{909E8E84-426E-40DD-AFC4-6F175D3DCCD1}">
                <a14:hiddenFill xmlns:a14="http://schemas.microsoft.com/office/drawing/2010/main">
                  <a:noFill/>
                </a14:hiddenFill>
              </a:ext>
            </a:extLst>
          </p:spPr>
        </p:cxnSp>
        <p:graphicFrame>
          <p:nvGraphicFramePr>
            <p:cNvPr id="68" name="Object 17">
              <a:extLst>
                <a:ext uri="{FF2B5EF4-FFF2-40B4-BE49-F238E27FC236}">
                  <a16:creationId xmlns:a16="http://schemas.microsoft.com/office/drawing/2014/main" id="{A73AAAEC-02E2-4E70-8A47-0FFAB39A771B}"/>
                </a:ext>
              </a:extLst>
            </p:cNvPr>
            <p:cNvGraphicFramePr>
              <a:graphicFrameLocks noChangeAspect="1"/>
            </p:cNvGraphicFramePr>
            <p:nvPr/>
          </p:nvGraphicFramePr>
          <p:xfrm>
            <a:off x="4989112" y="5266406"/>
            <a:ext cx="213390" cy="248929"/>
          </p:xfrm>
          <a:graphic>
            <a:graphicData uri="http://schemas.openxmlformats.org/presentationml/2006/ole">
              <mc:AlternateContent xmlns:mc="http://schemas.openxmlformats.org/markup-compatibility/2006">
                <mc:Choice xmlns:v="urn:schemas-microsoft-com:vml" Requires="v">
                  <p:oleObj spid="_x0000_s125717" r:id="rId11" imgW="152717" imgH="178117" progId="">
                    <p:embed/>
                  </p:oleObj>
                </mc:Choice>
                <mc:Fallback>
                  <p:oleObj r:id="rId11" imgW="152717" imgH="178117" progId="">
                    <p:embed/>
                    <p:pic>
                      <p:nvPicPr>
                        <p:cNvPr id="108" name="Object 17">
                          <a:extLst>
                            <a:ext uri="{FF2B5EF4-FFF2-40B4-BE49-F238E27FC236}">
                              <a16:creationId xmlns:a16="http://schemas.microsoft.com/office/drawing/2014/main" id="{DD1F5017-069B-495C-BB54-2D08C76E39FB}"/>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989112" y="5266406"/>
                          <a:ext cx="213390" cy="2489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9" name="Object 27">
              <a:extLst>
                <a:ext uri="{FF2B5EF4-FFF2-40B4-BE49-F238E27FC236}">
                  <a16:creationId xmlns:a16="http://schemas.microsoft.com/office/drawing/2014/main" id="{F6736BFC-AB68-4BB0-8C33-72567ABB88F9}"/>
                </a:ext>
              </a:extLst>
            </p:cNvPr>
            <p:cNvGraphicFramePr>
              <a:graphicFrameLocks noChangeAspect="1"/>
            </p:cNvGraphicFramePr>
            <p:nvPr/>
          </p:nvGraphicFramePr>
          <p:xfrm>
            <a:off x="8089938" y="5329068"/>
            <a:ext cx="248955" cy="320051"/>
          </p:xfrm>
          <a:graphic>
            <a:graphicData uri="http://schemas.openxmlformats.org/presentationml/2006/ole">
              <mc:AlternateContent xmlns:mc="http://schemas.openxmlformats.org/markup-compatibility/2006">
                <mc:Choice xmlns:v="urn:schemas-microsoft-com:vml" Requires="v">
                  <p:oleObj spid="_x0000_s125718" r:id="rId13" imgW="178040" imgH="228818" progId="">
                    <p:embed/>
                  </p:oleObj>
                </mc:Choice>
                <mc:Fallback>
                  <p:oleObj r:id="rId13" imgW="178040" imgH="228818" progId="">
                    <p:embed/>
                    <p:pic>
                      <p:nvPicPr>
                        <p:cNvPr id="109" name="Object 27">
                          <a:extLst>
                            <a:ext uri="{FF2B5EF4-FFF2-40B4-BE49-F238E27FC236}">
                              <a16:creationId xmlns:a16="http://schemas.microsoft.com/office/drawing/2014/main" id="{513E0856-D7B2-45BC-951F-9CAB15D12D29}"/>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089938" y="5329068"/>
                          <a:ext cx="248955" cy="3200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0" name="Object 28">
              <a:extLst>
                <a:ext uri="{FF2B5EF4-FFF2-40B4-BE49-F238E27FC236}">
                  <a16:creationId xmlns:a16="http://schemas.microsoft.com/office/drawing/2014/main" id="{7F93B8EE-BE02-41DB-A866-9B43C6BC62DD}"/>
                </a:ext>
              </a:extLst>
            </p:cNvPr>
            <p:cNvGraphicFramePr>
              <a:graphicFrameLocks noChangeAspect="1"/>
            </p:cNvGraphicFramePr>
            <p:nvPr/>
          </p:nvGraphicFramePr>
          <p:xfrm>
            <a:off x="4866529" y="3032566"/>
            <a:ext cx="266737" cy="320051"/>
          </p:xfrm>
          <a:graphic>
            <a:graphicData uri="http://schemas.openxmlformats.org/presentationml/2006/ole">
              <mc:AlternateContent xmlns:mc="http://schemas.openxmlformats.org/markup-compatibility/2006">
                <mc:Choice xmlns:v="urn:schemas-microsoft-com:vml" Requires="v">
                  <p:oleObj spid="_x0000_s125719" r:id="rId15" imgW="190983" imgH="229116" progId="">
                    <p:embed/>
                  </p:oleObj>
                </mc:Choice>
                <mc:Fallback>
                  <p:oleObj r:id="rId15" imgW="190983" imgH="229116" progId="">
                    <p:embed/>
                    <p:pic>
                      <p:nvPicPr>
                        <p:cNvPr id="110" name="Object 28">
                          <a:extLst>
                            <a:ext uri="{FF2B5EF4-FFF2-40B4-BE49-F238E27FC236}">
                              <a16:creationId xmlns:a16="http://schemas.microsoft.com/office/drawing/2014/main" id="{BC119784-02DC-414E-A86D-55E405483E36}"/>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866529" y="3032566"/>
                          <a:ext cx="266737" cy="3200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71" name="组合 70">
            <a:extLst>
              <a:ext uri="{FF2B5EF4-FFF2-40B4-BE49-F238E27FC236}">
                <a16:creationId xmlns:a16="http://schemas.microsoft.com/office/drawing/2014/main" id="{B9597E38-CD4C-4626-97E6-D2C42184BA6D}"/>
              </a:ext>
            </a:extLst>
          </p:cNvPr>
          <p:cNvGrpSpPr/>
          <p:nvPr/>
        </p:nvGrpSpPr>
        <p:grpSpPr>
          <a:xfrm>
            <a:off x="0" y="2373559"/>
            <a:ext cx="3571043" cy="3057034"/>
            <a:chOff x="1156532" y="2865636"/>
            <a:chExt cx="3571043" cy="3057034"/>
          </a:xfrm>
        </p:grpSpPr>
        <p:graphicFrame>
          <p:nvGraphicFramePr>
            <p:cNvPr id="72" name="Object 29">
              <a:extLst>
                <a:ext uri="{FF2B5EF4-FFF2-40B4-BE49-F238E27FC236}">
                  <a16:creationId xmlns:a16="http://schemas.microsoft.com/office/drawing/2014/main" id="{FC494002-0FF0-472A-A595-B995F4908237}"/>
                </a:ext>
              </a:extLst>
            </p:cNvPr>
            <p:cNvGraphicFramePr>
              <a:graphicFrameLocks noChangeAspect="1"/>
            </p:cNvGraphicFramePr>
            <p:nvPr>
              <p:extLst>
                <p:ext uri="{D42A27DB-BD31-4B8C-83A1-F6EECF244321}">
                  <p14:modId xmlns:p14="http://schemas.microsoft.com/office/powerpoint/2010/main" val="3453691942"/>
                </p:ext>
              </p:extLst>
            </p:nvPr>
          </p:nvGraphicFramePr>
          <p:xfrm>
            <a:off x="4440238" y="3736975"/>
            <a:ext cx="287337" cy="233363"/>
          </p:xfrm>
          <a:graphic>
            <a:graphicData uri="http://schemas.openxmlformats.org/presentationml/2006/ole">
              <mc:AlternateContent xmlns:mc="http://schemas.openxmlformats.org/markup-compatibility/2006">
                <mc:Choice xmlns:v="urn:schemas-microsoft-com:vml" Requires="v">
                  <p:oleObj spid="_x0000_s125720" r:id="rId17" imgW="203605" imgH="165489" progId="">
                    <p:embed/>
                  </p:oleObj>
                </mc:Choice>
                <mc:Fallback>
                  <p:oleObj r:id="rId17" imgW="203605" imgH="165489" progId="">
                    <p:embed/>
                    <p:pic>
                      <p:nvPicPr>
                        <p:cNvPr id="33" name="Object 29">
                          <a:extLst>
                            <a:ext uri="{FF2B5EF4-FFF2-40B4-BE49-F238E27FC236}">
                              <a16:creationId xmlns:a16="http://schemas.microsoft.com/office/drawing/2014/main" id="{5187095F-85B0-42F7-9912-768E59003AAB}"/>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440238" y="3736975"/>
                          <a:ext cx="287337" cy="233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3" name="弧形 69">
              <a:extLst>
                <a:ext uri="{FF2B5EF4-FFF2-40B4-BE49-F238E27FC236}">
                  <a16:creationId xmlns:a16="http://schemas.microsoft.com/office/drawing/2014/main" id="{37C28860-7180-403B-974B-198F69BBD6F4}"/>
                </a:ext>
              </a:extLst>
            </p:cNvPr>
            <p:cNvSpPr>
              <a:spLocks noChangeArrowheads="1"/>
            </p:cNvSpPr>
            <p:nvPr/>
          </p:nvSpPr>
          <p:spPr bwMode="auto">
            <a:xfrm rot="6424653">
              <a:off x="1185996" y="2836172"/>
              <a:ext cx="3057034" cy="3115961"/>
            </a:xfrm>
            <a:custGeom>
              <a:avLst/>
              <a:gdLst>
                <a:gd name="T0" fmla="*/ 479217 w 3240756"/>
                <a:gd name="T1" fmla="*/ 474058 h 3268760"/>
                <a:gd name="T2" fmla="*/ 1620378 w 3240756"/>
                <a:gd name="T3" fmla="*/ 1634380 h 3268760"/>
                <a:gd name="T4" fmla="*/ 2880943 w 3240756"/>
                <a:gd name="T5" fmla="*/ 607446 h 3268760"/>
                <a:gd name="T6" fmla="*/ 11796480 60000 65536"/>
                <a:gd name="T7" fmla="*/ 17694720 60000 65536"/>
                <a:gd name="T8" fmla="*/ 5898240 60000 65536"/>
                <a:gd name="T9" fmla="*/ 479217 w 3240756"/>
                <a:gd name="T10" fmla="*/ 0 h 3268760"/>
                <a:gd name="T11" fmla="*/ 2880943 w 3240756"/>
                <a:gd name="T12" fmla="*/ 607446 h 3268760"/>
              </a:gdLst>
              <a:ahLst/>
              <a:cxnLst>
                <a:cxn ang="T6">
                  <a:pos x="T0" y="T1"/>
                </a:cxn>
                <a:cxn ang="T7">
                  <a:pos x="T2" y="T3"/>
                </a:cxn>
                <a:cxn ang="T8">
                  <a:pos x="T4" y="T5"/>
                </a:cxn>
              </a:cxnLst>
              <a:rect l="T9" t="T10" r="T11" b="T12"/>
              <a:pathLst>
                <a:path w="3240756" h="3268760" stroke="0">
                  <a:moveTo>
                    <a:pt x="479217" y="474058"/>
                  </a:moveTo>
                  <a:lnTo>
                    <a:pt x="479217" y="474058"/>
                  </a:lnTo>
                  <a:cubicBezTo>
                    <a:pt x="782713" y="170392"/>
                    <a:pt x="1192885" y="0"/>
                    <a:pt x="1620378" y="0"/>
                  </a:cubicBezTo>
                  <a:cubicBezTo>
                    <a:pt x="2109971" y="0"/>
                    <a:pt x="2573314" y="223277"/>
                    <a:pt x="2880942" y="607445"/>
                  </a:cubicBezTo>
                  <a:lnTo>
                    <a:pt x="1620378" y="1634380"/>
                  </a:lnTo>
                  <a:close/>
                </a:path>
                <a:path w="3240756" h="3268760" fill="none">
                  <a:moveTo>
                    <a:pt x="479217" y="474058"/>
                  </a:moveTo>
                  <a:lnTo>
                    <a:pt x="479217" y="474058"/>
                  </a:lnTo>
                  <a:cubicBezTo>
                    <a:pt x="782713" y="170392"/>
                    <a:pt x="1192885" y="0"/>
                    <a:pt x="1620378" y="0"/>
                  </a:cubicBezTo>
                  <a:cubicBezTo>
                    <a:pt x="2109971" y="0"/>
                    <a:pt x="2573314" y="223277"/>
                    <a:pt x="2880942" y="607445"/>
                  </a:cubicBezTo>
                </a:path>
              </a:pathLst>
            </a:custGeom>
            <a:noFill/>
            <a:ln w="38100" cmpd="sng">
              <a:solidFill>
                <a:srgbClr val="BB1528"/>
              </a:solidFill>
              <a:miter lim="800000"/>
              <a:headEnd/>
              <a:tailEnd/>
            </a:ln>
            <a:effectLst>
              <a:outerShdw dist="23000" dir="5400000" algn="ctr" rotWithShape="0">
                <a:srgbClr val="000000">
                  <a:alpha val="32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dirty="0"/>
            </a:p>
          </p:txBody>
        </p:sp>
      </p:grpSp>
      <p:grpSp>
        <p:nvGrpSpPr>
          <p:cNvPr id="28" name="组合 27">
            <a:extLst>
              <a:ext uri="{FF2B5EF4-FFF2-40B4-BE49-F238E27FC236}">
                <a16:creationId xmlns:a16="http://schemas.microsoft.com/office/drawing/2014/main" id="{56BBFD95-01DF-49CD-AD24-0EAA176779F0}"/>
              </a:ext>
            </a:extLst>
          </p:cNvPr>
          <p:cNvGrpSpPr/>
          <p:nvPr/>
        </p:nvGrpSpPr>
        <p:grpSpPr>
          <a:xfrm>
            <a:off x="467544" y="1217732"/>
            <a:ext cx="4278627" cy="748048"/>
            <a:chOff x="467544" y="1161144"/>
            <a:chExt cx="3806023" cy="659493"/>
          </a:xfrm>
        </p:grpSpPr>
        <p:sp>
          <p:nvSpPr>
            <p:cNvPr id="29" name="MH_Text_1">
              <a:extLst>
                <a:ext uri="{FF2B5EF4-FFF2-40B4-BE49-F238E27FC236}">
                  <a16:creationId xmlns:a16="http://schemas.microsoft.com/office/drawing/2014/main" id="{5EB82586-2E21-4456-8830-F14B94EB7B82}"/>
                </a:ext>
              </a:extLst>
            </p:cNvPr>
            <p:cNvSpPr/>
            <p:nvPr>
              <p:custDataLst>
                <p:tags r:id="rId2"/>
              </p:custDataLst>
            </p:nvPr>
          </p:nvSpPr>
          <p:spPr bwMode="auto">
            <a:xfrm>
              <a:off x="467544" y="1161144"/>
              <a:ext cx="3806023" cy="659493"/>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algn="ctr">
                <a:defRPr/>
              </a:pPr>
              <a:r>
                <a:rPr lang="zh-CN" altLang="en-US" sz="2000" spc="150" dirty="0">
                  <a:solidFill>
                    <a:srgbClr val="000000"/>
                  </a:solidFill>
                  <a:latin typeface="微软雅黑" panose="020B0503020204020204" pitchFamily="34" charset="-122"/>
                  <a:ea typeface="微软雅黑" panose="020B0503020204020204" pitchFamily="34" charset="-122"/>
                </a:rPr>
                <a:t>收入</a:t>
              </a:r>
              <a:r>
                <a:rPr lang="en-US" altLang="zh-CN" sz="2000" spc="150" dirty="0">
                  <a:solidFill>
                    <a:srgbClr val="000000"/>
                  </a:solidFill>
                  <a:latin typeface="微软雅黑" panose="020B0503020204020204" pitchFamily="34" charset="-122"/>
                  <a:ea typeface="微软雅黑" panose="020B0503020204020204" pitchFamily="34" charset="-122"/>
                </a:rPr>
                <a:t>-</a:t>
              </a:r>
              <a:r>
                <a:rPr lang="zh-CN" altLang="en-US" sz="2000" spc="150" dirty="0">
                  <a:solidFill>
                    <a:srgbClr val="000000"/>
                  </a:solidFill>
                  <a:latin typeface="微软雅黑" panose="020B0503020204020204" pitchFamily="34" charset="-122"/>
                  <a:ea typeface="微软雅黑" panose="020B0503020204020204" pitchFamily="34" charset="-122"/>
                </a:rPr>
                <a:t>消费扩展线的三种情形</a:t>
              </a:r>
            </a:p>
          </p:txBody>
        </p:sp>
        <p:sp>
          <p:nvSpPr>
            <p:cNvPr id="30" name="MH_Other_2">
              <a:extLst>
                <a:ext uri="{FF2B5EF4-FFF2-40B4-BE49-F238E27FC236}">
                  <a16:creationId xmlns:a16="http://schemas.microsoft.com/office/drawing/2014/main" id="{5688B475-8CE5-4329-A436-85C9D7178DD4}"/>
                </a:ext>
              </a:extLst>
            </p:cNvPr>
            <p:cNvSpPr/>
            <p:nvPr>
              <p:custDataLst>
                <p:tags r:id="rId3"/>
              </p:custDataLst>
            </p:nvPr>
          </p:nvSpPr>
          <p:spPr bwMode="auto">
            <a:xfrm rot="10800000">
              <a:off x="4004344" y="1240922"/>
              <a:ext cx="189743" cy="162838"/>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Tree>
    <p:extLst>
      <p:ext uri="{BB962C8B-B14F-4D97-AF65-F5344CB8AC3E}">
        <p14:creationId xmlns:p14="http://schemas.microsoft.com/office/powerpoint/2010/main" val="3858011727"/>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barn(inVertical)">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8"/>
                                        </p:tgtEl>
                                        <p:attrNameLst>
                                          <p:attrName>style.visibility</p:attrName>
                                        </p:attrNameLst>
                                      </p:cBhvr>
                                      <p:to>
                                        <p:strVal val="visible"/>
                                      </p:to>
                                    </p:set>
                                    <p:animEffect transition="in" filter="wipe(up)">
                                      <p:cBhvr>
                                        <p:cTn id="12" dur="500"/>
                                        <p:tgtEl>
                                          <p:spTgt spid="3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5"/>
                                        </p:tgtEl>
                                        <p:attrNameLst>
                                          <p:attrName>style.visibility</p:attrName>
                                        </p:attrNameLst>
                                      </p:cBhvr>
                                      <p:to>
                                        <p:strVal val="visible"/>
                                      </p:to>
                                    </p:set>
                                    <p:animEffect transition="in" filter="fade">
                                      <p:cBhvr>
                                        <p:cTn id="17" dur="500"/>
                                        <p:tgtEl>
                                          <p:spTgt spid="6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4"/>
                                        </p:tgtEl>
                                        <p:attrNameLst>
                                          <p:attrName>style.visibility</p:attrName>
                                        </p:attrNameLst>
                                      </p:cBhvr>
                                      <p:to>
                                        <p:strVal val="visible"/>
                                      </p:to>
                                    </p:set>
                                    <p:animEffect transition="in" filter="fade">
                                      <p:cBhvr>
                                        <p:cTn id="22" dur="500"/>
                                        <p:tgtEl>
                                          <p:spTgt spid="5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1"/>
                                        </p:tgtEl>
                                        <p:attrNameLst>
                                          <p:attrName>style.visibility</p:attrName>
                                        </p:attrNameLst>
                                      </p:cBhvr>
                                      <p:to>
                                        <p:strVal val="visible"/>
                                      </p:to>
                                    </p:set>
                                    <p:animEffect transition="in" filter="fade">
                                      <p:cBhvr>
                                        <p:cTn id="27" dur="500"/>
                                        <p:tgtEl>
                                          <p:spTgt spid="6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fade">
                                      <p:cBhvr>
                                        <p:cTn id="32" dur="500"/>
                                        <p:tgtEl>
                                          <p:spTgt spid="3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71"/>
                                        </p:tgtEl>
                                        <p:attrNameLst>
                                          <p:attrName>style.visibility</p:attrName>
                                        </p:attrNameLst>
                                      </p:cBhvr>
                                      <p:to>
                                        <p:strVal val="visible"/>
                                      </p:to>
                                    </p:set>
                                    <p:animEffect transition="in" filter="fade">
                                      <p:cBhvr>
                                        <p:cTn id="37" dur="500"/>
                                        <p:tgtEl>
                                          <p:spTgt spid="7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33816"/>
                                        </p:tgtEl>
                                        <p:attrNameLst>
                                          <p:attrName>style.visibility</p:attrName>
                                        </p:attrNameLst>
                                      </p:cBhvr>
                                      <p:to>
                                        <p:strVal val="visible"/>
                                      </p:to>
                                    </p:set>
                                    <p:animEffect transition="in" filter="wipe(up)">
                                      <p:cBhvr>
                                        <p:cTn id="42" dur="500"/>
                                        <p:tgtEl>
                                          <p:spTgt spid="338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16" grpId="0" autoUpdateAnimBg="0"/>
      <p:bldP spid="38" grpId="0"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3"/>
          <p:cNvSpPr txBox="1">
            <a:spLocks noChangeArrowheads="1"/>
          </p:cNvSpPr>
          <p:nvPr/>
        </p:nvSpPr>
        <p:spPr bwMode="auto">
          <a:xfrm>
            <a:off x="887633" y="2280484"/>
            <a:ext cx="3987139" cy="4789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38163" lvl="3" indent="-261938" defTabSz="457200" eaLnBrk="1" hangingPunct="1">
              <a:lnSpc>
                <a:spcPts val="2600"/>
              </a:lnSpc>
              <a:spcAft>
                <a:spcPts val="1800"/>
              </a:spcAft>
              <a:buFont typeface="Wingdings" panose="05000000000000000000" pitchFamily="2" charset="2"/>
              <a:buChar char="Ø"/>
              <a:defRPr/>
            </a:pPr>
            <a:r>
              <a:rPr lang="zh-CN" altLang="en-US" sz="1800" spc="150" dirty="0">
                <a:solidFill>
                  <a:srgbClr val="000000"/>
                </a:solidFill>
                <a:latin typeface="微软雅黑" panose="020B0503020204020204" pitchFamily="34" charset="-122"/>
                <a:ea typeface="微软雅黑" panose="020B0503020204020204" pitchFamily="34" charset="-122"/>
              </a:rPr>
              <a:t>恩格尔曲线</a:t>
            </a:r>
            <a:endParaRPr lang="en-US" altLang="zh-CN" sz="1800" spc="150" dirty="0">
              <a:solidFill>
                <a:srgbClr val="000000"/>
              </a:solidFill>
              <a:latin typeface="微软雅黑" panose="020B0503020204020204" pitchFamily="34" charset="-122"/>
              <a:ea typeface="微软雅黑" panose="020B0503020204020204" pitchFamily="34" charset="-122"/>
            </a:endParaRPr>
          </a:p>
          <a:p>
            <a:pPr lvl="1" defTabSz="457200" eaLnBrk="1" hangingPunct="1">
              <a:lnSpc>
                <a:spcPts val="3000"/>
              </a:lnSpc>
              <a:spcAft>
                <a:spcPts val="3000"/>
              </a:spcAft>
              <a:buFont typeface="Arial" panose="020B0604020202020204" pitchFamily="34" charset="0"/>
              <a:buChar char="•"/>
              <a:defRPr/>
            </a:pPr>
            <a:r>
              <a:rPr lang="zh-CN" altLang="en-US" sz="1600" dirty="0">
                <a:latin typeface="微软雅黑" panose="020B0503020204020204" pitchFamily="34" charset="-122"/>
                <a:ea typeface="微软雅黑" panose="020B0503020204020204" pitchFamily="34" charset="-122"/>
              </a:rPr>
              <a:t>某种商品的消费数量随着收入变动而变动的轨迹</a:t>
            </a:r>
            <a:endParaRPr lang="en-US" altLang="zh-CN" sz="1600" dirty="0">
              <a:latin typeface="微软雅黑" panose="020B0503020204020204" pitchFamily="34" charset="-122"/>
              <a:ea typeface="微软雅黑" panose="020B0503020204020204" pitchFamily="34" charset="-122"/>
            </a:endParaRPr>
          </a:p>
          <a:p>
            <a:pPr marL="538163" lvl="3" indent="-261938" defTabSz="457200" eaLnBrk="1" hangingPunct="1">
              <a:lnSpc>
                <a:spcPts val="2600"/>
              </a:lnSpc>
              <a:spcAft>
                <a:spcPts val="1800"/>
              </a:spcAft>
              <a:buFont typeface="Wingdings" panose="05000000000000000000" pitchFamily="2" charset="2"/>
              <a:buChar char="Ø"/>
              <a:defRPr/>
            </a:pPr>
            <a:r>
              <a:rPr lang="zh-CN" altLang="en-US" sz="1800" spc="150" dirty="0">
                <a:solidFill>
                  <a:srgbClr val="000000"/>
                </a:solidFill>
                <a:latin typeface="微软雅黑" panose="020B0503020204020204" pitchFamily="34" charset="-122"/>
                <a:ea typeface="微软雅黑" panose="020B0503020204020204" pitchFamily="34" charset="-122"/>
              </a:rPr>
              <a:t>恩格尔定律</a:t>
            </a:r>
            <a:endParaRPr lang="en-US" altLang="zh-CN" sz="1800" spc="150" dirty="0">
              <a:solidFill>
                <a:srgbClr val="000000"/>
              </a:solidFill>
              <a:latin typeface="微软雅黑" panose="020B0503020204020204" pitchFamily="34" charset="-122"/>
              <a:ea typeface="微软雅黑" panose="020B0503020204020204" pitchFamily="34" charset="-122"/>
            </a:endParaRPr>
          </a:p>
          <a:p>
            <a:pPr lvl="1" defTabSz="457200" eaLnBrk="1" hangingPunct="1">
              <a:lnSpc>
                <a:spcPts val="3000"/>
              </a:lnSpc>
              <a:spcAft>
                <a:spcPts val="600"/>
              </a:spcAft>
              <a:buFont typeface="Arial" panose="020B0604020202020204" pitchFamily="34" charset="0"/>
              <a:buChar char="•"/>
              <a:defRPr/>
            </a:pPr>
            <a:r>
              <a:rPr lang="zh-CN" altLang="en-US" sz="1600" dirty="0">
                <a:latin typeface="微软雅黑" panose="020B0503020204020204" pitchFamily="34" charset="-122"/>
                <a:ea typeface="微软雅黑" panose="020B0503020204020204" pitchFamily="34" charset="-122"/>
              </a:rPr>
              <a:t>家庭的食物支出在总支出中所占的比重随着家庭收入的增加而递减</a:t>
            </a:r>
          </a:p>
          <a:p>
            <a:pPr marL="538163" lvl="3" indent="-261938" defTabSz="457200" eaLnBrk="1" hangingPunct="1">
              <a:lnSpc>
                <a:spcPts val="2600"/>
              </a:lnSpc>
              <a:spcAft>
                <a:spcPts val="1800"/>
              </a:spcAft>
              <a:buFont typeface="Wingdings" panose="05000000000000000000" pitchFamily="2" charset="2"/>
              <a:buChar char="Ø"/>
              <a:defRPr/>
            </a:pPr>
            <a:endParaRPr lang="zh-CN" altLang="en-US" sz="1600" spc="150" dirty="0">
              <a:solidFill>
                <a:srgbClr val="000000"/>
              </a:solidFill>
              <a:latin typeface="微软雅黑" panose="020B0503020204020204" pitchFamily="34" charset="-122"/>
              <a:ea typeface="微软雅黑" panose="020B0503020204020204" pitchFamily="34" charset="-122"/>
            </a:endParaRPr>
          </a:p>
          <a:p>
            <a:pPr marL="538163" lvl="3" indent="-261938" defTabSz="457200" eaLnBrk="1" hangingPunct="1">
              <a:lnSpc>
                <a:spcPts val="2600"/>
              </a:lnSpc>
              <a:spcAft>
                <a:spcPts val="1800"/>
              </a:spcAft>
              <a:buFont typeface="Wingdings" panose="05000000000000000000" pitchFamily="2" charset="2"/>
              <a:buChar char="Ø"/>
              <a:defRPr/>
            </a:pPr>
            <a:endParaRPr lang="en-US" altLang="zh-CN" sz="1600" spc="150" dirty="0">
              <a:solidFill>
                <a:srgbClr val="000000"/>
              </a:solidFill>
              <a:latin typeface="微软雅黑" panose="020B0503020204020204" pitchFamily="34" charset="-122"/>
              <a:ea typeface="微软雅黑" panose="020B0503020204020204" pitchFamily="34" charset="-122"/>
            </a:endParaRPr>
          </a:p>
        </p:txBody>
      </p:sp>
      <p:grpSp>
        <p:nvGrpSpPr>
          <p:cNvPr id="74" name="组合 49">
            <a:extLst>
              <a:ext uri="{FF2B5EF4-FFF2-40B4-BE49-F238E27FC236}">
                <a16:creationId xmlns:a16="http://schemas.microsoft.com/office/drawing/2014/main" id="{ED3F434C-B9BF-4FB4-ABAE-E6A43F7D9DB5}"/>
              </a:ext>
            </a:extLst>
          </p:cNvPr>
          <p:cNvGrpSpPr>
            <a:grpSpLocks/>
          </p:cNvGrpSpPr>
          <p:nvPr/>
        </p:nvGrpSpPr>
        <p:grpSpPr bwMode="auto">
          <a:xfrm>
            <a:off x="4572000" y="-216205"/>
            <a:ext cx="3146102" cy="6333008"/>
            <a:chOff x="0" y="0"/>
            <a:chExt cx="3243370" cy="6528361"/>
          </a:xfrm>
        </p:grpSpPr>
        <p:graphicFrame>
          <p:nvGraphicFramePr>
            <p:cNvPr id="101" name="Object 9">
              <a:extLst>
                <a:ext uri="{FF2B5EF4-FFF2-40B4-BE49-F238E27FC236}">
                  <a16:creationId xmlns:a16="http://schemas.microsoft.com/office/drawing/2014/main" id="{C9EDBC9E-3AF1-4BAA-99F1-3B6EC7333ADE}"/>
                </a:ext>
              </a:extLst>
            </p:cNvPr>
            <p:cNvGraphicFramePr>
              <a:graphicFrameLocks noChangeAspect="1"/>
            </p:cNvGraphicFramePr>
            <p:nvPr/>
          </p:nvGraphicFramePr>
          <p:xfrm>
            <a:off x="757626" y="6193015"/>
            <a:ext cx="213360" cy="248920"/>
          </p:xfrm>
          <a:graphic>
            <a:graphicData uri="http://schemas.openxmlformats.org/presentationml/2006/ole">
              <mc:AlternateContent xmlns:mc="http://schemas.openxmlformats.org/markup-compatibility/2006">
                <mc:Choice xmlns:v="urn:schemas-microsoft-com:vml" Requires="v">
                  <p:oleObj spid="_x0000_s89656" r:id="rId5" imgW="152717" imgH="178117" progId="">
                    <p:embed/>
                  </p:oleObj>
                </mc:Choice>
                <mc:Fallback>
                  <p:oleObj r:id="rId5" imgW="152717" imgH="178117" progId="">
                    <p:embed/>
                    <p:pic>
                      <p:nvPicPr>
                        <p:cNvPr id="35849"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7626" y="6193015"/>
                          <a:ext cx="213360" cy="2489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02" name="组合 41">
              <a:extLst>
                <a:ext uri="{FF2B5EF4-FFF2-40B4-BE49-F238E27FC236}">
                  <a16:creationId xmlns:a16="http://schemas.microsoft.com/office/drawing/2014/main" id="{86CCEBD3-B714-4FA2-8BEC-BB9B2C5EB209}"/>
                </a:ext>
              </a:extLst>
            </p:cNvPr>
            <p:cNvGrpSpPr>
              <a:grpSpLocks/>
            </p:cNvGrpSpPr>
            <p:nvPr/>
          </p:nvGrpSpPr>
          <p:grpSpPr bwMode="auto">
            <a:xfrm>
              <a:off x="0" y="0"/>
              <a:ext cx="3243370" cy="6160646"/>
              <a:chOff x="0" y="0"/>
              <a:chExt cx="3243244" cy="6160638"/>
            </a:xfrm>
          </p:grpSpPr>
          <p:cxnSp>
            <p:nvCxnSpPr>
              <p:cNvPr id="104" name="直接箭头连接符 58">
                <a:extLst>
                  <a:ext uri="{FF2B5EF4-FFF2-40B4-BE49-F238E27FC236}">
                    <a16:creationId xmlns:a16="http://schemas.microsoft.com/office/drawing/2014/main" id="{112FA488-CCE4-4912-BAEB-D07A3F48F83D}"/>
                  </a:ext>
                </a:extLst>
              </p:cNvPr>
              <p:cNvCxnSpPr>
                <a:cxnSpLocks noChangeShapeType="1"/>
              </p:cNvCxnSpPr>
              <p:nvPr/>
            </p:nvCxnSpPr>
            <p:spPr bwMode="auto">
              <a:xfrm rot="16200000" flipV="1">
                <a:off x="-149943" y="5023275"/>
                <a:ext cx="2225512" cy="17463"/>
              </a:xfrm>
              <a:prstGeom prst="straightConnector1">
                <a:avLst/>
              </a:prstGeom>
              <a:noFill/>
              <a:ln w="9525" cmpd="sng">
                <a:solidFill>
                  <a:srgbClr val="7F7F7F"/>
                </a:solidFill>
                <a:round/>
                <a:headEnd/>
                <a:tailEnd type="stealth" w="med" len="lg"/>
              </a:ln>
              <a:extLst>
                <a:ext uri="{909E8E84-426E-40DD-AFC4-6F175D3DCCD1}">
                  <a14:hiddenFill xmlns:a14="http://schemas.microsoft.com/office/drawing/2010/main">
                    <a:noFill/>
                  </a14:hiddenFill>
                </a:ext>
              </a:extLst>
            </p:spPr>
          </p:cxnSp>
          <p:sp>
            <p:nvSpPr>
              <p:cNvPr id="105" name="弧形 59">
                <a:extLst>
                  <a:ext uri="{FF2B5EF4-FFF2-40B4-BE49-F238E27FC236}">
                    <a16:creationId xmlns:a16="http://schemas.microsoft.com/office/drawing/2014/main" id="{B455315A-B293-4A11-973C-FE2E495AAFD9}"/>
                  </a:ext>
                </a:extLst>
              </p:cNvPr>
              <p:cNvSpPr>
                <a:spLocks noChangeArrowheads="1"/>
              </p:cNvSpPr>
              <p:nvPr/>
            </p:nvSpPr>
            <p:spPr bwMode="auto">
              <a:xfrm rot="6505090">
                <a:off x="-1734132" y="1734132"/>
                <a:ext cx="6006662" cy="2538398"/>
              </a:xfrm>
              <a:custGeom>
                <a:avLst/>
                <a:gdLst>
                  <a:gd name="T0" fmla="*/ 3689183 w 6006661"/>
                  <a:gd name="T1" fmla="*/ 33537 h 2538398"/>
                  <a:gd name="T2" fmla="*/ 3003331 w 6006661"/>
                  <a:gd name="T3" fmla="*/ 1269199 h 2538398"/>
                  <a:gd name="T4" fmla="*/ 5432333 w 6006661"/>
                  <a:gd name="T5" fmla="*/ 522751 h 2538398"/>
                  <a:gd name="T6" fmla="*/ 11796480 60000 65536"/>
                  <a:gd name="T7" fmla="*/ 23592960 60000 65536"/>
                  <a:gd name="T8" fmla="*/ 5898240 60000 65536"/>
                  <a:gd name="T9" fmla="*/ 3689183 w 6006661"/>
                  <a:gd name="T10" fmla="*/ 33537 h 2538398"/>
                  <a:gd name="T11" fmla="*/ 5432333 w 6006661"/>
                  <a:gd name="T12" fmla="*/ 522751 h 2538398"/>
                </a:gdLst>
                <a:ahLst/>
                <a:cxnLst>
                  <a:cxn ang="T6">
                    <a:pos x="T0" y="T1"/>
                  </a:cxn>
                  <a:cxn ang="T7">
                    <a:pos x="T2" y="T3"/>
                  </a:cxn>
                  <a:cxn ang="T8">
                    <a:pos x="T4" y="T5"/>
                  </a:cxn>
                </a:cxnLst>
                <a:rect l="T9" t="T10" r="T11" b="T12"/>
                <a:pathLst>
                  <a:path w="6006661" h="2538398" stroke="0">
                    <a:moveTo>
                      <a:pt x="3689183" y="33537"/>
                    </a:moveTo>
                    <a:lnTo>
                      <a:pt x="3689182" y="33537"/>
                    </a:lnTo>
                    <a:cubicBezTo>
                      <a:pt x="4390219" y="103027"/>
                      <a:pt x="5008845" y="276644"/>
                      <a:pt x="5432333" y="522750"/>
                    </a:cubicBezTo>
                    <a:lnTo>
                      <a:pt x="3003331" y="1269199"/>
                    </a:lnTo>
                    <a:close/>
                  </a:path>
                  <a:path w="6006661" h="2538398" fill="none">
                    <a:moveTo>
                      <a:pt x="3689183" y="33537"/>
                    </a:moveTo>
                    <a:lnTo>
                      <a:pt x="3689182" y="33537"/>
                    </a:lnTo>
                    <a:cubicBezTo>
                      <a:pt x="4390219" y="103027"/>
                      <a:pt x="5008845" y="276644"/>
                      <a:pt x="5432333" y="522750"/>
                    </a:cubicBezTo>
                  </a:path>
                </a:pathLst>
              </a:custGeom>
              <a:noFill/>
              <a:ln w="38100" cmpd="sng">
                <a:solidFill>
                  <a:srgbClr val="8C8D8D"/>
                </a:solidFill>
                <a:miter lim="800000"/>
                <a:headEnd/>
                <a:tailEnd/>
              </a:ln>
              <a:effectLst>
                <a:outerShdw dist="23000" dir="5400000" algn="ctr" rotWithShape="0">
                  <a:srgbClr val="000000">
                    <a:alpha val="32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400" dirty="0">
                  <a:latin typeface="微软雅黑" panose="020B0503020204020204" pitchFamily="34" charset="-122"/>
                  <a:ea typeface="微软雅黑" panose="020B0503020204020204" pitchFamily="34" charset="-122"/>
                </a:endParaRPr>
              </a:p>
            </p:txBody>
          </p:sp>
          <p:cxnSp>
            <p:nvCxnSpPr>
              <p:cNvPr id="106" name="直接箭头连接符 60">
                <a:extLst>
                  <a:ext uri="{FF2B5EF4-FFF2-40B4-BE49-F238E27FC236}">
                    <a16:creationId xmlns:a16="http://schemas.microsoft.com/office/drawing/2014/main" id="{2E3ACDE7-3FE1-494D-8B19-00E6100C5FF3}"/>
                  </a:ext>
                </a:extLst>
              </p:cNvPr>
              <p:cNvCxnSpPr>
                <a:cxnSpLocks noChangeShapeType="1"/>
              </p:cNvCxnSpPr>
              <p:nvPr/>
            </p:nvCxnSpPr>
            <p:spPr bwMode="auto">
              <a:xfrm flipV="1">
                <a:off x="971545" y="6147939"/>
                <a:ext cx="2271699" cy="12699"/>
              </a:xfrm>
              <a:prstGeom prst="straightConnector1">
                <a:avLst/>
              </a:prstGeom>
              <a:noFill/>
              <a:ln w="9525" cmpd="sng">
                <a:solidFill>
                  <a:srgbClr val="7F7F7F"/>
                </a:solidFill>
                <a:round/>
                <a:headEnd/>
                <a:tailEnd type="stealth" w="med" len="lg"/>
              </a:ln>
              <a:extLst>
                <a:ext uri="{909E8E84-426E-40DD-AFC4-6F175D3DCCD1}">
                  <a14:hiddenFill xmlns:a14="http://schemas.microsoft.com/office/drawing/2010/main">
                    <a:noFill/>
                  </a14:hiddenFill>
                </a:ext>
              </a:extLst>
            </p:spPr>
          </p:cxnSp>
        </p:grpSp>
        <p:graphicFrame>
          <p:nvGraphicFramePr>
            <p:cNvPr id="103" name="Object 14">
              <a:extLst>
                <a:ext uri="{FF2B5EF4-FFF2-40B4-BE49-F238E27FC236}">
                  <a16:creationId xmlns:a16="http://schemas.microsoft.com/office/drawing/2014/main" id="{95522813-B9C2-4762-A55E-2199B53B4791}"/>
                </a:ext>
              </a:extLst>
            </p:cNvPr>
            <p:cNvGraphicFramePr>
              <a:graphicFrameLocks noChangeAspect="1"/>
            </p:cNvGraphicFramePr>
            <p:nvPr/>
          </p:nvGraphicFramePr>
          <p:xfrm>
            <a:off x="2909018" y="6209274"/>
            <a:ext cx="247650" cy="319087"/>
          </p:xfrm>
          <a:graphic>
            <a:graphicData uri="http://schemas.openxmlformats.org/presentationml/2006/ole">
              <mc:AlternateContent xmlns:mc="http://schemas.openxmlformats.org/markup-compatibility/2006">
                <mc:Choice xmlns:v="urn:schemas-microsoft-com:vml" Requires="v">
                  <p:oleObj spid="_x0000_s89657" r:id="rId7" imgW="178040" imgH="228818" progId="">
                    <p:embed/>
                  </p:oleObj>
                </mc:Choice>
                <mc:Fallback>
                  <p:oleObj r:id="rId7" imgW="178040" imgH="228818" progId="">
                    <p:embed/>
                    <p:pic>
                      <p:nvPicPr>
                        <p:cNvPr id="35854"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09018" y="6209274"/>
                          <a:ext cx="247650" cy="319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81" name="弧形 35">
            <a:extLst>
              <a:ext uri="{FF2B5EF4-FFF2-40B4-BE49-F238E27FC236}">
                <a16:creationId xmlns:a16="http://schemas.microsoft.com/office/drawing/2014/main" id="{5F87E4BE-D174-4C20-B93E-347DF3B8B2A8}"/>
              </a:ext>
            </a:extLst>
          </p:cNvPr>
          <p:cNvSpPr>
            <a:spLocks noChangeArrowheads="1"/>
          </p:cNvSpPr>
          <p:nvPr/>
        </p:nvSpPr>
        <p:spPr bwMode="auto">
          <a:xfrm rot="10800000">
            <a:off x="5984745" y="-344244"/>
            <a:ext cx="2329847" cy="2862647"/>
          </a:xfrm>
          <a:custGeom>
            <a:avLst/>
            <a:gdLst>
              <a:gd name="T0" fmla="*/ 1707067 w 3054799"/>
              <a:gd name="T1" fmla="*/ 10243 h 2950947"/>
              <a:gd name="T2" fmla="*/ 1527400 w 3054799"/>
              <a:gd name="T3" fmla="*/ 1475474 h 2950947"/>
              <a:gd name="T4" fmla="*/ 2962570 w 3054799"/>
              <a:gd name="T5" fmla="*/ 970524 h 2950947"/>
              <a:gd name="T6" fmla="*/ 11796480 60000 65536"/>
              <a:gd name="T7" fmla="*/ 17694720 60000 65536"/>
              <a:gd name="T8" fmla="*/ 5898240 60000 65536"/>
              <a:gd name="T9" fmla="*/ 1707067 w 3054799"/>
              <a:gd name="T10" fmla="*/ 10243 h 2950947"/>
              <a:gd name="T11" fmla="*/ 2962570 w 3054799"/>
              <a:gd name="T12" fmla="*/ 970524 h 2950947"/>
            </a:gdLst>
            <a:ahLst/>
            <a:cxnLst>
              <a:cxn ang="T6">
                <a:pos x="T0" y="T1"/>
              </a:cxn>
              <a:cxn ang="T7">
                <a:pos x="T2" y="T3"/>
              </a:cxn>
              <a:cxn ang="T8">
                <a:pos x="T4" y="T5"/>
              </a:cxn>
            </a:cxnLst>
            <a:rect l="T9" t="T10" r="T11" b="T12"/>
            <a:pathLst>
              <a:path w="3054799" h="2950947" stroke="0">
                <a:moveTo>
                  <a:pt x="1707067" y="10243"/>
                </a:moveTo>
                <a:lnTo>
                  <a:pt x="1707066" y="10243"/>
                </a:lnTo>
                <a:cubicBezTo>
                  <a:pt x="2279651" y="75761"/>
                  <a:pt x="2765245" y="447171"/>
                  <a:pt x="2962570" y="970524"/>
                </a:cubicBezTo>
                <a:lnTo>
                  <a:pt x="1527400" y="1475474"/>
                </a:lnTo>
                <a:close/>
              </a:path>
              <a:path w="3054799" h="2950947" fill="none">
                <a:moveTo>
                  <a:pt x="1707067" y="10243"/>
                </a:moveTo>
                <a:lnTo>
                  <a:pt x="1707066" y="10243"/>
                </a:lnTo>
                <a:cubicBezTo>
                  <a:pt x="2279651" y="75761"/>
                  <a:pt x="2765245" y="447171"/>
                  <a:pt x="2962570" y="970524"/>
                </a:cubicBezTo>
              </a:path>
            </a:pathLst>
          </a:custGeom>
          <a:noFill/>
          <a:ln w="38100" cmpd="sng">
            <a:solidFill>
              <a:srgbClr val="F3C97F"/>
            </a:solidFill>
            <a:miter lim="800000"/>
            <a:headEnd/>
            <a:tailEnd/>
          </a:ln>
          <a:effectLst>
            <a:outerShdw dist="23000" dir="5400000" algn="ctr" rotWithShape="0">
              <a:srgbClr val="000000">
                <a:alpha val="32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400" dirty="0">
              <a:latin typeface="微软雅黑" panose="020B0503020204020204" pitchFamily="34" charset="-122"/>
              <a:ea typeface="微软雅黑" panose="020B0503020204020204" pitchFamily="34" charset="-122"/>
            </a:endParaRPr>
          </a:p>
        </p:txBody>
      </p:sp>
      <p:grpSp>
        <p:nvGrpSpPr>
          <p:cNvPr id="3" name="组合 2">
            <a:extLst>
              <a:ext uri="{FF2B5EF4-FFF2-40B4-BE49-F238E27FC236}">
                <a16:creationId xmlns:a16="http://schemas.microsoft.com/office/drawing/2014/main" id="{D308E3FA-728F-4E02-AF4A-D66A95538AA9}"/>
              </a:ext>
            </a:extLst>
          </p:cNvPr>
          <p:cNvGrpSpPr/>
          <p:nvPr/>
        </p:nvGrpSpPr>
        <p:grpSpPr>
          <a:xfrm>
            <a:off x="5507892" y="137153"/>
            <a:ext cx="2354484" cy="3143316"/>
            <a:chOff x="5640532" y="-419677"/>
            <a:chExt cx="2427287" cy="3240510"/>
          </a:xfrm>
        </p:grpSpPr>
        <p:sp>
          <p:nvSpPr>
            <p:cNvPr id="83" name="弧形 37">
              <a:extLst>
                <a:ext uri="{FF2B5EF4-FFF2-40B4-BE49-F238E27FC236}">
                  <a16:creationId xmlns:a16="http://schemas.microsoft.com/office/drawing/2014/main" id="{CD2B34FC-D663-4435-845C-40079651D43A}"/>
                </a:ext>
              </a:extLst>
            </p:cNvPr>
            <p:cNvSpPr>
              <a:spLocks noChangeArrowheads="1"/>
            </p:cNvSpPr>
            <p:nvPr/>
          </p:nvSpPr>
          <p:spPr bwMode="auto">
            <a:xfrm rot="10800000">
              <a:off x="5665932" y="-419677"/>
              <a:ext cx="2401887" cy="2949575"/>
            </a:xfrm>
            <a:custGeom>
              <a:avLst/>
              <a:gdLst>
                <a:gd name="T0" fmla="*/ 1706971 w 3054798"/>
                <a:gd name="T1" fmla="*/ 10227 h 2949359"/>
                <a:gd name="T2" fmla="*/ 1527399 w 3054798"/>
                <a:gd name="T3" fmla="*/ 1474680 h 2949359"/>
                <a:gd name="T4" fmla="*/ 2944700 w 3054798"/>
                <a:gd name="T5" fmla="*/ 924941 h 2949359"/>
                <a:gd name="T6" fmla="*/ 11796480 60000 65536"/>
                <a:gd name="T7" fmla="*/ 17694720 60000 65536"/>
                <a:gd name="T8" fmla="*/ 5898240 60000 65536"/>
                <a:gd name="T9" fmla="*/ 1706971 w 3054798"/>
                <a:gd name="T10" fmla="*/ 10227 h 2949359"/>
                <a:gd name="T11" fmla="*/ 2944700 w 3054798"/>
                <a:gd name="T12" fmla="*/ 924941 h 2949359"/>
              </a:gdLst>
              <a:ahLst/>
              <a:cxnLst>
                <a:cxn ang="T6">
                  <a:pos x="T0" y="T1"/>
                </a:cxn>
                <a:cxn ang="T7">
                  <a:pos x="T2" y="T3"/>
                </a:cxn>
                <a:cxn ang="T8">
                  <a:pos x="T4" y="T5"/>
                </a:cxn>
              </a:cxnLst>
              <a:rect l="T9" t="T10" r="T11" b="T12"/>
              <a:pathLst>
                <a:path w="3054798" h="2949359" stroke="0">
                  <a:moveTo>
                    <a:pt x="1706971" y="10227"/>
                  </a:moveTo>
                  <a:lnTo>
                    <a:pt x="1706970" y="10227"/>
                  </a:lnTo>
                  <a:cubicBezTo>
                    <a:pt x="2261765" y="73641"/>
                    <a:pt x="2736436" y="424436"/>
                    <a:pt x="2944699" y="924942"/>
                  </a:cubicBezTo>
                  <a:lnTo>
                    <a:pt x="1527399" y="1474680"/>
                  </a:lnTo>
                  <a:close/>
                </a:path>
                <a:path w="3054798" h="2949359" fill="none">
                  <a:moveTo>
                    <a:pt x="1706971" y="10227"/>
                  </a:moveTo>
                  <a:lnTo>
                    <a:pt x="1706970" y="10227"/>
                  </a:lnTo>
                  <a:cubicBezTo>
                    <a:pt x="2261765" y="73641"/>
                    <a:pt x="2736436" y="424436"/>
                    <a:pt x="2944699" y="924942"/>
                  </a:cubicBezTo>
                </a:path>
              </a:pathLst>
            </a:custGeom>
            <a:noFill/>
            <a:ln w="38100" cmpd="sng">
              <a:solidFill>
                <a:srgbClr val="F3C97F"/>
              </a:solidFill>
              <a:miter lim="800000"/>
              <a:headEnd/>
              <a:tailEnd/>
            </a:ln>
            <a:effectLst>
              <a:outerShdw dist="23000" dir="5400000" algn="ctr" rotWithShape="0">
                <a:srgbClr val="000000">
                  <a:alpha val="32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400">
                <a:latin typeface="微软雅黑" panose="020B0503020204020204" pitchFamily="34" charset="-122"/>
                <a:ea typeface="微软雅黑" panose="020B0503020204020204" pitchFamily="34" charset="-122"/>
              </a:endParaRPr>
            </a:p>
          </p:txBody>
        </p:sp>
        <p:cxnSp>
          <p:nvCxnSpPr>
            <p:cNvPr id="84" name="直接连接符 32">
              <a:extLst>
                <a:ext uri="{FF2B5EF4-FFF2-40B4-BE49-F238E27FC236}">
                  <a16:creationId xmlns:a16="http://schemas.microsoft.com/office/drawing/2014/main" id="{E254159C-1B35-41A5-8CB8-8A4F49C1FD4D}"/>
                </a:ext>
              </a:extLst>
            </p:cNvPr>
            <p:cNvCxnSpPr>
              <a:cxnSpLocks noChangeShapeType="1"/>
            </p:cNvCxnSpPr>
            <p:nvPr/>
          </p:nvCxnSpPr>
          <p:spPr bwMode="auto">
            <a:xfrm>
              <a:off x="5640532" y="1774248"/>
              <a:ext cx="1004887" cy="949325"/>
            </a:xfrm>
            <a:prstGeom prst="line">
              <a:avLst/>
            </a:prstGeom>
            <a:noFill/>
            <a:ln w="38100" cmpd="sng">
              <a:solidFill>
                <a:srgbClr val="C3C9D7"/>
              </a:solidFill>
              <a:round/>
              <a:headEnd/>
              <a:tailEnd/>
            </a:ln>
            <a:effectLst>
              <a:outerShdw dist="23000" dir="5400000" algn="ctr" rotWithShape="0">
                <a:srgbClr val="000000">
                  <a:alpha val="32999"/>
                </a:srgbClr>
              </a:outerShdw>
            </a:effectLst>
            <a:extLst>
              <a:ext uri="{909E8E84-426E-40DD-AFC4-6F175D3DCCD1}">
                <a14:hiddenFill xmlns:a14="http://schemas.microsoft.com/office/drawing/2010/main">
                  <a:noFill/>
                </a14:hiddenFill>
              </a:ext>
            </a:extLst>
          </p:spPr>
        </p:cxnSp>
        <p:graphicFrame>
          <p:nvGraphicFramePr>
            <p:cNvPr id="90" name="Object 31">
              <a:extLst>
                <a:ext uri="{FF2B5EF4-FFF2-40B4-BE49-F238E27FC236}">
                  <a16:creationId xmlns:a16="http://schemas.microsoft.com/office/drawing/2014/main" id="{4C24EEC7-D268-4A28-A21A-61760C366A6F}"/>
                </a:ext>
              </a:extLst>
            </p:cNvPr>
            <p:cNvGraphicFramePr>
              <a:graphicFrameLocks noChangeAspect="1"/>
            </p:cNvGraphicFramePr>
            <p:nvPr>
              <p:extLst>
                <p:ext uri="{D42A27DB-BD31-4B8C-83A1-F6EECF244321}">
                  <p14:modId xmlns:p14="http://schemas.microsoft.com/office/powerpoint/2010/main" val="898882628"/>
                </p:ext>
              </p:extLst>
            </p:nvPr>
          </p:nvGraphicFramePr>
          <p:xfrm>
            <a:off x="5864445" y="2155688"/>
            <a:ext cx="195718" cy="320063"/>
          </p:xfrm>
          <a:graphic>
            <a:graphicData uri="http://schemas.openxmlformats.org/presentationml/2006/ole">
              <mc:AlternateContent xmlns:mc="http://schemas.openxmlformats.org/markup-compatibility/2006">
                <mc:Choice xmlns:v="urn:schemas-microsoft-com:vml" Requires="v">
                  <p:oleObj spid="_x0000_s89658" r:id="rId9" imgW="178040" imgH="228818" progId="">
                    <p:embed/>
                  </p:oleObj>
                </mc:Choice>
                <mc:Fallback>
                  <p:oleObj r:id="rId9" imgW="178040" imgH="228818" progId="">
                    <p:embed/>
                    <p:pic>
                      <p:nvPicPr>
                        <p:cNvPr id="35871" name="Object 3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864445" y="2155688"/>
                          <a:ext cx="195718" cy="320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3" name="Object 34">
              <a:extLst>
                <a:ext uri="{FF2B5EF4-FFF2-40B4-BE49-F238E27FC236}">
                  <a16:creationId xmlns:a16="http://schemas.microsoft.com/office/drawing/2014/main" id="{EC64D495-4D1A-4A22-8297-537AA94952BB}"/>
                </a:ext>
              </a:extLst>
            </p:cNvPr>
            <p:cNvGraphicFramePr>
              <a:graphicFrameLocks noChangeAspect="1"/>
            </p:cNvGraphicFramePr>
            <p:nvPr>
              <p:extLst>
                <p:ext uri="{D42A27DB-BD31-4B8C-83A1-F6EECF244321}">
                  <p14:modId xmlns:p14="http://schemas.microsoft.com/office/powerpoint/2010/main" val="2664981105"/>
                </p:ext>
              </p:extLst>
            </p:nvPr>
          </p:nvGraphicFramePr>
          <p:xfrm>
            <a:off x="6658209" y="2500770"/>
            <a:ext cx="153778" cy="320063"/>
          </p:xfrm>
          <a:graphic>
            <a:graphicData uri="http://schemas.openxmlformats.org/presentationml/2006/ole">
              <mc:AlternateContent xmlns:mc="http://schemas.openxmlformats.org/markup-compatibility/2006">
                <mc:Choice xmlns:v="urn:schemas-microsoft-com:vml" Requires="v">
                  <p:oleObj spid="_x0000_s89659" r:id="rId11" imgW="140199" imgH="229215" progId="">
                    <p:embed/>
                  </p:oleObj>
                </mc:Choice>
                <mc:Fallback>
                  <p:oleObj r:id="rId11" imgW="140199" imgH="229215" progId="">
                    <p:embed/>
                    <p:pic>
                      <p:nvPicPr>
                        <p:cNvPr id="35874" name="Object 3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658209" y="2500770"/>
                          <a:ext cx="153778" cy="320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4" name="组合 3">
            <a:extLst>
              <a:ext uri="{FF2B5EF4-FFF2-40B4-BE49-F238E27FC236}">
                <a16:creationId xmlns:a16="http://schemas.microsoft.com/office/drawing/2014/main" id="{7EC18B4F-0072-4B79-B620-F09628E535C9}"/>
              </a:ext>
            </a:extLst>
          </p:cNvPr>
          <p:cNvGrpSpPr/>
          <p:nvPr/>
        </p:nvGrpSpPr>
        <p:grpSpPr>
          <a:xfrm>
            <a:off x="5534879" y="-135897"/>
            <a:ext cx="2540811" cy="3360030"/>
            <a:chOff x="5667519" y="-692727"/>
            <a:chExt cx="2619375" cy="3463925"/>
          </a:xfrm>
        </p:grpSpPr>
        <p:cxnSp>
          <p:nvCxnSpPr>
            <p:cNvPr id="80" name="直接连接符 34">
              <a:extLst>
                <a:ext uri="{FF2B5EF4-FFF2-40B4-BE49-F238E27FC236}">
                  <a16:creationId xmlns:a16="http://schemas.microsoft.com/office/drawing/2014/main" id="{9FBA3E9B-52D7-4E7B-A565-303E62ABA37E}"/>
                </a:ext>
              </a:extLst>
            </p:cNvPr>
            <p:cNvCxnSpPr>
              <a:cxnSpLocks noChangeShapeType="1"/>
            </p:cNvCxnSpPr>
            <p:nvPr/>
          </p:nvCxnSpPr>
          <p:spPr bwMode="auto">
            <a:xfrm>
              <a:off x="5667519" y="1307523"/>
              <a:ext cx="1485900" cy="1463675"/>
            </a:xfrm>
            <a:prstGeom prst="line">
              <a:avLst/>
            </a:prstGeom>
            <a:noFill/>
            <a:ln w="38100" cmpd="sng">
              <a:solidFill>
                <a:srgbClr val="C3C9D7"/>
              </a:solidFill>
              <a:round/>
              <a:headEnd/>
              <a:tailEnd/>
            </a:ln>
            <a:effectLst>
              <a:outerShdw dist="23000" dir="5400000" algn="ctr" rotWithShape="0">
                <a:srgbClr val="000000">
                  <a:alpha val="32999"/>
                </a:srgbClr>
              </a:outerShdw>
            </a:effectLst>
            <a:extLst>
              <a:ext uri="{909E8E84-426E-40DD-AFC4-6F175D3DCCD1}">
                <a14:hiddenFill xmlns:a14="http://schemas.microsoft.com/office/drawing/2010/main">
                  <a:noFill/>
                </a14:hiddenFill>
              </a:ext>
            </a:extLst>
          </p:spPr>
        </p:cxnSp>
        <p:sp>
          <p:nvSpPr>
            <p:cNvPr id="87" name="弧形 19">
              <a:extLst>
                <a:ext uri="{FF2B5EF4-FFF2-40B4-BE49-F238E27FC236}">
                  <a16:creationId xmlns:a16="http://schemas.microsoft.com/office/drawing/2014/main" id="{C0CA167D-EAF6-40B2-9448-812F04817B42}"/>
                </a:ext>
              </a:extLst>
            </p:cNvPr>
            <p:cNvSpPr>
              <a:spLocks noChangeArrowheads="1"/>
            </p:cNvSpPr>
            <p:nvPr/>
          </p:nvSpPr>
          <p:spPr bwMode="auto">
            <a:xfrm rot="10800000">
              <a:off x="5885007" y="-692727"/>
              <a:ext cx="2401887" cy="2949575"/>
            </a:xfrm>
            <a:custGeom>
              <a:avLst/>
              <a:gdLst>
                <a:gd name="T0" fmla="*/ 1706971 w 3054798"/>
                <a:gd name="T1" fmla="*/ 10227 h 2949359"/>
                <a:gd name="T2" fmla="*/ 1527399 w 3054798"/>
                <a:gd name="T3" fmla="*/ 1474680 h 2949359"/>
                <a:gd name="T4" fmla="*/ 3032760 w 3054798"/>
                <a:gd name="T5" fmla="*/ 1225076 h 2949359"/>
                <a:gd name="T6" fmla="*/ 11796480 60000 65536"/>
                <a:gd name="T7" fmla="*/ 17694720 60000 65536"/>
                <a:gd name="T8" fmla="*/ 5898240 60000 65536"/>
                <a:gd name="T9" fmla="*/ 1706971 w 3054798"/>
                <a:gd name="T10" fmla="*/ 10227 h 2949359"/>
                <a:gd name="T11" fmla="*/ 3032760 w 3054798"/>
                <a:gd name="T12" fmla="*/ 1225076 h 2949359"/>
              </a:gdLst>
              <a:ahLst/>
              <a:cxnLst>
                <a:cxn ang="T6">
                  <a:pos x="T0" y="T1"/>
                </a:cxn>
                <a:cxn ang="T7">
                  <a:pos x="T2" y="T3"/>
                </a:cxn>
                <a:cxn ang="T8">
                  <a:pos x="T4" y="T5"/>
                </a:cxn>
              </a:cxnLst>
              <a:rect l="T9" t="T10" r="T11" b="T12"/>
              <a:pathLst>
                <a:path w="3054798" h="2949359" stroke="0">
                  <a:moveTo>
                    <a:pt x="1706971" y="10227"/>
                  </a:moveTo>
                  <a:lnTo>
                    <a:pt x="1706970" y="10227"/>
                  </a:lnTo>
                  <a:cubicBezTo>
                    <a:pt x="2378791" y="87017"/>
                    <a:pt x="2918254" y="581339"/>
                    <a:pt x="3032760" y="1225076"/>
                  </a:cubicBezTo>
                  <a:lnTo>
                    <a:pt x="1527399" y="1474680"/>
                  </a:lnTo>
                  <a:close/>
                </a:path>
                <a:path w="3054798" h="2949359" fill="none">
                  <a:moveTo>
                    <a:pt x="1706971" y="10227"/>
                  </a:moveTo>
                  <a:lnTo>
                    <a:pt x="1706970" y="10227"/>
                  </a:lnTo>
                  <a:cubicBezTo>
                    <a:pt x="2378791" y="87017"/>
                    <a:pt x="2918254" y="581339"/>
                    <a:pt x="3032760" y="1225076"/>
                  </a:cubicBezTo>
                </a:path>
              </a:pathLst>
            </a:custGeom>
            <a:noFill/>
            <a:ln w="38100" cmpd="sng">
              <a:solidFill>
                <a:srgbClr val="F3C97F"/>
              </a:solidFill>
              <a:miter lim="800000"/>
              <a:headEnd/>
              <a:tailEnd/>
            </a:ln>
            <a:effectLst>
              <a:outerShdw dist="23000" dir="5400000" algn="ctr" rotWithShape="0">
                <a:srgbClr val="000000">
                  <a:alpha val="32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400">
                <a:latin typeface="微软雅黑" panose="020B0503020204020204" pitchFamily="34" charset="-122"/>
                <a:ea typeface="微软雅黑" panose="020B0503020204020204" pitchFamily="34" charset="-122"/>
              </a:endParaRPr>
            </a:p>
          </p:txBody>
        </p:sp>
        <p:graphicFrame>
          <p:nvGraphicFramePr>
            <p:cNvPr id="91" name="Object 32">
              <a:extLst>
                <a:ext uri="{FF2B5EF4-FFF2-40B4-BE49-F238E27FC236}">
                  <a16:creationId xmlns:a16="http://schemas.microsoft.com/office/drawing/2014/main" id="{72E8A160-5275-48D7-B529-53CF463671EF}"/>
                </a:ext>
              </a:extLst>
            </p:cNvPr>
            <p:cNvGraphicFramePr>
              <a:graphicFrameLocks noChangeAspect="1"/>
            </p:cNvGraphicFramePr>
            <p:nvPr>
              <p:extLst>
                <p:ext uri="{D42A27DB-BD31-4B8C-83A1-F6EECF244321}">
                  <p14:modId xmlns:p14="http://schemas.microsoft.com/office/powerpoint/2010/main" val="913377272"/>
                </p:ext>
              </p:extLst>
            </p:nvPr>
          </p:nvGraphicFramePr>
          <p:xfrm>
            <a:off x="6049367" y="1862368"/>
            <a:ext cx="209697" cy="320063"/>
          </p:xfrm>
          <a:graphic>
            <a:graphicData uri="http://schemas.openxmlformats.org/presentationml/2006/ole">
              <mc:AlternateContent xmlns:mc="http://schemas.openxmlformats.org/markup-compatibility/2006">
                <mc:Choice xmlns:v="urn:schemas-microsoft-com:vml" Requires="v">
                  <p:oleObj spid="_x0000_s89660" r:id="rId13" imgW="190983" imgH="229116" progId="">
                    <p:embed/>
                  </p:oleObj>
                </mc:Choice>
                <mc:Fallback>
                  <p:oleObj r:id="rId13" imgW="190983" imgH="229116" progId="">
                    <p:embed/>
                    <p:pic>
                      <p:nvPicPr>
                        <p:cNvPr id="35872" name="Object 3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049367" y="1862368"/>
                          <a:ext cx="209697" cy="320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4" name="Object 35">
              <a:extLst>
                <a:ext uri="{FF2B5EF4-FFF2-40B4-BE49-F238E27FC236}">
                  <a16:creationId xmlns:a16="http://schemas.microsoft.com/office/drawing/2014/main" id="{1D964FC7-AA4A-4D16-9E22-BBA726C08E8C}"/>
                </a:ext>
              </a:extLst>
            </p:cNvPr>
            <p:cNvGraphicFramePr>
              <a:graphicFrameLocks noChangeAspect="1"/>
            </p:cNvGraphicFramePr>
            <p:nvPr>
              <p:extLst>
                <p:ext uri="{D42A27DB-BD31-4B8C-83A1-F6EECF244321}">
                  <p14:modId xmlns:p14="http://schemas.microsoft.com/office/powerpoint/2010/main" val="678324741"/>
                </p:ext>
              </p:extLst>
            </p:nvPr>
          </p:nvGraphicFramePr>
          <p:xfrm>
            <a:off x="6965218" y="2276466"/>
            <a:ext cx="167758" cy="320063"/>
          </p:xfrm>
          <a:graphic>
            <a:graphicData uri="http://schemas.openxmlformats.org/presentationml/2006/ole">
              <mc:AlternateContent xmlns:mc="http://schemas.openxmlformats.org/markup-compatibility/2006">
                <mc:Choice xmlns:v="urn:schemas-microsoft-com:vml" Requires="v">
                  <p:oleObj spid="_x0000_s89661" r:id="rId15" imgW="152783" imgH="229016" progId="">
                    <p:embed/>
                  </p:oleObj>
                </mc:Choice>
                <mc:Fallback>
                  <p:oleObj r:id="rId15" imgW="152783" imgH="229016" progId="">
                    <p:embed/>
                    <p:pic>
                      <p:nvPicPr>
                        <p:cNvPr id="35875" name="Object 3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965218" y="2276466"/>
                          <a:ext cx="167758" cy="320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9" name="组合 8">
            <a:extLst>
              <a:ext uri="{FF2B5EF4-FFF2-40B4-BE49-F238E27FC236}">
                <a16:creationId xmlns:a16="http://schemas.microsoft.com/office/drawing/2014/main" id="{BFBF21C7-F68B-4CF8-A3D5-601936A7BD64}"/>
              </a:ext>
            </a:extLst>
          </p:cNvPr>
          <p:cNvGrpSpPr/>
          <p:nvPr/>
        </p:nvGrpSpPr>
        <p:grpSpPr>
          <a:xfrm>
            <a:off x="5142110" y="1113309"/>
            <a:ext cx="2641540" cy="5065704"/>
            <a:chOff x="5274750" y="597863"/>
            <a:chExt cx="2723219" cy="5222341"/>
          </a:xfrm>
        </p:grpSpPr>
        <p:cxnSp>
          <p:nvCxnSpPr>
            <p:cNvPr id="76" name="直接连接符 30">
              <a:extLst>
                <a:ext uri="{FF2B5EF4-FFF2-40B4-BE49-F238E27FC236}">
                  <a16:creationId xmlns:a16="http://schemas.microsoft.com/office/drawing/2014/main" id="{D2BB06DC-9B2F-4190-94E9-ECA40A3583D8}"/>
                </a:ext>
              </a:extLst>
            </p:cNvPr>
            <p:cNvCxnSpPr>
              <a:cxnSpLocks noChangeShapeType="1"/>
            </p:cNvCxnSpPr>
            <p:nvPr/>
          </p:nvCxnSpPr>
          <p:spPr bwMode="auto">
            <a:xfrm rot="5400000">
              <a:off x="5902467" y="2325110"/>
              <a:ext cx="811213" cy="14287"/>
            </a:xfrm>
            <a:prstGeom prst="line">
              <a:avLst/>
            </a:prstGeom>
            <a:noFill/>
            <a:ln w="9525" cmpd="sng">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77" name="直接连接符 31">
              <a:extLst>
                <a:ext uri="{FF2B5EF4-FFF2-40B4-BE49-F238E27FC236}">
                  <a16:creationId xmlns:a16="http://schemas.microsoft.com/office/drawing/2014/main" id="{0AAAE43D-BFE8-4BB9-8ACC-7D375E63EE40}"/>
                </a:ext>
              </a:extLst>
            </p:cNvPr>
            <p:cNvCxnSpPr>
              <a:cxnSpLocks noChangeShapeType="1"/>
            </p:cNvCxnSpPr>
            <p:nvPr/>
          </p:nvCxnSpPr>
          <p:spPr bwMode="auto">
            <a:xfrm rot="16200000" flipH="1">
              <a:off x="5966761" y="2187790"/>
              <a:ext cx="1103313" cy="28575"/>
            </a:xfrm>
            <a:prstGeom prst="line">
              <a:avLst/>
            </a:prstGeom>
            <a:noFill/>
            <a:ln w="9525" cmpd="sng">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86" name="直接连接符 17">
              <a:extLst>
                <a:ext uri="{FF2B5EF4-FFF2-40B4-BE49-F238E27FC236}">
                  <a16:creationId xmlns:a16="http://schemas.microsoft.com/office/drawing/2014/main" id="{FF18B7B2-250B-4264-A291-44E7757880EB}"/>
                </a:ext>
              </a:extLst>
            </p:cNvPr>
            <p:cNvCxnSpPr>
              <a:cxnSpLocks noChangeShapeType="1"/>
            </p:cNvCxnSpPr>
            <p:nvPr/>
          </p:nvCxnSpPr>
          <p:spPr bwMode="auto">
            <a:xfrm>
              <a:off x="5627832" y="807461"/>
              <a:ext cx="1966912" cy="1916112"/>
            </a:xfrm>
            <a:prstGeom prst="line">
              <a:avLst/>
            </a:prstGeom>
            <a:noFill/>
            <a:ln w="38100" cmpd="sng">
              <a:solidFill>
                <a:srgbClr val="C3C9D7"/>
              </a:solidFill>
              <a:round/>
              <a:headEnd/>
              <a:tailEnd/>
            </a:ln>
            <a:effectLst>
              <a:outerShdw dist="23000" dir="5400000" algn="ctr" rotWithShape="0">
                <a:srgbClr val="000000">
                  <a:alpha val="32999"/>
                </a:srgbClr>
              </a:outerShdw>
            </a:effectLst>
            <a:extLst>
              <a:ext uri="{909E8E84-426E-40DD-AFC4-6F175D3DCCD1}">
                <a14:hiddenFill xmlns:a14="http://schemas.microsoft.com/office/drawing/2010/main">
                  <a:noFill/>
                </a14:hiddenFill>
              </a:ext>
            </a:extLst>
          </p:spPr>
        </p:cxnSp>
        <p:graphicFrame>
          <p:nvGraphicFramePr>
            <p:cNvPr id="92" name="Object 33">
              <a:extLst>
                <a:ext uri="{FF2B5EF4-FFF2-40B4-BE49-F238E27FC236}">
                  <a16:creationId xmlns:a16="http://schemas.microsoft.com/office/drawing/2014/main" id="{86889651-B942-4998-8615-95D6DB6F6416}"/>
                </a:ext>
              </a:extLst>
            </p:cNvPr>
            <p:cNvGraphicFramePr>
              <a:graphicFrameLocks noChangeAspect="1"/>
            </p:cNvGraphicFramePr>
            <p:nvPr>
              <p:extLst>
                <p:ext uri="{D42A27DB-BD31-4B8C-83A1-F6EECF244321}">
                  <p14:modId xmlns:p14="http://schemas.microsoft.com/office/powerpoint/2010/main" val="1648021857"/>
                </p:ext>
              </p:extLst>
            </p:nvPr>
          </p:nvGraphicFramePr>
          <p:xfrm>
            <a:off x="6638238" y="1413761"/>
            <a:ext cx="209697" cy="320063"/>
          </p:xfrm>
          <a:graphic>
            <a:graphicData uri="http://schemas.openxmlformats.org/presentationml/2006/ole">
              <mc:AlternateContent xmlns:mc="http://schemas.openxmlformats.org/markup-compatibility/2006">
                <mc:Choice xmlns:v="urn:schemas-microsoft-com:vml" Requires="v">
                  <p:oleObj spid="_x0000_s89662" r:id="rId17" imgW="190983" imgH="229116" progId="">
                    <p:embed/>
                  </p:oleObj>
                </mc:Choice>
                <mc:Fallback>
                  <p:oleObj r:id="rId17" imgW="190983" imgH="229116" progId="">
                    <p:embed/>
                    <p:pic>
                      <p:nvPicPr>
                        <p:cNvPr id="35873" name="Object 3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638238" y="1413761"/>
                          <a:ext cx="209697" cy="320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5" name="Object 36">
              <a:extLst>
                <a:ext uri="{FF2B5EF4-FFF2-40B4-BE49-F238E27FC236}">
                  <a16:creationId xmlns:a16="http://schemas.microsoft.com/office/drawing/2014/main" id="{AE97C0DA-E4D1-4973-AA02-8E316C9E2E19}"/>
                </a:ext>
              </a:extLst>
            </p:cNvPr>
            <p:cNvGraphicFramePr>
              <a:graphicFrameLocks noChangeAspect="1"/>
            </p:cNvGraphicFramePr>
            <p:nvPr>
              <p:extLst>
                <p:ext uri="{D42A27DB-BD31-4B8C-83A1-F6EECF244321}">
                  <p14:modId xmlns:p14="http://schemas.microsoft.com/office/powerpoint/2010/main" val="1944435910"/>
                </p:ext>
              </p:extLst>
            </p:nvPr>
          </p:nvGraphicFramePr>
          <p:xfrm>
            <a:off x="7263655" y="2086671"/>
            <a:ext cx="167758" cy="320063"/>
          </p:xfrm>
          <a:graphic>
            <a:graphicData uri="http://schemas.openxmlformats.org/presentationml/2006/ole">
              <mc:AlternateContent xmlns:mc="http://schemas.openxmlformats.org/markup-compatibility/2006">
                <mc:Choice xmlns:v="urn:schemas-microsoft-com:vml" Requires="v">
                  <p:oleObj spid="_x0000_s89663" r:id="rId19" imgW="152783" imgH="229016" progId="">
                    <p:embed/>
                  </p:oleObj>
                </mc:Choice>
                <mc:Fallback>
                  <p:oleObj r:id="rId19" imgW="152783" imgH="229016" progId="">
                    <p:embed/>
                    <p:pic>
                      <p:nvPicPr>
                        <p:cNvPr id="35876" name="Object 36"/>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263655" y="2086671"/>
                          <a:ext cx="167758" cy="320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5" name="组合 4">
              <a:extLst>
                <a:ext uri="{FF2B5EF4-FFF2-40B4-BE49-F238E27FC236}">
                  <a16:creationId xmlns:a16="http://schemas.microsoft.com/office/drawing/2014/main" id="{7CE4C023-B9BA-40F5-8E19-BDF9E6032FAE}"/>
                </a:ext>
              </a:extLst>
            </p:cNvPr>
            <p:cNvGrpSpPr/>
            <p:nvPr/>
          </p:nvGrpSpPr>
          <p:grpSpPr>
            <a:xfrm>
              <a:off x="5377171" y="597863"/>
              <a:ext cx="2620798" cy="2516288"/>
              <a:chOff x="5377171" y="597863"/>
              <a:chExt cx="2620798" cy="2516288"/>
            </a:xfrm>
          </p:grpSpPr>
          <p:sp>
            <p:nvSpPr>
              <p:cNvPr id="52" name="TextBox 100">
                <a:extLst>
                  <a:ext uri="{FF2B5EF4-FFF2-40B4-BE49-F238E27FC236}">
                    <a16:creationId xmlns:a16="http://schemas.microsoft.com/office/drawing/2014/main" id="{E2347919-8223-45CE-91BE-23F93A7708F3}"/>
                  </a:ext>
                </a:extLst>
              </p:cNvPr>
              <p:cNvSpPr txBox="1">
                <a:spLocks noChangeArrowheads="1"/>
              </p:cNvSpPr>
              <p:nvPr/>
            </p:nvSpPr>
            <p:spPr bwMode="auto">
              <a:xfrm>
                <a:off x="6348833" y="775982"/>
                <a:ext cx="40267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400" dirty="0">
                    <a:latin typeface="微软雅黑" panose="020B0503020204020204" pitchFamily="34" charset="-122"/>
                    <a:ea typeface="微软雅黑" panose="020B0503020204020204" pitchFamily="34" charset="-122"/>
                  </a:rPr>
                  <a:t>(a)</a:t>
                </a:r>
                <a:endParaRPr lang="zh-CN" altLang="en-US" sz="1400" dirty="0">
                  <a:latin typeface="微软雅黑" panose="020B0503020204020204" pitchFamily="34" charset="-122"/>
                  <a:ea typeface="微软雅黑" panose="020B0503020204020204" pitchFamily="34" charset="-122"/>
                </a:endParaRPr>
              </a:p>
            </p:txBody>
          </p:sp>
          <p:cxnSp>
            <p:nvCxnSpPr>
              <p:cNvPr id="99" name="直接箭头连接符 53">
                <a:extLst>
                  <a:ext uri="{FF2B5EF4-FFF2-40B4-BE49-F238E27FC236}">
                    <a16:creationId xmlns:a16="http://schemas.microsoft.com/office/drawing/2014/main" id="{C515688C-800E-4427-8BEC-CD0D7CEF3022}"/>
                  </a:ext>
                </a:extLst>
              </p:cNvPr>
              <p:cNvCxnSpPr>
                <a:cxnSpLocks noChangeShapeType="1"/>
              </p:cNvCxnSpPr>
              <p:nvPr/>
            </p:nvCxnSpPr>
            <p:spPr bwMode="auto">
              <a:xfrm flipH="1" flipV="1">
                <a:off x="5642820" y="597863"/>
                <a:ext cx="13588" cy="2125710"/>
              </a:xfrm>
              <a:prstGeom prst="straightConnector1">
                <a:avLst/>
              </a:prstGeom>
              <a:noFill/>
              <a:ln w="9525" cmpd="sng">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100" name="直接箭头连接符 54">
                <a:extLst>
                  <a:ext uri="{FF2B5EF4-FFF2-40B4-BE49-F238E27FC236}">
                    <a16:creationId xmlns:a16="http://schemas.microsoft.com/office/drawing/2014/main" id="{51338C76-E9FD-42D4-9A7F-6FB85F1E9302}"/>
                  </a:ext>
                </a:extLst>
              </p:cNvPr>
              <p:cNvCxnSpPr>
                <a:cxnSpLocks noChangeShapeType="1"/>
              </p:cNvCxnSpPr>
              <p:nvPr/>
            </p:nvCxnSpPr>
            <p:spPr bwMode="auto">
              <a:xfrm>
                <a:off x="5656407" y="2739448"/>
                <a:ext cx="2341562" cy="1588"/>
              </a:xfrm>
              <a:prstGeom prst="straightConnector1">
                <a:avLst/>
              </a:prstGeom>
              <a:noFill/>
              <a:ln w="9525" cmpd="sng">
                <a:solidFill>
                  <a:srgbClr val="7F7F7F"/>
                </a:solidFill>
                <a:round/>
                <a:headEnd/>
                <a:tailEnd type="stealth" w="med" len="lg"/>
              </a:ln>
              <a:extLst>
                <a:ext uri="{909E8E84-426E-40DD-AFC4-6F175D3DCCD1}">
                  <a14:hiddenFill xmlns:a14="http://schemas.microsoft.com/office/drawing/2010/main">
                    <a:noFill/>
                  </a14:hiddenFill>
                </a:ext>
              </a:extLst>
            </p:spPr>
          </p:cxnSp>
          <p:graphicFrame>
            <p:nvGraphicFramePr>
              <p:cNvPr id="96" name="Object 37">
                <a:extLst>
                  <a:ext uri="{FF2B5EF4-FFF2-40B4-BE49-F238E27FC236}">
                    <a16:creationId xmlns:a16="http://schemas.microsoft.com/office/drawing/2014/main" id="{A46439B3-A3B8-43B2-9178-9923C6E90C98}"/>
                  </a:ext>
                </a:extLst>
              </p:cNvPr>
              <p:cNvGraphicFramePr>
                <a:graphicFrameLocks noChangeAspect="1"/>
              </p:cNvGraphicFramePr>
              <p:nvPr>
                <p:extLst>
                  <p:ext uri="{D42A27DB-BD31-4B8C-83A1-F6EECF244321}">
                    <p14:modId xmlns:p14="http://schemas.microsoft.com/office/powerpoint/2010/main" val="4260118719"/>
                  </p:ext>
                </p:extLst>
              </p:nvPr>
            </p:nvGraphicFramePr>
            <p:xfrm>
              <a:off x="7742023" y="2794088"/>
              <a:ext cx="195718" cy="320063"/>
            </p:xfrm>
            <a:graphic>
              <a:graphicData uri="http://schemas.openxmlformats.org/presentationml/2006/ole">
                <mc:AlternateContent xmlns:mc="http://schemas.openxmlformats.org/markup-compatibility/2006">
                  <mc:Choice xmlns:v="urn:schemas-microsoft-com:vml" Requires="v">
                    <p:oleObj spid="_x0000_s89664" r:id="rId21" imgW="178040" imgH="228818" progId="">
                      <p:embed/>
                    </p:oleObj>
                  </mc:Choice>
                  <mc:Fallback>
                    <p:oleObj r:id="rId21" imgW="178040" imgH="228818" progId="">
                      <p:embed/>
                      <p:pic>
                        <p:nvPicPr>
                          <p:cNvPr id="35877" name="Object 3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742023" y="2794088"/>
                            <a:ext cx="195718" cy="320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7" name="Object 38">
                <a:extLst>
                  <a:ext uri="{FF2B5EF4-FFF2-40B4-BE49-F238E27FC236}">
                    <a16:creationId xmlns:a16="http://schemas.microsoft.com/office/drawing/2014/main" id="{6B2D9D3B-406C-4642-A38F-73D160ADEE02}"/>
                  </a:ext>
                </a:extLst>
              </p:cNvPr>
              <p:cNvGraphicFramePr>
                <a:graphicFrameLocks noChangeAspect="1"/>
              </p:cNvGraphicFramePr>
              <p:nvPr>
                <p:extLst>
                  <p:ext uri="{D42A27DB-BD31-4B8C-83A1-F6EECF244321}">
                    <p14:modId xmlns:p14="http://schemas.microsoft.com/office/powerpoint/2010/main" val="1361065260"/>
                  </p:ext>
                </p:extLst>
              </p:nvPr>
            </p:nvGraphicFramePr>
            <p:xfrm>
              <a:off x="5377171" y="653793"/>
              <a:ext cx="209697" cy="320063"/>
            </p:xfrm>
            <a:graphic>
              <a:graphicData uri="http://schemas.openxmlformats.org/presentationml/2006/ole">
                <mc:AlternateContent xmlns:mc="http://schemas.openxmlformats.org/markup-compatibility/2006">
                  <mc:Choice xmlns:v="urn:schemas-microsoft-com:vml" Requires="v">
                    <p:oleObj spid="_x0000_s89665" r:id="rId22" imgW="190983" imgH="229116" progId="">
                      <p:embed/>
                    </p:oleObj>
                  </mc:Choice>
                  <mc:Fallback>
                    <p:oleObj r:id="rId22" imgW="190983" imgH="229116" progId="">
                      <p:embed/>
                      <p:pic>
                        <p:nvPicPr>
                          <p:cNvPr id="35878" name="Object 38"/>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5377171" y="653793"/>
                            <a:ext cx="209697" cy="320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8" name="Object 39">
                <a:extLst>
                  <a:ext uri="{FF2B5EF4-FFF2-40B4-BE49-F238E27FC236}">
                    <a16:creationId xmlns:a16="http://schemas.microsoft.com/office/drawing/2014/main" id="{C929A159-06A3-4758-A6A9-F28115CF63B3}"/>
                  </a:ext>
                </a:extLst>
              </p:cNvPr>
              <p:cNvGraphicFramePr>
                <a:graphicFrameLocks noChangeAspect="1"/>
              </p:cNvGraphicFramePr>
              <p:nvPr>
                <p:extLst>
                  <p:ext uri="{D42A27DB-BD31-4B8C-83A1-F6EECF244321}">
                    <p14:modId xmlns:p14="http://schemas.microsoft.com/office/powerpoint/2010/main" val="672436894"/>
                  </p:ext>
                </p:extLst>
              </p:nvPr>
            </p:nvGraphicFramePr>
            <p:xfrm>
              <a:off x="5465333" y="2791302"/>
              <a:ext cx="167259" cy="249255"/>
            </p:xfrm>
            <a:graphic>
              <a:graphicData uri="http://schemas.openxmlformats.org/presentationml/2006/ole">
                <mc:AlternateContent xmlns:mc="http://schemas.openxmlformats.org/markup-compatibility/2006">
                  <mc:Choice xmlns:v="urn:schemas-microsoft-com:vml" Requires="v">
                    <p:oleObj spid="_x0000_s89666" r:id="rId24" imgW="152717" imgH="178117" progId="">
                      <p:embed/>
                    </p:oleObj>
                  </mc:Choice>
                  <mc:Fallback>
                    <p:oleObj r:id="rId24" imgW="152717" imgH="178117" progId="">
                      <p:embed/>
                      <p:pic>
                        <p:nvPicPr>
                          <p:cNvPr id="35879" name="Object 3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65333" y="2791302"/>
                            <a:ext cx="167259" cy="249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cxnSp>
          <p:nvCxnSpPr>
            <p:cNvPr id="79" name="直接连接符 33">
              <a:extLst>
                <a:ext uri="{FF2B5EF4-FFF2-40B4-BE49-F238E27FC236}">
                  <a16:creationId xmlns:a16="http://schemas.microsoft.com/office/drawing/2014/main" id="{57C72FFA-7220-4745-83B9-1FFFEA4946C5}"/>
                </a:ext>
              </a:extLst>
            </p:cNvPr>
            <p:cNvCxnSpPr>
              <a:cxnSpLocks noChangeShapeType="1"/>
            </p:cNvCxnSpPr>
            <p:nvPr/>
          </p:nvCxnSpPr>
          <p:spPr bwMode="auto">
            <a:xfrm rot="5400000">
              <a:off x="5824681" y="2480684"/>
              <a:ext cx="533400" cy="12700"/>
            </a:xfrm>
            <a:prstGeom prst="line">
              <a:avLst/>
            </a:prstGeom>
            <a:noFill/>
            <a:ln w="9525" cmpd="sng">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58" name="直接连接符 12">
              <a:extLst>
                <a:ext uri="{FF2B5EF4-FFF2-40B4-BE49-F238E27FC236}">
                  <a16:creationId xmlns:a16="http://schemas.microsoft.com/office/drawing/2014/main" id="{1EE267EF-3895-4B62-A607-2E8B8E7AB441}"/>
                </a:ext>
              </a:extLst>
            </p:cNvPr>
            <p:cNvCxnSpPr>
              <a:cxnSpLocks noChangeShapeType="1"/>
            </p:cNvCxnSpPr>
            <p:nvPr/>
          </p:nvCxnSpPr>
          <p:spPr bwMode="auto">
            <a:xfrm rot="5400000">
              <a:off x="4738832" y="4101521"/>
              <a:ext cx="2673350" cy="15875"/>
            </a:xfrm>
            <a:prstGeom prst="line">
              <a:avLst/>
            </a:prstGeom>
            <a:noFill/>
            <a:ln w="9525" cmpd="sng">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59" name="直接连接符 13">
              <a:extLst>
                <a:ext uri="{FF2B5EF4-FFF2-40B4-BE49-F238E27FC236}">
                  <a16:creationId xmlns:a16="http://schemas.microsoft.com/office/drawing/2014/main" id="{4F02F42F-F053-40F1-AAB5-39E5F3B5E5BF}"/>
                </a:ext>
              </a:extLst>
            </p:cNvPr>
            <p:cNvCxnSpPr>
              <a:cxnSpLocks noChangeShapeType="1"/>
            </p:cNvCxnSpPr>
            <p:nvPr/>
          </p:nvCxnSpPr>
          <p:spPr bwMode="auto">
            <a:xfrm rot="5400000">
              <a:off x="4954732" y="4074533"/>
              <a:ext cx="2725738" cy="17463"/>
            </a:xfrm>
            <a:prstGeom prst="line">
              <a:avLst/>
            </a:prstGeom>
            <a:noFill/>
            <a:ln w="9525" cmpd="sng">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60" name="直接连接符 14">
              <a:extLst>
                <a:ext uri="{FF2B5EF4-FFF2-40B4-BE49-F238E27FC236}">
                  <a16:creationId xmlns:a16="http://schemas.microsoft.com/office/drawing/2014/main" id="{D70871D2-660F-4E8E-A6ED-3F0BA3D0A83D}"/>
                </a:ext>
              </a:extLst>
            </p:cNvPr>
            <p:cNvCxnSpPr>
              <a:cxnSpLocks noChangeShapeType="1"/>
            </p:cNvCxnSpPr>
            <p:nvPr/>
          </p:nvCxnSpPr>
          <p:spPr bwMode="auto">
            <a:xfrm rot="16200000" flipH="1">
              <a:off x="5203969" y="4084061"/>
              <a:ext cx="2674938" cy="17462"/>
            </a:xfrm>
            <a:prstGeom prst="line">
              <a:avLst/>
            </a:prstGeom>
            <a:noFill/>
            <a:ln w="9525" cmpd="sng">
              <a:solidFill>
                <a:srgbClr val="7F7F7F"/>
              </a:solidFill>
              <a:prstDash val="lgDash"/>
              <a:round/>
              <a:headEnd/>
              <a:tailEnd/>
            </a:ln>
            <a:extLst>
              <a:ext uri="{909E8E84-426E-40DD-AFC4-6F175D3DCCD1}">
                <a14:hiddenFill xmlns:a14="http://schemas.microsoft.com/office/drawing/2010/main">
                  <a:noFill/>
                </a14:hiddenFill>
              </a:ext>
            </a:extLst>
          </p:spPr>
        </p:cxnSp>
        <p:grpSp>
          <p:nvGrpSpPr>
            <p:cNvPr id="2" name="组合 1">
              <a:extLst>
                <a:ext uri="{FF2B5EF4-FFF2-40B4-BE49-F238E27FC236}">
                  <a16:creationId xmlns:a16="http://schemas.microsoft.com/office/drawing/2014/main" id="{7D211397-39D6-4F12-B4E9-7898DCD7AE5A}"/>
                </a:ext>
              </a:extLst>
            </p:cNvPr>
            <p:cNvGrpSpPr/>
            <p:nvPr/>
          </p:nvGrpSpPr>
          <p:grpSpPr>
            <a:xfrm>
              <a:off x="5274750" y="3249765"/>
              <a:ext cx="2166989" cy="2570439"/>
              <a:chOff x="5274750" y="3249765"/>
              <a:chExt cx="2166989" cy="2570439"/>
            </a:xfrm>
          </p:grpSpPr>
          <p:graphicFrame>
            <p:nvGraphicFramePr>
              <p:cNvPr id="61" name="Object 45">
                <a:extLst>
                  <a:ext uri="{FF2B5EF4-FFF2-40B4-BE49-F238E27FC236}">
                    <a16:creationId xmlns:a16="http://schemas.microsoft.com/office/drawing/2014/main" id="{41DB55C5-2B8E-4977-BAF1-1F38DBFB1D43}"/>
                  </a:ext>
                </a:extLst>
              </p:cNvPr>
              <p:cNvGraphicFramePr>
                <a:graphicFrameLocks noChangeAspect="1"/>
              </p:cNvGraphicFramePr>
              <p:nvPr>
                <p:extLst>
                  <p:ext uri="{D42A27DB-BD31-4B8C-83A1-F6EECF244321}">
                    <p14:modId xmlns:p14="http://schemas.microsoft.com/office/powerpoint/2010/main" val="2199686388"/>
                  </p:ext>
                </p:extLst>
              </p:nvPr>
            </p:nvGraphicFramePr>
            <p:xfrm>
              <a:off x="5281099" y="4464861"/>
              <a:ext cx="266702" cy="320063"/>
            </p:xfrm>
            <a:graphic>
              <a:graphicData uri="http://schemas.openxmlformats.org/presentationml/2006/ole">
                <mc:AlternateContent xmlns:mc="http://schemas.openxmlformats.org/markup-compatibility/2006">
                  <mc:Choice xmlns:v="urn:schemas-microsoft-com:vml" Requires="v">
                    <p:oleObj spid="_x0000_s89667" r:id="rId25" imgW="190983" imgH="229116" progId="">
                      <p:embed/>
                    </p:oleObj>
                  </mc:Choice>
                  <mc:Fallback>
                    <p:oleObj r:id="rId25" imgW="190983" imgH="229116" progId="">
                      <p:embed/>
                      <p:pic>
                        <p:nvPicPr>
                          <p:cNvPr id="35885" name="Object 45"/>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5281099" y="4464861"/>
                            <a:ext cx="266702" cy="320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2" name="Object 46">
                <a:extLst>
                  <a:ext uri="{FF2B5EF4-FFF2-40B4-BE49-F238E27FC236}">
                    <a16:creationId xmlns:a16="http://schemas.microsoft.com/office/drawing/2014/main" id="{39F8F8AB-DFA5-445E-953D-E493BB517740}"/>
                  </a:ext>
                </a:extLst>
              </p:cNvPr>
              <p:cNvGraphicFramePr>
                <a:graphicFrameLocks noChangeAspect="1"/>
              </p:cNvGraphicFramePr>
              <p:nvPr>
                <p:extLst>
                  <p:ext uri="{D42A27DB-BD31-4B8C-83A1-F6EECF244321}">
                    <p14:modId xmlns:p14="http://schemas.microsoft.com/office/powerpoint/2010/main" val="1601483346"/>
                  </p:ext>
                </p:extLst>
              </p:nvPr>
            </p:nvGraphicFramePr>
            <p:xfrm>
              <a:off x="5274750" y="4206050"/>
              <a:ext cx="284482" cy="320063"/>
            </p:xfrm>
            <a:graphic>
              <a:graphicData uri="http://schemas.openxmlformats.org/presentationml/2006/ole">
                <mc:AlternateContent xmlns:mc="http://schemas.openxmlformats.org/markup-compatibility/2006">
                  <mc:Choice xmlns:v="urn:schemas-microsoft-com:vml" Requires="v">
                    <p:oleObj spid="_x0000_s89668" r:id="rId27" imgW="203605" imgH="229016" progId="">
                      <p:embed/>
                    </p:oleObj>
                  </mc:Choice>
                  <mc:Fallback>
                    <p:oleObj r:id="rId27" imgW="203605" imgH="229016" progId="">
                      <p:embed/>
                      <p:pic>
                        <p:nvPicPr>
                          <p:cNvPr id="35886" name="Object 46"/>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5274750" y="4206050"/>
                            <a:ext cx="284482" cy="320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3" name="Object 47">
                <a:extLst>
                  <a:ext uri="{FF2B5EF4-FFF2-40B4-BE49-F238E27FC236}">
                    <a16:creationId xmlns:a16="http://schemas.microsoft.com/office/drawing/2014/main" id="{AA1342E0-CA42-4BF3-B357-7DE560F47CB4}"/>
                  </a:ext>
                </a:extLst>
              </p:cNvPr>
              <p:cNvGraphicFramePr>
                <a:graphicFrameLocks noChangeAspect="1"/>
              </p:cNvGraphicFramePr>
              <p:nvPr>
                <p:extLst>
                  <p:ext uri="{D42A27DB-BD31-4B8C-83A1-F6EECF244321}">
                    <p14:modId xmlns:p14="http://schemas.microsoft.com/office/powerpoint/2010/main" val="2334958018"/>
                  </p:ext>
                </p:extLst>
              </p:nvPr>
            </p:nvGraphicFramePr>
            <p:xfrm>
              <a:off x="5315605" y="3843713"/>
              <a:ext cx="266702" cy="320063"/>
            </p:xfrm>
            <a:graphic>
              <a:graphicData uri="http://schemas.openxmlformats.org/presentationml/2006/ole">
                <mc:AlternateContent xmlns:mc="http://schemas.openxmlformats.org/markup-compatibility/2006">
                  <mc:Choice xmlns:v="urn:schemas-microsoft-com:vml" Requires="v">
                    <p:oleObj spid="_x0000_s89669" r:id="rId29" imgW="190983" imgH="229116" progId="">
                      <p:embed/>
                    </p:oleObj>
                  </mc:Choice>
                  <mc:Fallback>
                    <p:oleObj r:id="rId29" imgW="190983" imgH="229116" progId="">
                      <p:embed/>
                      <p:pic>
                        <p:nvPicPr>
                          <p:cNvPr id="35887" name="Object 47"/>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5315605" y="3843713"/>
                            <a:ext cx="266702" cy="320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4" name="Object 48">
                <a:extLst>
                  <a:ext uri="{FF2B5EF4-FFF2-40B4-BE49-F238E27FC236}">
                    <a16:creationId xmlns:a16="http://schemas.microsoft.com/office/drawing/2014/main" id="{5719346C-5A77-4CEC-A296-2088932ECE6F}"/>
                  </a:ext>
                </a:extLst>
              </p:cNvPr>
              <p:cNvGraphicFramePr>
                <a:graphicFrameLocks noChangeAspect="1"/>
              </p:cNvGraphicFramePr>
              <p:nvPr>
                <p:extLst>
                  <p:ext uri="{D42A27DB-BD31-4B8C-83A1-F6EECF244321}">
                    <p14:modId xmlns:p14="http://schemas.microsoft.com/office/powerpoint/2010/main" val="64486743"/>
                  </p:ext>
                </p:extLst>
              </p:nvPr>
            </p:nvGraphicFramePr>
            <p:xfrm>
              <a:off x="5917872" y="5482703"/>
              <a:ext cx="301627" cy="320698"/>
            </p:xfrm>
            <a:graphic>
              <a:graphicData uri="http://schemas.openxmlformats.org/presentationml/2006/ole">
                <mc:AlternateContent xmlns:mc="http://schemas.openxmlformats.org/markup-compatibility/2006">
                  <mc:Choice xmlns:v="urn:schemas-microsoft-com:vml" Requires="v">
                    <p:oleObj spid="_x0000_s89670" r:id="rId31" imgW="216217" imgH="228917" progId="">
                      <p:embed/>
                    </p:oleObj>
                  </mc:Choice>
                  <mc:Fallback>
                    <p:oleObj r:id="rId31" imgW="216217" imgH="228917" progId="">
                      <p:embed/>
                      <p:pic>
                        <p:nvPicPr>
                          <p:cNvPr id="35888" name="Object 48"/>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5917872" y="5482703"/>
                            <a:ext cx="301627" cy="3206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5" name="Object 49">
                <a:extLst>
                  <a:ext uri="{FF2B5EF4-FFF2-40B4-BE49-F238E27FC236}">
                    <a16:creationId xmlns:a16="http://schemas.microsoft.com/office/drawing/2014/main" id="{47EE3B18-ECA9-4DA6-ABD6-7FE1EC08EDC2}"/>
                  </a:ext>
                </a:extLst>
              </p:cNvPr>
              <p:cNvGraphicFramePr>
                <a:graphicFrameLocks noChangeAspect="1"/>
              </p:cNvGraphicFramePr>
              <p:nvPr>
                <p:extLst>
                  <p:ext uri="{D42A27DB-BD31-4B8C-83A1-F6EECF244321}">
                    <p14:modId xmlns:p14="http://schemas.microsoft.com/office/powerpoint/2010/main" val="899914048"/>
                  </p:ext>
                </p:extLst>
              </p:nvPr>
            </p:nvGraphicFramePr>
            <p:xfrm>
              <a:off x="6169206" y="5499506"/>
              <a:ext cx="320677" cy="320698"/>
            </p:xfrm>
            <a:graphic>
              <a:graphicData uri="http://schemas.openxmlformats.org/presentationml/2006/ole">
                <mc:AlternateContent xmlns:mc="http://schemas.openxmlformats.org/markup-compatibility/2006">
                  <mc:Choice xmlns:v="urn:schemas-microsoft-com:vml" Requires="v">
                    <p:oleObj spid="_x0000_s89671" r:id="rId33" imgW="229215" imgH="229215" progId="">
                      <p:embed/>
                    </p:oleObj>
                  </mc:Choice>
                  <mc:Fallback>
                    <p:oleObj r:id="rId33" imgW="229215" imgH="229215" progId="">
                      <p:embed/>
                      <p:pic>
                        <p:nvPicPr>
                          <p:cNvPr id="35889" name="Object 49"/>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6169206" y="5499506"/>
                            <a:ext cx="320677" cy="3206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6" name="Object 50">
                <a:extLst>
                  <a:ext uri="{FF2B5EF4-FFF2-40B4-BE49-F238E27FC236}">
                    <a16:creationId xmlns:a16="http://schemas.microsoft.com/office/drawing/2014/main" id="{B6E08422-993C-42FB-99C2-54EF9FFC2082}"/>
                  </a:ext>
                </a:extLst>
              </p:cNvPr>
              <p:cNvGraphicFramePr>
                <a:graphicFrameLocks noChangeAspect="1"/>
              </p:cNvGraphicFramePr>
              <p:nvPr>
                <p:extLst>
                  <p:ext uri="{D42A27DB-BD31-4B8C-83A1-F6EECF244321}">
                    <p14:modId xmlns:p14="http://schemas.microsoft.com/office/powerpoint/2010/main" val="2894975878"/>
                  </p:ext>
                </p:extLst>
              </p:nvPr>
            </p:nvGraphicFramePr>
            <p:xfrm>
              <a:off x="6428180" y="5483241"/>
              <a:ext cx="319090" cy="319110"/>
            </p:xfrm>
            <a:graphic>
              <a:graphicData uri="http://schemas.openxmlformats.org/presentationml/2006/ole">
                <mc:AlternateContent xmlns:mc="http://schemas.openxmlformats.org/markup-compatibility/2006">
                  <mc:Choice xmlns:v="urn:schemas-microsoft-com:vml" Requires="v">
                    <p:oleObj spid="_x0000_s89672" r:id="rId35" imgW="229215" imgH="229215" progId="">
                      <p:embed/>
                    </p:oleObj>
                  </mc:Choice>
                  <mc:Fallback>
                    <p:oleObj r:id="rId35" imgW="229215" imgH="229215" progId="">
                      <p:embed/>
                      <p:pic>
                        <p:nvPicPr>
                          <p:cNvPr id="35890" name="Object 50"/>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6428180" y="5483241"/>
                            <a:ext cx="319090" cy="319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7" name="Object 51">
                <a:extLst>
                  <a:ext uri="{FF2B5EF4-FFF2-40B4-BE49-F238E27FC236}">
                    <a16:creationId xmlns:a16="http://schemas.microsoft.com/office/drawing/2014/main" id="{B10739FA-FF39-4C07-ABB2-43FD146D40AA}"/>
                  </a:ext>
                </a:extLst>
              </p:cNvPr>
              <p:cNvGraphicFramePr>
                <a:graphicFrameLocks noChangeAspect="1"/>
              </p:cNvGraphicFramePr>
              <p:nvPr>
                <p:extLst>
                  <p:ext uri="{D42A27DB-BD31-4B8C-83A1-F6EECF244321}">
                    <p14:modId xmlns:p14="http://schemas.microsoft.com/office/powerpoint/2010/main" val="1644789918"/>
                  </p:ext>
                </p:extLst>
              </p:nvPr>
            </p:nvGraphicFramePr>
            <p:xfrm>
              <a:off x="6093786" y="4548376"/>
              <a:ext cx="213361" cy="231157"/>
            </p:xfrm>
            <a:graphic>
              <a:graphicData uri="http://schemas.openxmlformats.org/presentationml/2006/ole">
                <mc:AlternateContent xmlns:mc="http://schemas.openxmlformats.org/markup-compatibility/2006">
                  <mc:Choice xmlns:v="urn:schemas-microsoft-com:vml" Requires="v">
                    <p:oleObj spid="_x0000_s89673" r:id="rId37" imgW="152783" imgH="165489" progId="">
                      <p:embed/>
                    </p:oleObj>
                  </mc:Choice>
                  <mc:Fallback>
                    <p:oleObj r:id="rId37" imgW="152783" imgH="165489" progId="">
                      <p:embed/>
                      <p:pic>
                        <p:nvPicPr>
                          <p:cNvPr id="35891" name="Object 51"/>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6093786" y="4548376"/>
                            <a:ext cx="213361" cy="2311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8" name="Object 52">
                <a:extLst>
                  <a:ext uri="{FF2B5EF4-FFF2-40B4-BE49-F238E27FC236}">
                    <a16:creationId xmlns:a16="http://schemas.microsoft.com/office/drawing/2014/main" id="{2038B01D-F66F-4C20-831C-268EF0A5B926}"/>
                  </a:ext>
                </a:extLst>
              </p:cNvPr>
              <p:cNvGraphicFramePr>
                <a:graphicFrameLocks noChangeAspect="1"/>
              </p:cNvGraphicFramePr>
              <p:nvPr>
                <p:extLst>
                  <p:ext uri="{D42A27DB-BD31-4B8C-83A1-F6EECF244321}">
                    <p14:modId xmlns:p14="http://schemas.microsoft.com/office/powerpoint/2010/main" val="103838894"/>
                  </p:ext>
                </p:extLst>
              </p:nvPr>
            </p:nvGraphicFramePr>
            <p:xfrm>
              <a:off x="6318073" y="4306817"/>
              <a:ext cx="213361" cy="231157"/>
            </p:xfrm>
            <a:graphic>
              <a:graphicData uri="http://schemas.openxmlformats.org/presentationml/2006/ole">
                <mc:AlternateContent xmlns:mc="http://schemas.openxmlformats.org/markup-compatibility/2006">
                  <mc:Choice xmlns:v="urn:schemas-microsoft-com:vml" Requires="v">
                    <p:oleObj spid="_x0000_s89674" r:id="rId39" imgW="152783" imgH="165489" progId="">
                      <p:embed/>
                    </p:oleObj>
                  </mc:Choice>
                  <mc:Fallback>
                    <p:oleObj r:id="rId39" imgW="152783" imgH="165489" progId="">
                      <p:embed/>
                      <p:pic>
                        <p:nvPicPr>
                          <p:cNvPr id="35892" name="Object 52"/>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6318073" y="4306817"/>
                            <a:ext cx="213361" cy="2311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9" name="Object 53">
                <a:extLst>
                  <a:ext uri="{FF2B5EF4-FFF2-40B4-BE49-F238E27FC236}">
                    <a16:creationId xmlns:a16="http://schemas.microsoft.com/office/drawing/2014/main" id="{69EF87DB-E699-4FFA-9A03-0B4FBDED3EF4}"/>
                  </a:ext>
                </a:extLst>
              </p:cNvPr>
              <p:cNvGraphicFramePr>
                <a:graphicFrameLocks noChangeAspect="1"/>
              </p:cNvGraphicFramePr>
              <p:nvPr>
                <p:extLst>
                  <p:ext uri="{D42A27DB-BD31-4B8C-83A1-F6EECF244321}">
                    <p14:modId xmlns:p14="http://schemas.microsoft.com/office/powerpoint/2010/main" val="2560259889"/>
                  </p:ext>
                </p:extLst>
              </p:nvPr>
            </p:nvGraphicFramePr>
            <p:xfrm>
              <a:off x="6628625" y="3869114"/>
              <a:ext cx="213361" cy="248938"/>
            </p:xfrm>
            <a:graphic>
              <a:graphicData uri="http://schemas.openxmlformats.org/presentationml/2006/ole">
                <mc:AlternateContent xmlns:mc="http://schemas.openxmlformats.org/markup-compatibility/2006">
                  <mc:Choice xmlns:v="urn:schemas-microsoft-com:vml" Requires="v">
                    <p:oleObj spid="_x0000_s89675" r:id="rId41" imgW="152717" imgH="178117" progId="">
                      <p:embed/>
                    </p:oleObj>
                  </mc:Choice>
                  <mc:Fallback>
                    <p:oleObj r:id="rId41" imgW="152717" imgH="178117" progId="">
                      <p:embed/>
                      <p:pic>
                        <p:nvPicPr>
                          <p:cNvPr id="35893" name="Object 53"/>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6628625" y="3869114"/>
                            <a:ext cx="213361" cy="248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0" name="Object 54">
                <a:extLst>
                  <a:ext uri="{FF2B5EF4-FFF2-40B4-BE49-F238E27FC236}">
                    <a16:creationId xmlns:a16="http://schemas.microsoft.com/office/drawing/2014/main" id="{051B100A-9972-409A-9337-0677916A22AE}"/>
                  </a:ext>
                </a:extLst>
              </p:cNvPr>
              <p:cNvGraphicFramePr>
                <a:graphicFrameLocks noChangeAspect="1"/>
              </p:cNvGraphicFramePr>
              <p:nvPr>
                <p:extLst>
                  <p:ext uri="{D42A27DB-BD31-4B8C-83A1-F6EECF244321}">
                    <p14:modId xmlns:p14="http://schemas.microsoft.com/office/powerpoint/2010/main" val="2284137055"/>
                  </p:ext>
                </p:extLst>
              </p:nvPr>
            </p:nvGraphicFramePr>
            <p:xfrm>
              <a:off x="5311052" y="3249765"/>
              <a:ext cx="231141" cy="195594"/>
            </p:xfrm>
            <a:graphic>
              <a:graphicData uri="http://schemas.openxmlformats.org/presentationml/2006/ole">
                <mc:AlternateContent xmlns:mc="http://schemas.openxmlformats.org/markup-compatibility/2006">
                  <mc:Choice xmlns:v="urn:schemas-microsoft-com:vml" Requires="v">
                    <p:oleObj spid="_x0000_s89676" r:id="rId43" imgW="165489" imgH="140078" progId="">
                      <p:embed/>
                    </p:oleObj>
                  </mc:Choice>
                  <mc:Fallback>
                    <p:oleObj r:id="rId43" imgW="165489" imgH="140078" progId="">
                      <p:embed/>
                      <p:pic>
                        <p:nvPicPr>
                          <p:cNvPr id="35894" name="Object 54"/>
                          <p:cNvPicPr>
                            <a:picLocks noChangeAspect="1" noChangeArrowheads="1"/>
                          </p:cNvPicPr>
                          <p:nvPr/>
                        </p:nvPicPr>
                        <p:blipFill>
                          <a:blip r:embed="rId44">
                            <a:extLst>
                              <a:ext uri="{28A0092B-C50C-407E-A947-70E740481C1C}">
                                <a14:useLocalDpi xmlns:a14="http://schemas.microsoft.com/office/drawing/2010/main" val="0"/>
                              </a:ext>
                            </a:extLst>
                          </a:blip>
                          <a:srcRect/>
                          <a:stretch>
                            <a:fillRect/>
                          </a:stretch>
                        </p:blipFill>
                        <p:spPr bwMode="auto">
                          <a:xfrm>
                            <a:off x="5311052" y="3249765"/>
                            <a:ext cx="231141" cy="195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71" name="直接连接符 25">
                <a:extLst>
                  <a:ext uri="{FF2B5EF4-FFF2-40B4-BE49-F238E27FC236}">
                    <a16:creationId xmlns:a16="http://schemas.microsoft.com/office/drawing/2014/main" id="{AACC314A-7B31-40B1-8FEC-5964DF4502BC}"/>
                  </a:ext>
                </a:extLst>
              </p:cNvPr>
              <p:cNvCxnSpPr>
                <a:cxnSpLocks noChangeShapeType="1"/>
              </p:cNvCxnSpPr>
              <p:nvPr/>
            </p:nvCxnSpPr>
            <p:spPr bwMode="auto">
              <a:xfrm>
                <a:off x="5635769" y="4617461"/>
                <a:ext cx="447675" cy="0"/>
              </a:xfrm>
              <a:prstGeom prst="line">
                <a:avLst/>
              </a:prstGeom>
              <a:noFill/>
              <a:ln w="9525" cmpd="sng">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72" name="直接连接符 26">
                <a:extLst>
                  <a:ext uri="{FF2B5EF4-FFF2-40B4-BE49-F238E27FC236}">
                    <a16:creationId xmlns:a16="http://schemas.microsoft.com/office/drawing/2014/main" id="{830D8E0E-BE6A-46BE-8716-AFD39DD9A2B6}"/>
                  </a:ext>
                </a:extLst>
              </p:cNvPr>
              <p:cNvCxnSpPr>
                <a:cxnSpLocks noChangeShapeType="1"/>
              </p:cNvCxnSpPr>
              <p:nvPr/>
            </p:nvCxnSpPr>
            <p:spPr bwMode="auto">
              <a:xfrm rot="10800000">
                <a:off x="5635769" y="4342823"/>
                <a:ext cx="690563" cy="1588"/>
              </a:xfrm>
              <a:prstGeom prst="line">
                <a:avLst/>
              </a:prstGeom>
              <a:noFill/>
              <a:ln w="9525" cmpd="sng">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73" name="直接连接符 27">
                <a:extLst>
                  <a:ext uri="{FF2B5EF4-FFF2-40B4-BE49-F238E27FC236}">
                    <a16:creationId xmlns:a16="http://schemas.microsoft.com/office/drawing/2014/main" id="{2781D96E-42D8-4C68-B558-5FA00B3E92EA}"/>
                  </a:ext>
                </a:extLst>
              </p:cNvPr>
              <p:cNvCxnSpPr>
                <a:cxnSpLocks noChangeShapeType="1"/>
              </p:cNvCxnSpPr>
              <p:nvPr/>
            </p:nvCxnSpPr>
            <p:spPr bwMode="auto">
              <a:xfrm rot="10800000" flipV="1">
                <a:off x="5618307" y="3961823"/>
                <a:ext cx="931862" cy="17463"/>
              </a:xfrm>
              <a:prstGeom prst="line">
                <a:avLst/>
              </a:prstGeom>
              <a:noFill/>
              <a:ln w="9525" cmpd="sng">
                <a:solidFill>
                  <a:srgbClr val="7F7F7F"/>
                </a:solidFill>
                <a:prstDash val="lgDash"/>
                <a:round/>
                <a:headEnd/>
                <a:tailEnd/>
              </a:ln>
              <a:extLst>
                <a:ext uri="{909E8E84-426E-40DD-AFC4-6F175D3DCCD1}">
                  <a14:hiddenFill xmlns:a14="http://schemas.microsoft.com/office/drawing/2010/main">
                    <a:noFill/>
                  </a14:hiddenFill>
                </a:ext>
              </a:extLst>
            </p:spPr>
          </p:cxnSp>
          <p:sp>
            <p:nvSpPr>
              <p:cNvPr id="55" name="TextBox 101">
                <a:extLst>
                  <a:ext uri="{FF2B5EF4-FFF2-40B4-BE49-F238E27FC236}">
                    <a16:creationId xmlns:a16="http://schemas.microsoft.com/office/drawing/2014/main" id="{556207A7-9962-4C4E-86EE-81FBD8FEFB59}"/>
                  </a:ext>
                </a:extLst>
              </p:cNvPr>
              <p:cNvSpPr txBox="1">
                <a:spLocks noChangeArrowheads="1"/>
              </p:cNvSpPr>
              <p:nvPr/>
            </p:nvSpPr>
            <p:spPr bwMode="auto">
              <a:xfrm>
                <a:off x="7023035" y="3954429"/>
                <a:ext cx="41870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400" dirty="0">
                    <a:latin typeface="微软雅黑" panose="020B0503020204020204" pitchFamily="34" charset="-122"/>
                    <a:ea typeface="微软雅黑" panose="020B0503020204020204" pitchFamily="34" charset="-122"/>
                  </a:rPr>
                  <a:t>(b)</a:t>
                </a:r>
                <a:endParaRPr lang="zh-CN" altLang="en-US" sz="1400" dirty="0">
                  <a:latin typeface="微软雅黑" panose="020B0503020204020204" pitchFamily="34" charset="-122"/>
                  <a:ea typeface="微软雅黑" panose="020B0503020204020204" pitchFamily="34" charset="-122"/>
                </a:endParaRPr>
              </a:p>
            </p:txBody>
          </p:sp>
        </p:grpSp>
      </p:grpSp>
      <p:sp>
        <p:nvSpPr>
          <p:cNvPr id="78" name="矩形 77">
            <a:extLst>
              <a:ext uri="{FF2B5EF4-FFF2-40B4-BE49-F238E27FC236}">
                <a16:creationId xmlns:a16="http://schemas.microsoft.com/office/drawing/2014/main" id="{E43979D1-47B9-48A3-999A-5E4E44F4BB4C}"/>
              </a:ext>
            </a:extLst>
          </p:cNvPr>
          <p:cNvSpPr/>
          <p:nvPr/>
        </p:nvSpPr>
        <p:spPr>
          <a:xfrm>
            <a:off x="467544" y="548680"/>
            <a:ext cx="5089855"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二、收入变动对消费者均衡的影响</a:t>
            </a:r>
          </a:p>
        </p:txBody>
      </p:sp>
      <p:sp>
        <p:nvSpPr>
          <p:cNvPr id="151" name="矩形 150">
            <a:extLst>
              <a:ext uri="{FF2B5EF4-FFF2-40B4-BE49-F238E27FC236}">
                <a16:creationId xmlns:a16="http://schemas.microsoft.com/office/drawing/2014/main" id="{44B2FD6A-ADC1-419E-BD32-72C79BDDECD3}"/>
              </a:ext>
            </a:extLst>
          </p:cNvPr>
          <p:cNvSpPr/>
          <p:nvPr/>
        </p:nvSpPr>
        <p:spPr>
          <a:xfrm>
            <a:off x="6537411" y="0"/>
            <a:ext cx="2606590" cy="369332"/>
          </a:xfrm>
          <a:prstGeom prst="rect">
            <a:avLst/>
          </a:prstGeom>
        </p:spPr>
        <p:txBody>
          <a:bodyPr wrap="squar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 第四节  消费者均衡</a:t>
            </a:r>
          </a:p>
        </p:txBody>
      </p:sp>
      <p:grpSp>
        <p:nvGrpSpPr>
          <p:cNvPr id="56" name="组合 55">
            <a:extLst>
              <a:ext uri="{FF2B5EF4-FFF2-40B4-BE49-F238E27FC236}">
                <a16:creationId xmlns:a16="http://schemas.microsoft.com/office/drawing/2014/main" id="{C15B1076-5C88-4EA1-98B0-4AFEE045F83C}"/>
              </a:ext>
            </a:extLst>
          </p:cNvPr>
          <p:cNvGrpSpPr/>
          <p:nvPr/>
        </p:nvGrpSpPr>
        <p:grpSpPr>
          <a:xfrm>
            <a:off x="467544" y="1504114"/>
            <a:ext cx="2483619" cy="461665"/>
            <a:chOff x="467544" y="1161144"/>
            <a:chExt cx="3806023" cy="659493"/>
          </a:xfrm>
        </p:grpSpPr>
        <p:sp>
          <p:nvSpPr>
            <p:cNvPr id="75" name="MH_Text_1">
              <a:extLst>
                <a:ext uri="{FF2B5EF4-FFF2-40B4-BE49-F238E27FC236}">
                  <a16:creationId xmlns:a16="http://schemas.microsoft.com/office/drawing/2014/main" id="{741EB1E4-62D3-4434-9BF1-C875FB858E2C}"/>
                </a:ext>
              </a:extLst>
            </p:cNvPr>
            <p:cNvSpPr/>
            <p:nvPr>
              <p:custDataLst>
                <p:tags r:id="rId2"/>
              </p:custDataLst>
            </p:nvPr>
          </p:nvSpPr>
          <p:spPr bwMode="auto">
            <a:xfrm>
              <a:off x="467544" y="1161144"/>
              <a:ext cx="3806023" cy="659493"/>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algn="ctr">
                <a:defRPr/>
              </a:pPr>
              <a:r>
                <a:rPr lang="zh-CN" altLang="en-US" sz="2000" spc="150" dirty="0">
                  <a:solidFill>
                    <a:srgbClr val="000000"/>
                  </a:solidFill>
                  <a:latin typeface="微软雅黑" panose="020B0503020204020204" pitchFamily="34" charset="-122"/>
                  <a:ea typeface="微软雅黑" panose="020B0503020204020204" pitchFamily="34" charset="-122"/>
                </a:rPr>
                <a:t>恩格尔曲线</a:t>
              </a:r>
            </a:p>
          </p:txBody>
        </p:sp>
        <p:sp>
          <p:nvSpPr>
            <p:cNvPr id="82" name="MH_Other_2">
              <a:extLst>
                <a:ext uri="{FF2B5EF4-FFF2-40B4-BE49-F238E27FC236}">
                  <a16:creationId xmlns:a16="http://schemas.microsoft.com/office/drawing/2014/main" id="{26D95FE3-4F23-4925-B27E-913B58FA5A6B}"/>
                </a:ext>
              </a:extLst>
            </p:cNvPr>
            <p:cNvSpPr/>
            <p:nvPr>
              <p:custDataLst>
                <p:tags r:id="rId3"/>
              </p:custDataLst>
            </p:nvPr>
          </p:nvSpPr>
          <p:spPr bwMode="auto">
            <a:xfrm rot="10800000">
              <a:off x="4004344" y="1240922"/>
              <a:ext cx="189743" cy="162838"/>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
        <p:nvSpPr>
          <p:cNvPr id="6" name="标注: 线形 5">
            <a:extLst>
              <a:ext uri="{FF2B5EF4-FFF2-40B4-BE49-F238E27FC236}">
                <a16:creationId xmlns:a16="http://schemas.microsoft.com/office/drawing/2014/main" id="{CC34B3D4-8757-4D6F-9A7E-AD2CEE241DC4}"/>
              </a:ext>
            </a:extLst>
          </p:cNvPr>
          <p:cNvSpPr/>
          <p:nvPr/>
        </p:nvSpPr>
        <p:spPr bwMode="auto">
          <a:xfrm>
            <a:off x="3546764" y="1113310"/>
            <a:ext cx="1595346" cy="852469"/>
          </a:xfrm>
          <a:prstGeom prst="borderCallout1">
            <a:avLst>
              <a:gd name="adj1" fmla="val 18750"/>
              <a:gd name="adj2" fmla="val -8333"/>
              <a:gd name="adj3" fmla="val 54291"/>
              <a:gd name="adj4" fmla="val -28601"/>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消费者收入扩展线的应用与扩展</a:t>
            </a:r>
          </a:p>
        </p:txBody>
      </p:sp>
    </p:spTree>
    <p:extLst>
      <p:ext uri="{BB962C8B-B14F-4D97-AF65-F5344CB8AC3E}">
        <p14:creationId xmlns:p14="http://schemas.microsoft.com/office/powerpoint/2010/main" val="1448932235"/>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barn(inVertical)">
                                      <p:cBhvr>
                                        <p:cTn id="7" dur="500"/>
                                        <p:tgtEl>
                                          <p:spTgt spid="5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4"/>
                                        </p:tgtEl>
                                        <p:attrNameLst>
                                          <p:attrName>style.visibility</p:attrName>
                                        </p:attrNameLst>
                                      </p:cBhvr>
                                      <p:to>
                                        <p:strVal val="visible"/>
                                      </p:to>
                                    </p:set>
                                    <p:animEffect transition="in" filter="fade">
                                      <p:cBhvr>
                                        <p:cTn id="17" dur="500"/>
                                        <p:tgtEl>
                                          <p:spTgt spid="7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1"/>
                                        </p:tgtEl>
                                        <p:attrNameLst>
                                          <p:attrName>style.visibility</p:attrName>
                                        </p:attrNameLst>
                                      </p:cBhvr>
                                      <p:to>
                                        <p:strVal val="visible"/>
                                      </p:to>
                                    </p:set>
                                    <p:animEffect transition="in" filter="fade">
                                      <p:cBhvr>
                                        <p:cTn id="32" dur="500"/>
                                        <p:tgtEl>
                                          <p:spTgt spid="81"/>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6" fill="hold" nodeType="clickEffect">
                                  <p:stCondLst>
                                    <p:cond delay="0"/>
                                  </p:stCondLst>
                                  <p:childTnLst>
                                    <p:set>
                                      <p:cBhvr>
                                        <p:cTn id="36" dur="1" fill="hold">
                                          <p:stCondLst>
                                            <p:cond delay="0"/>
                                          </p:stCondLst>
                                        </p:cTn>
                                        <p:tgtEl>
                                          <p:spTgt spid="26">
                                            <p:txEl>
                                              <p:pRg st="0" end="0"/>
                                            </p:txEl>
                                          </p:spTgt>
                                        </p:tgtEl>
                                        <p:attrNameLst>
                                          <p:attrName>style.visibility</p:attrName>
                                        </p:attrNameLst>
                                      </p:cBhvr>
                                      <p:to>
                                        <p:strVal val="visible"/>
                                      </p:to>
                                    </p:set>
                                    <p:animEffect transition="in" filter="strips(downRight)">
                                      <p:cBhvr>
                                        <p:cTn id="37" dur="500"/>
                                        <p:tgtEl>
                                          <p:spTgt spid="26">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8" presetClass="entr" presetSubtype="6" fill="hold" nodeType="clickEffect">
                                  <p:stCondLst>
                                    <p:cond delay="0"/>
                                  </p:stCondLst>
                                  <p:childTnLst>
                                    <p:set>
                                      <p:cBhvr>
                                        <p:cTn id="41" dur="1" fill="hold">
                                          <p:stCondLst>
                                            <p:cond delay="0"/>
                                          </p:stCondLst>
                                        </p:cTn>
                                        <p:tgtEl>
                                          <p:spTgt spid="26">
                                            <p:txEl>
                                              <p:pRg st="1" end="1"/>
                                            </p:txEl>
                                          </p:spTgt>
                                        </p:tgtEl>
                                        <p:attrNameLst>
                                          <p:attrName>style.visibility</p:attrName>
                                        </p:attrNameLst>
                                      </p:cBhvr>
                                      <p:to>
                                        <p:strVal val="visible"/>
                                      </p:to>
                                    </p:set>
                                    <p:animEffect transition="in" filter="strips(downRight)">
                                      <p:cBhvr>
                                        <p:cTn id="42" dur="500"/>
                                        <p:tgtEl>
                                          <p:spTgt spid="26">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8" presetClass="entr" presetSubtype="6" fill="hold" nodeType="clickEffect">
                                  <p:stCondLst>
                                    <p:cond delay="0"/>
                                  </p:stCondLst>
                                  <p:childTnLst>
                                    <p:set>
                                      <p:cBhvr>
                                        <p:cTn id="46" dur="1" fill="hold">
                                          <p:stCondLst>
                                            <p:cond delay="0"/>
                                          </p:stCondLst>
                                        </p:cTn>
                                        <p:tgtEl>
                                          <p:spTgt spid="26">
                                            <p:txEl>
                                              <p:pRg st="2" end="2"/>
                                            </p:txEl>
                                          </p:spTgt>
                                        </p:tgtEl>
                                        <p:attrNameLst>
                                          <p:attrName>style.visibility</p:attrName>
                                        </p:attrNameLst>
                                      </p:cBhvr>
                                      <p:to>
                                        <p:strVal val="visible"/>
                                      </p:to>
                                    </p:set>
                                    <p:animEffect transition="in" filter="strips(downRight)">
                                      <p:cBhvr>
                                        <p:cTn id="47" dur="500"/>
                                        <p:tgtEl>
                                          <p:spTgt spid="26">
                                            <p:txEl>
                                              <p:pRg st="2" end="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8" presetClass="entr" presetSubtype="6" fill="hold" nodeType="clickEffect">
                                  <p:stCondLst>
                                    <p:cond delay="0"/>
                                  </p:stCondLst>
                                  <p:childTnLst>
                                    <p:set>
                                      <p:cBhvr>
                                        <p:cTn id="51" dur="1" fill="hold">
                                          <p:stCondLst>
                                            <p:cond delay="0"/>
                                          </p:stCondLst>
                                        </p:cTn>
                                        <p:tgtEl>
                                          <p:spTgt spid="26">
                                            <p:txEl>
                                              <p:pRg st="3" end="3"/>
                                            </p:txEl>
                                          </p:spTgt>
                                        </p:tgtEl>
                                        <p:attrNameLst>
                                          <p:attrName>style.visibility</p:attrName>
                                        </p:attrNameLst>
                                      </p:cBhvr>
                                      <p:to>
                                        <p:strVal val="visible"/>
                                      </p:to>
                                    </p:set>
                                    <p:animEffect transition="in" filter="strips(downRight)">
                                      <p:cBhvr>
                                        <p:cTn id="52" dur="500"/>
                                        <p:tgtEl>
                                          <p:spTgt spid="2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3"/>
          <p:cNvSpPr>
            <a:spLocks noGrp="1" noChangeArrowheads="1"/>
          </p:cNvSpPr>
          <p:nvPr>
            <p:ph type="body" idx="4294967295"/>
          </p:nvPr>
        </p:nvSpPr>
        <p:spPr>
          <a:xfrm>
            <a:off x="878114" y="2234695"/>
            <a:ext cx="7100182" cy="3717217"/>
          </a:xfrm>
        </p:spPr>
        <p:txBody>
          <a:bodyPr/>
          <a:lstStyle/>
          <a:p>
            <a:pPr marL="538163" lvl="3" indent="-261938" defTabSz="457200" eaLnBrk="1" hangingPunct="1">
              <a:lnSpc>
                <a:spcPts val="3000"/>
              </a:lnSpc>
              <a:spcAft>
                <a:spcPts val="1800"/>
              </a:spcAft>
              <a:buFont typeface="Wingdings" panose="05000000000000000000" pitchFamily="2" charset="2"/>
              <a:buChar char="Ø"/>
              <a:defRPr/>
            </a:pPr>
            <a:r>
              <a:rPr lang="zh-CN" altLang="en-US" sz="1800" spc="150" dirty="0">
                <a:solidFill>
                  <a:srgbClr val="000000"/>
                </a:solidFill>
                <a:latin typeface="微软雅黑" panose="020B0503020204020204" pitchFamily="34" charset="-122"/>
                <a:ea typeface="微软雅黑" panose="020B0503020204020204" pitchFamily="34" charset="-122"/>
              </a:rPr>
              <a:t>价格对消费的影响：</a:t>
            </a:r>
            <a:endParaRPr lang="en-US" altLang="zh-CN" sz="1800" spc="150" dirty="0">
              <a:solidFill>
                <a:srgbClr val="000000"/>
              </a:solidFill>
              <a:latin typeface="微软雅黑" panose="020B0503020204020204" pitchFamily="34" charset="-122"/>
              <a:ea typeface="微软雅黑" panose="020B0503020204020204" pitchFamily="34" charset="-122"/>
            </a:endParaRPr>
          </a:p>
          <a:p>
            <a:pPr marL="763588" lvl="3" indent="-238125" defTabSz="457200" eaLnBrk="1" hangingPunct="1">
              <a:lnSpc>
                <a:spcPts val="2600"/>
              </a:lnSpc>
              <a:spcAft>
                <a:spcPts val="3000"/>
              </a:spcAft>
              <a:buFont typeface="Arial" panose="020B0604020202020204" pitchFamily="34" charset="0"/>
              <a:buChar char="•"/>
              <a:defRPr/>
            </a:pPr>
            <a:r>
              <a:rPr lang="zh-CN" altLang="en-US" sz="1600" dirty="0">
                <a:latin typeface="微软雅黑" panose="020B0503020204020204" pitchFamily="34" charset="-122"/>
                <a:ea typeface="微软雅黑" panose="020B0503020204020204" pitchFamily="34" charset="-122"/>
              </a:rPr>
              <a:t>价格变化</a:t>
            </a:r>
            <a:r>
              <a:rPr lang="en-US" altLang="zh-CN" sz="1600" dirty="0">
                <a:latin typeface="微软雅黑" panose="020B0503020204020204" pitchFamily="34" charset="-122"/>
                <a:ea typeface="微软雅黑" panose="020B0503020204020204" pitchFamily="34" charset="-122"/>
                <a:sym typeface="Wingdings" panose="05000000000000000000" pitchFamily="2" charset="2"/>
              </a:rPr>
              <a:t></a:t>
            </a:r>
            <a:r>
              <a:rPr lang="zh-CN" altLang="en-US" sz="1600" dirty="0">
                <a:latin typeface="微软雅黑" panose="020B0503020204020204" pitchFamily="34" charset="-122"/>
                <a:ea typeface="微软雅黑" panose="020B0503020204020204" pitchFamily="34" charset="-122"/>
              </a:rPr>
              <a:t>预算约束线变化</a:t>
            </a:r>
            <a:r>
              <a:rPr lang="en-US" altLang="zh-CN" sz="1600" dirty="0">
                <a:latin typeface="微软雅黑" panose="020B0503020204020204" pitchFamily="34" charset="-122"/>
                <a:ea typeface="微软雅黑" panose="020B0503020204020204" pitchFamily="34" charset="-122"/>
                <a:sym typeface="Wingdings" panose="05000000000000000000" pitchFamily="2" charset="2"/>
              </a:rPr>
              <a:t></a:t>
            </a:r>
            <a:r>
              <a:rPr lang="zh-CN" altLang="en-US" sz="1600" dirty="0">
                <a:latin typeface="微软雅黑" panose="020B0503020204020204" pitchFamily="34" charset="-122"/>
                <a:ea typeface="微软雅黑" panose="020B0503020204020204" pitchFamily="34" charset="-122"/>
              </a:rPr>
              <a:t>消费者均衡的变化</a:t>
            </a:r>
            <a:endParaRPr lang="en-US" altLang="zh-CN" sz="1600" dirty="0">
              <a:latin typeface="微软雅黑" panose="020B0503020204020204" pitchFamily="34" charset="-122"/>
              <a:ea typeface="微软雅黑" panose="020B0503020204020204" pitchFamily="34" charset="-122"/>
            </a:endParaRPr>
          </a:p>
          <a:p>
            <a:pPr marL="538163" lvl="3" indent="-261938" defTabSz="457200" eaLnBrk="1" hangingPunct="1">
              <a:lnSpc>
                <a:spcPts val="2600"/>
              </a:lnSpc>
              <a:spcAft>
                <a:spcPts val="1800"/>
              </a:spcAft>
              <a:buFont typeface="Wingdings" panose="05000000000000000000" pitchFamily="2" charset="2"/>
              <a:buChar char="Ø"/>
              <a:defRPr/>
            </a:pPr>
            <a:r>
              <a:rPr lang="zh-CN" altLang="en-US" sz="1800" spc="150" dirty="0">
                <a:solidFill>
                  <a:srgbClr val="000000"/>
                </a:solidFill>
                <a:latin typeface="微软雅黑" panose="020B0503020204020204" pitchFamily="34" charset="-122"/>
                <a:ea typeface="微软雅黑" panose="020B0503020204020204" pitchFamily="34" charset="-122"/>
              </a:rPr>
              <a:t>价格</a:t>
            </a:r>
            <a:r>
              <a:rPr lang="en-US" altLang="zh-CN" sz="1800" spc="150" dirty="0">
                <a:solidFill>
                  <a:srgbClr val="000000"/>
                </a:solidFill>
                <a:latin typeface="微软雅黑" panose="020B0503020204020204" pitchFamily="34" charset="-122"/>
                <a:ea typeface="微软雅黑" panose="020B0503020204020204" pitchFamily="34" charset="-122"/>
              </a:rPr>
              <a:t>-</a:t>
            </a:r>
            <a:r>
              <a:rPr lang="zh-CN" altLang="en-US" sz="1800" spc="150" dirty="0">
                <a:solidFill>
                  <a:srgbClr val="000000"/>
                </a:solidFill>
                <a:latin typeface="微软雅黑" panose="020B0503020204020204" pitchFamily="34" charset="-122"/>
                <a:ea typeface="微软雅黑" panose="020B0503020204020204" pitchFamily="34" charset="-122"/>
              </a:rPr>
              <a:t>消费扩展线：</a:t>
            </a:r>
            <a:endParaRPr lang="en-US" altLang="zh-CN" sz="1800" spc="150" dirty="0">
              <a:solidFill>
                <a:srgbClr val="000000"/>
              </a:solidFill>
              <a:latin typeface="微软雅黑" panose="020B0503020204020204" pitchFamily="34" charset="-122"/>
              <a:ea typeface="微软雅黑" panose="020B0503020204020204" pitchFamily="34" charset="-122"/>
            </a:endParaRPr>
          </a:p>
          <a:p>
            <a:pPr marL="763588" lvl="3" indent="-238125" defTabSz="457200" eaLnBrk="1" hangingPunct="1">
              <a:lnSpc>
                <a:spcPts val="2600"/>
              </a:lnSpc>
              <a:spcAft>
                <a:spcPts val="600"/>
              </a:spcAft>
              <a:buFont typeface="Arial" panose="020B0604020202020204" pitchFamily="34" charset="0"/>
              <a:buChar char="•"/>
              <a:defRPr/>
            </a:pPr>
            <a:r>
              <a:rPr lang="zh-CN" altLang="en-US" sz="1600" dirty="0">
                <a:latin typeface="微软雅黑" panose="020B0503020204020204" pitchFamily="34" charset="-122"/>
                <a:ea typeface="微软雅黑" panose="020B0503020204020204" pitchFamily="34" charset="-122"/>
              </a:rPr>
              <a:t>价格</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消费扩展线简称为价格扩展线，表示在消费者收入和其他商品价格不变的条件下，随着一种商品价格的变动，消费者均衡点变动的轨迹。</a:t>
            </a:r>
            <a:endParaRPr lang="en-US" altLang="zh-CN" sz="1600" dirty="0">
              <a:latin typeface="微软雅黑" panose="020B0503020204020204" pitchFamily="34" charset="-122"/>
              <a:ea typeface="微软雅黑" panose="020B0503020204020204" pitchFamily="34" charset="-122"/>
            </a:endParaRPr>
          </a:p>
          <a:p>
            <a:pPr marL="763588" lvl="3" indent="-238125" defTabSz="457200" eaLnBrk="1" hangingPunct="1">
              <a:lnSpc>
                <a:spcPts val="2600"/>
              </a:lnSpc>
              <a:spcAft>
                <a:spcPts val="1800"/>
              </a:spcAft>
              <a:buFont typeface="Arial" panose="020B0604020202020204" pitchFamily="34" charset="0"/>
              <a:buChar char="•"/>
              <a:defRPr/>
            </a:pPr>
            <a:r>
              <a:rPr lang="zh-CN" altLang="en-US" sz="1600" dirty="0">
                <a:latin typeface="微软雅黑" panose="020B0503020204020204" pitchFamily="34" charset="-122"/>
                <a:ea typeface="微软雅黑" panose="020B0503020204020204" pitchFamily="34" charset="-122"/>
              </a:rPr>
              <a:t>其实就是需求曲线的另外一种形式</a:t>
            </a:r>
          </a:p>
          <a:p>
            <a:pPr marL="538163" lvl="3" indent="-261938" defTabSz="457200" eaLnBrk="1" hangingPunct="1">
              <a:lnSpc>
                <a:spcPts val="2600"/>
              </a:lnSpc>
              <a:spcAft>
                <a:spcPts val="1800"/>
              </a:spcAft>
              <a:buFont typeface="Wingdings" panose="05000000000000000000" pitchFamily="2" charset="2"/>
              <a:buChar char="Ø"/>
              <a:defRPr/>
            </a:pPr>
            <a:endParaRPr lang="en-US" altLang="zh-CN" sz="1600" spc="150" dirty="0">
              <a:solidFill>
                <a:srgbClr val="000000"/>
              </a:solidFill>
              <a:latin typeface="微软雅黑" panose="020B0503020204020204" pitchFamily="34" charset="-122"/>
              <a:ea typeface="微软雅黑" panose="020B0503020204020204" pitchFamily="34" charset="-122"/>
            </a:endParaRPr>
          </a:p>
          <a:p>
            <a:pPr marL="538163" lvl="3" indent="-261938" defTabSz="457200" eaLnBrk="1" hangingPunct="1">
              <a:lnSpc>
                <a:spcPts val="2600"/>
              </a:lnSpc>
              <a:spcAft>
                <a:spcPts val="1800"/>
              </a:spcAft>
              <a:buFont typeface="Wingdings" panose="05000000000000000000" pitchFamily="2" charset="2"/>
              <a:buChar char="Ø"/>
              <a:defRPr/>
            </a:pPr>
            <a:endParaRPr lang="en-US" altLang="zh-CN" sz="1600" spc="150" dirty="0">
              <a:solidFill>
                <a:srgbClr val="000000"/>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C7E664C1-3CCD-4B9E-85ED-A258B7B373EC}"/>
              </a:ext>
            </a:extLst>
          </p:cNvPr>
          <p:cNvSpPr/>
          <p:nvPr/>
        </p:nvSpPr>
        <p:spPr>
          <a:xfrm>
            <a:off x="6537411" y="0"/>
            <a:ext cx="2606590" cy="369332"/>
          </a:xfrm>
          <a:prstGeom prst="rect">
            <a:avLst/>
          </a:prstGeom>
        </p:spPr>
        <p:txBody>
          <a:bodyPr wrap="squar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 第四节  消费者均衡</a:t>
            </a:r>
          </a:p>
        </p:txBody>
      </p:sp>
      <p:sp>
        <p:nvSpPr>
          <p:cNvPr id="10" name="矩形 9">
            <a:extLst>
              <a:ext uri="{FF2B5EF4-FFF2-40B4-BE49-F238E27FC236}">
                <a16:creationId xmlns:a16="http://schemas.microsoft.com/office/drawing/2014/main" id="{CFDCEBDF-8429-424E-9B52-D64D1FB7660B}"/>
              </a:ext>
            </a:extLst>
          </p:cNvPr>
          <p:cNvSpPr/>
          <p:nvPr/>
        </p:nvSpPr>
        <p:spPr>
          <a:xfrm>
            <a:off x="467544" y="548680"/>
            <a:ext cx="5089855"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三、价格变动对消费者均衡的影响</a:t>
            </a:r>
          </a:p>
        </p:txBody>
      </p:sp>
      <p:grpSp>
        <p:nvGrpSpPr>
          <p:cNvPr id="7" name="组合 6">
            <a:extLst>
              <a:ext uri="{FF2B5EF4-FFF2-40B4-BE49-F238E27FC236}">
                <a16:creationId xmlns:a16="http://schemas.microsoft.com/office/drawing/2014/main" id="{A8D9468D-00EE-47EF-98CA-F5CD5ED78683}"/>
              </a:ext>
            </a:extLst>
          </p:cNvPr>
          <p:cNvGrpSpPr/>
          <p:nvPr/>
        </p:nvGrpSpPr>
        <p:grpSpPr>
          <a:xfrm>
            <a:off x="467544" y="1504114"/>
            <a:ext cx="2483619" cy="461665"/>
            <a:chOff x="467544" y="1161144"/>
            <a:chExt cx="3806023" cy="659493"/>
          </a:xfrm>
        </p:grpSpPr>
        <p:sp>
          <p:nvSpPr>
            <p:cNvPr id="11" name="MH_Text_1">
              <a:extLst>
                <a:ext uri="{FF2B5EF4-FFF2-40B4-BE49-F238E27FC236}">
                  <a16:creationId xmlns:a16="http://schemas.microsoft.com/office/drawing/2014/main" id="{A0E7EEA9-591E-4E8A-A22B-B5CEB3B32D35}"/>
                </a:ext>
              </a:extLst>
            </p:cNvPr>
            <p:cNvSpPr/>
            <p:nvPr>
              <p:custDataLst>
                <p:tags r:id="rId1"/>
              </p:custDataLst>
            </p:nvPr>
          </p:nvSpPr>
          <p:spPr bwMode="auto">
            <a:xfrm>
              <a:off x="467544" y="1161144"/>
              <a:ext cx="3806023" cy="659493"/>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algn="ctr">
                <a:defRPr/>
              </a:pPr>
              <a:r>
                <a:rPr lang="zh-CN" altLang="en-US" sz="2000" spc="150" dirty="0">
                  <a:solidFill>
                    <a:srgbClr val="000000"/>
                  </a:solidFill>
                  <a:latin typeface="微软雅黑" panose="020B0503020204020204" pitchFamily="34" charset="-122"/>
                  <a:ea typeface="微软雅黑" panose="020B0503020204020204" pitchFamily="34" charset="-122"/>
                </a:rPr>
                <a:t>价格</a:t>
              </a:r>
              <a:r>
                <a:rPr lang="en-US" altLang="zh-CN" sz="2000" spc="150" dirty="0">
                  <a:solidFill>
                    <a:srgbClr val="000000"/>
                  </a:solidFill>
                  <a:latin typeface="微软雅黑" panose="020B0503020204020204" pitchFamily="34" charset="-122"/>
                  <a:ea typeface="微软雅黑" panose="020B0503020204020204" pitchFamily="34" charset="-122"/>
                </a:rPr>
                <a:t>-</a:t>
              </a:r>
              <a:r>
                <a:rPr lang="zh-CN" altLang="en-US" sz="2000" spc="150" dirty="0">
                  <a:solidFill>
                    <a:srgbClr val="000000"/>
                  </a:solidFill>
                  <a:latin typeface="微软雅黑" panose="020B0503020204020204" pitchFamily="34" charset="-122"/>
                  <a:ea typeface="微软雅黑" panose="020B0503020204020204" pitchFamily="34" charset="-122"/>
                </a:rPr>
                <a:t>消费扩展线</a:t>
              </a:r>
            </a:p>
          </p:txBody>
        </p:sp>
        <p:sp>
          <p:nvSpPr>
            <p:cNvPr id="12" name="MH_Other_2">
              <a:extLst>
                <a:ext uri="{FF2B5EF4-FFF2-40B4-BE49-F238E27FC236}">
                  <a16:creationId xmlns:a16="http://schemas.microsoft.com/office/drawing/2014/main" id="{ADE9FD4C-B033-4DB1-896E-DEA3BCDA49CB}"/>
                </a:ext>
              </a:extLst>
            </p:cNvPr>
            <p:cNvSpPr/>
            <p:nvPr>
              <p:custDataLst>
                <p:tags r:id="rId2"/>
              </p:custDataLst>
            </p:nvPr>
          </p:nvSpPr>
          <p:spPr bwMode="auto">
            <a:xfrm rot="10800000">
              <a:off x="4004344" y="1240922"/>
              <a:ext cx="189743" cy="162838"/>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Tree>
    <p:extLst>
      <p:ext uri="{BB962C8B-B14F-4D97-AF65-F5344CB8AC3E}">
        <p14:creationId xmlns:p14="http://schemas.microsoft.com/office/powerpoint/2010/main" val="3769871602"/>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8" presetClass="entr" presetSubtype="6" fill="hold" grpId="0" nodeType="clickEffect">
                                  <p:stCondLst>
                                    <p:cond delay="0"/>
                                  </p:stCondLst>
                                  <p:childTnLst>
                                    <p:set>
                                      <p:cBhvr>
                                        <p:cTn id="14" dur="1" fill="hold">
                                          <p:stCondLst>
                                            <p:cond delay="0"/>
                                          </p:stCondLst>
                                        </p:cTn>
                                        <p:tgtEl>
                                          <p:spTgt spid="29698">
                                            <p:txEl>
                                              <p:pRg st="0" end="0"/>
                                            </p:txEl>
                                          </p:spTgt>
                                        </p:tgtEl>
                                        <p:attrNameLst>
                                          <p:attrName>style.visibility</p:attrName>
                                        </p:attrNameLst>
                                      </p:cBhvr>
                                      <p:to>
                                        <p:strVal val="visible"/>
                                      </p:to>
                                    </p:set>
                                    <p:animEffect transition="in" filter="strips(downRight)">
                                      <p:cBhvr>
                                        <p:cTn id="15" dur="500"/>
                                        <p:tgtEl>
                                          <p:spTgt spid="29698">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8" presetClass="entr" presetSubtype="6" fill="hold" grpId="0" nodeType="clickEffect">
                                  <p:stCondLst>
                                    <p:cond delay="0"/>
                                  </p:stCondLst>
                                  <p:childTnLst>
                                    <p:set>
                                      <p:cBhvr>
                                        <p:cTn id="19" dur="1" fill="hold">
                                          <p:stCondLst>
                                            <p:cond delay="0"/>
                                          </p:stCondLst>
                                        </p:cTn>
                                        <p:tgtEl>
                                          <p:spTgt spid="29698">
                                            <p:txEl>
                                              <p:pRg st="1" end="1"/>
                                            </p:txEl>
                                          </p:spTgt>
                                        </p:tgtEl>
                                        <p:attrNameLst>
                                          <p:attrName>style.visibility</p:attrName>
                                        </p:attrNameLst>
                                      </p:cBhvr>
                                      <p:to>
                                        <p:strVal val="visible"/>
                                      </p:to>
                                    </p:set>
                                    <p:animEffect transition="in" filter="strips(downRight)">
                                      <p:cBhvr>
                                        <p:cTn id="20" dur="500"/>
                                        <p:tgtEl>
                                          <p:spTgt spid="29698">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8" presetClass="entr" presetSubtype="6" fill="hold" grpId="0" nodeType="clickEffect">
                                  <p:stCondLst>
                                    <p:cond delay="0"/>
                                  </p:stCondLst>
                                  <p:childTnLst>
                                    <p:set>
                                      <p:cBhvr>
                                        <p:cTn id="24" dur="1" fill="hold">
                                          <p:stCondLst>
                                            <p:cond delay="0"/>
                                          </p:stCondLst>
                                        </p:cTn>
                                        <p:tgtEl>
                                          <p:spTgt spid="29698">
                                            <p:txEl>
                                              <p:pRg st="2" end="2"/>
                                            </p:txEl>
                                          </p:spTgt>
                                        </p:tgtEl>
                                        <p:attrNameLst>
                                          <p:attrName>style.visibility</p:attrName>
                                        </p:attrNameLst>
                                      </p:cBhvr>
                                      <p:to>
                                        <p:strVal val="visible"/>
                                      </p:to>
                                    </p:set>
                                    <p:animEffect transition="in" filter="strips(downRight)">
                                      <p:cBhvr>
                                        <p:cTn id="25" dur="500"/>
                                        <p:tgtEl>
                                          <p:spTgt spid="29698">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8" presetClass="entr" presetSubtype="6" fill="hold" grpId="0" nodeType="clickEffect">
                                  <p:stCondLst>
                                    <p:cond delay="0"/>
                                  </p:stCondLst>
                                  <p:childTnLst>
                                    <p:set>
                                      <p:cBhvr>
                                        <p:cTn id="29" dur="1" fill="hold">
                                          <p:stCondLst>
                                            <p:cond delay="0"/>
                                          </p:stCondLst>
                                        </p:cTn>
                                        <p:tgtEl>
                                          <p:spTgt spid="29698">
                                            <p:txEl>
                                              <p:pRg st="3" end="3"/>
                                            </p:txEl>
                                          </p:spTgt>
                                        </p:tgtEl>
                                        <p:attrNameLst>
                                          <p:attrName>style.visibility</p:attrName>
                                        </p:attrNameLst>
                                      </p:cBhvr>
                                      <p:to>
                                        <p:strVal val="visible"/>
                                      </p:to>
                                    </p:set>
                                    <p:animEffect transition="in" filter="strips(downRight)">
                                      <p:cBhvr>
                                        <p:cTn id="30" dur="500"/>
                                        <p:tgtEl>
                                          <p:spTgt spid="29698">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8" presetClass="entr" presetSubtype="6" fill="hold" grpId="0" nodeType="clickEffect">
                                  <p:stCondLst>
                                    <p:cond delay="0"/>
                                  </p:stCondLst>
                                  <p:childTnLst>
                                    <p:set>
                                      <p:cBhvr>
                                        <p:cTn id="34" dur="1" fill="hold">
                                          <p:stCondLst>
                                            <p:cond delay="0"/>
                                          </p:stCondLst>
                                        </p:cTn>
                                        <p:tgtEl>
                                          <p:spTgt spid="29698">
                                            <p:txEl>
                                              <p:pRg st="4" end="4"/>
                                            </p:txEl>
                                          </p:spTgt>
                                        </p:tgtEl>
                                        <p:attrNameLst>
                                          <p:attrName>style.visibility</p:attrName>
                                        </p:attrNameLst>
                                      </p:cBhvr>
                                      <p:to>
                                        <p:strVal val="visible"/>
                                      </p:to>
                                    </p:set>
                                    <p:animEffect transition="in" filter="strips(downRight)">
                                      <p:cBhvr>
                                        <p:cTn id="35" dur="500"/>
                                        <p:tgtEl>
                                          <p:spTgt spid="2969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8" grpId="0" uiExpand="1" build="p" autoUpdateAnimBg="0"/>
      <p:bldP spid="10"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01" name="弧形 16"/>
          <p:cNvSpPr>
            <a:spLocks noChangeArrowheads="1"/>
          </p:cNvSpPr>
          <p:nvPr/>
        </p:nvSpPr>
        <p:spPr bwMode="auto">
          <a:xfrm rot="3216644">
            <a:off x="309501" y="1241425"/>
            <a:ext cx="3140075" cy="4375151"/>
          </a:xfrm>
          <a:custGeom>
            <a:avLst/>
            <a:gdLst>
              <a:gd name="T0" fmla="*/ 2280249 w 2899922"/>
              <a:gd name="T1" fmla="*/ 442053 h 4906666"/>
              <a:gd name="T2" fmla="*/ 1449961 w 2899922"/>
              <a:gd name="T3" fmla="*/ 2453333 h 4906666"/>
              <a:gd name="T4" fmla="*/ 2846085 w 2899922"/>
              <a:gd name="T5" fmla="*/ 3115650 h 4906666"/>
              <a:gd name="T6" fmla="*/ 11796480 60000 65536"/>
              <a:gd name="T7" fmla="*/ 11796480 60000 65536"/>
              <a:gd name="T8" fmla="*/ 5898240 60000 65536"/>
              <a:gd name="T9" fmla="*/ 2280249 w 2899922"/>
              <a:gd name="T10" fmla="*/ 442053 h 4906666"/>
              <a:gd name="T11" fmla="*/ 2899922 w 2899922"/>
              <a:gd name="T12" fmla="*/ 3115650 h 4906666"/>
            </a:gdLst>
            <a:ahLst/>
            <a:cxnLst>
              <a:cxn ang="T6">
                <a:pos x="T0" y="T1"/>
              </a:cxn>
              <a:cxn ang="T7">
                <a:pos x="T2" y="T3"/>
              </a:cxn>
              <a:cxn ang="T8">
                <a:pos x="T4" y="T5"/>
              </a:cxn>
            </a:cxnLst>
            <a:rect l="T9" t="T10" r="T11" b="T12"/>
            <a:pathLst>
              <a:path w="2899922" h="4906666" stroke="0">
                <a:moveTo>
                  <a:pt x="2280249" y="442053"/>
                </a:moveTo>
                <a:lnTo>
                  <a:pt x="2280249" y="442052"/>
                </a:lnTo>
                <a:cubicBezTo>
                  <a:pt x="2668566" y="900979"/>
                  <a:pt x="2899922" y="1651893"/>
                  <a:pt x="2899922" y="2453333"/>
                </a:cubicBezTo>
                <a:cubicBezTo>
                  <a:pt x="2899922" y="2677229"/>
                  <a:pt x="2881807" y="2900071"/>
                  <a:pt x="2846083" y="3115653"/>
                </a:cubicBezTo>
                <a:lnTo>
                  <a:pt x="1449961" y="2453333"/>
                </a:lnTo>
                <a:close/>
              </a:path>
              <a:path w="2899922" h="4906666" fill="none">
                <a:moveTo>
                  <a:pt x="2280249" y="442053"/>
                </a:moveTo>
                <a:lnTo>
                  <a:pt x="2280249" y="442052"/>
                </a:lnTo>
                <a:cubicBezTo>
                  <a:pt x="2668566" y="900979"/>
                  <a:pt x="2899922" y="1651893"/>
                  <a:pt x="2899922" y="2453333"/>
                </a:cubicBezTo>
                <a:cubicBezTo>
                  <a:pt x="2899922" y="2677229"/>
                  <a:pt x="2881807" y="2900071"/>
                  <a:pt x="2846083" y="3115653"/>
                </a:cubicBezTo>
              </a:path>
            </a:pathLst>
          </a:custGeom>
          <a:noFill/>
          <a:ln w="38100" cmpd="sng">
            <a:solidFill>
              <a:srgbClr val="BB1528"/>
            </a:solidFill>
            <a:miter lim="800000"/>
            <a:headEnd/>
            <a:tailEnd/>
          </a:ln>
          <a:effectLst>
            <a:outerShdw dist="23000" dir="5400000" algn="ctr" rotWithShape="0">
              <a:srgbClr val="000000">
                <a:alpha val="32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dirty="0"/>
          </a:p>
        </p:txBody>
      </p:sp>
      <p:grpSp>
        <p:nvGrpSpPr>
          <p:cNvPr id="11" name="组合 10">
            <a:extLst>
              <a:ext uri="{FF2B5EF4-FFF2-40B4-BE49-F238E27FC236}">
                <a16:creationId xmlns:a16="http://schemas.microsoft.com/office/drawing/2014/main" id="{2C28FB4C-49CA-42DF-BB9F-16C6715DABD5}"/>
              </a:ext>
            </a:extLst>
          </p:cNvPr>
          <p:cNvGrpSpPr/>
          <p:nvPr/>
        </p:nvGrpSpPr>
        <p:grpSpPr>
          <a:xfrm>
            <a:off x="1404623" y="2357436"/>
            <a:ext cx="3762628" cy="3357483"/>
            <a:chOff x="945897" y="2755898"/>
            <a:chExt cx="3762628" cy="3357483"/>
          </a:xfrm>
        </p:grpSpPr>
        <p:graphicFrame>
          <p:nvGraphicFramePr>
            <p:cNvPr id="37892" name="Object 4"/>
            <p:cNvGraphicFramePr>
              <a:graphicFrameLocks noChangeAspect="1"/>
            </p:cNvGraphicFramePr>
            <p:nvPr>
              <p:extLst>
                <p:ext uri="{D42A27DB-BD31-4B8C-83A1-F6EECF244321}">
                  <p14:modId xmlns:p14="http://schemas.microsoft.com/office/powerpoint/2010/main" val="1140873948"/>
                </p:ext>
              </p:extLst>
            </p:nvPr>
          </p:nvGraphicFramePr>
          <p:xfrm>
            <a:off x="1024104" y="5756596"/>
            <a:ext cx="190248" cy="269534"/>
          </p:xfrm>
          <a:graphic>
            <a:graphicData uri="http://schemas.openxmlformats.org/presentationml/2006/ole">
              <mc:AlternateContent xmlns:mc="http://schemas.openxmlformats.org/markup-compatibility/2006">
                <mc:Choice xmlns:v="urn:schemas-microsoft-com:vml" Requires="v">
                  <p:oleObj spid="_x0000_s38059" r:id="rId5" imgW="152717" imgH="178117" progId="">
                    <p:embed/>
                  </p:oleObj>
                </mc:Choice>
                <mc:Fallback>
                  <p:oleObj r:id="rId5" imgW="152717" imgH="178117" progId="">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24104" y="5756596"/>
                          <a:ext cx="190248" cy="2695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37896" name="直接箭头连接符 5"/>
            <p:cNvCxnSpPr>
              <a:cxnSpLocks noChangeShapeType="1"/>
            </p:cNvCxnSpPr>
            <p:nvPr/>
          </p:nvCxnSpPr>
          <p:spPr bwMode="auto">
            <a:xfrm>
              <a:off x="1244600" y="5745163"/>
              <a:ext cx="3463925" cy="7937"/>
            </a:xfrm>
            <a:prstGeom prst="straightConnector1">
              <a:avLst/>
            </a:prstGeom>
            <a:noFill/>
            <a:ln w="9525" cmpd="sng">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37897" name="直接箭头连接符 7"/>
            <p:cNvCxnSpPr>
              <a:cxnSpLocks noChangeShapeType="1"/>
            </p:cNvCxnSpPr>
            <p:nvPr/>
          </p:nvCxnSpPr>
          <p:spPr bwMode="auto">
            <a:xfrm rot="16200000" flipV="1">
              <a:off x="-282577" y="4252911"/>
              <a:ext cx="3008314" cy="14287"/>
            </a:xfrm>
            <a:prstGeom prst="straightConnector1">
              <a:avLst/>
            </a:prstGeom>
            <a:noFill/>
            <a:ln w="9525" cmpd="sng">
              <a:solidFill>
                <a:srgbClr val="7F7F7F"/>
              </a:solidFill>
              <a:round/>
              <a:headEnd/>
              <a:tailEnd type="stealth" w="med" len="lg"/>
            </a:ln>
            <a:extLst>
              <a:ext uri="{909E8E84-426E-40DD-AFC4-6F175D3DCCD1}">
                <a14:hiddenFill xmlns:a14="http://schemas.microsoft.com/office/drawing/2010/main">
                  <a:noFill/>
                </a14:hiddenFill>
              </a:ext>
            </a:extLst>
          </p:spPr>
        </p:cxnSp>
        <p:graphicFrame>
          <p:nvGraphicFramePr>
            <p:cNvPr id="37908" name="Object 20"/>
            <p:cNvGraphicFramePr>
              <a:graphicFrameLocks noChangeAspect="1"/>
            </p:cNvGraphicFramePr>
            <p:nvPr>
              <p:extLst>
                <p:ext uri="{D42A27DB-BD31-4B8C-83A1-F6EECF244321}">
                  <p14:modId xmlns:p14="http://schemas.microsoft.com/office/powerpoint/2010/main" val="710348433"/>
                </p:ext>
              </p:extLst>
            </p:nvPr>
          </p:nvGraphicFramePr>
          <p:xfrm>
            <a:off x="4468195" y="5766837"/>
            <a:ext cx="221956" cy="346544"/>
          </p:xfrm>
          <a:graphic>
            <a:graphicData uri="http://schemas.openxmlformats.org/presentationml/2006/ole">
              <mc:AlternateContent xmlns:mc="http://schemas.openxmlformats.org/markup-compatibility/2006">
                <mc:Choice xmlns:v="urn:schemas-microsoft-com:vml" Requires="v">
                  <p:oleObj spid="_x0000_s38060" r:id="rId7" imgW="178040" imgH="228818" progId="">
                    <p:embed/>
                  </p:oleObj>
                </mc:Choice>
                <mc:Fallback>
                  <p:oleObj r:id="rId7" imgW="178040" imgH="228818" progId="">
                    <p:embed/>
                    <p:pic>
                      <p:nvPicPr>
                        <p:cNvPr id="0" name="Object 2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68195" y="5766837"/>
                          <a:ext cx="221956" cy="346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7909" name="Object 21"/>
            <p:cNvGraphicFramePr>
              <a:graphicFrameLocks noChangeAspect="1"/>
            </p:cNvGraphicFramePr>
            <p:nvPr>
              <p:extLst>
                <p:ext uri="{D42A27DB-BD31-4B8C-83A1-F6EECF244321}">
                  <p14:modId xmlns:p14="http://schemas.microsoft.com/office/powerpoint/2010/main" val="3820077565"/>
                </p:ext>
              </p:extLst>
            </p:nvPr>
          </p:nvGraphicFramePr>
          <p:xfrm>
            <a:off x="945897" y="2904303"/>
            <a:ext cx="237810" cy="346544"/>
          </p:xfrm>
          <a:graphic>
            <a:graphicData uri="http://schemas.openxmlformats.org/presentationml/2006/ole">
              <mc:AlternateContent xmlns:mc="http://schemas.openxmlformats.org/markup-compatibility/2006">
                <mc:Choice xmlns:v="urn:schemas-microsoft-com:vml" Requires="v">
                  <p:oleObj spid="_x0000_s38061" r:id="rId9" imgW="190983" imgH="229116" progId="">
                    <p:embed/>
                  </p:oleObj>
                </mc:Choice>
                <mc:Fallback>
                  <p:oleObj r:id="rId9" imgW="190983" imgH="229116" progId="">
                    <p:embed/>
                    <p:pic>
                      <p:nvPicPr>
                        <p:cNvPr id="0" name="Object 2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45897" y="2904303"/>
                          <a:ext cx="237810" cy="346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7910" name="Object 22"/>
            <p:cNvGraphicFramePr>
              <a:graphicFrameLocks noChangeAspect="1"/>
            </p:cNvGraphicFramePr>
            <p:nvPr>
              <p:extLst>
                <p:ext uri="{D42A27DB-BD31-4B8C-83A1-F6EECF244321}">
                  <p14:modId xmlns:p14="http://schemas.microsoft.com/office/powerpoint/2010/main" val="2799648254"/>
                </p:ext>
              </p:extLst>
            </p:nvPr>
          </p:nvGraphicFramePr>
          <p:xfrm>
            <a:off x="983289" y="3384370"/>
            <a:ext cx="190248" cy="250281"/>
          </p:xfrm>
          <a:graphic>
            <a:graphicData uri="http://schemas.openxmlformats.org/presentationml/2006/ole">
              <mc:AlternateContent xmlns:mc="http://schemas.openxmlformats.org/markup-compatibility/2006">
                <mc:Choice xmlns:v="urn:schemas-microsoft-com:vml" Requires="v">
                  <p:oleObj spid="_x0000_s38062" r:id="rId11" imgW="152783" imgH="165489" progId="">
                    <p:embed/>
                  </p:oleObj>
                </mc:Choice>
                <mc:Fallback>
                  <p:oleObj r:id="rId11" imgW="152783" imgH="165489" progId="">
                    <p:embed/>
                    <p:pic>
                      <p:nvPicPr>
                        <p:cNvPr id="0" name="Object 2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83289" y="3384370"/>
                          <a:ext cx="190248" cy="250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37916" name="Object 28"/>
          <p:cNvGraphicFramePr>
            <a:graphicFrameLocks noChangeAspect="1"/>
          </p:cNvGraphicFramePr>
          <p:nvPr>
            <p:extLst>
              <p:ext uri="{D42A27DB-BD31-4B8C-83A1-F6EECF244321}">
                <p14:modId xmlns:p14="http://schemas.microsoft.com/office/powerpoint/2010/main" val="7049044"/>
              </p:ext>
            </p:extLst>
          </p:nvPr>
        </p:nvGraphicFramePr>
        <p:xfrm>
          <a:off x="4041551" y="4216979"/>
          <a:ext cx="237810" cy="346544"/>
        </p:xfrm>
        <a:graphic>
          <a:graphicData uri="http://schemas.openxmlformats.org/presentationml/2006/ole">
            <mc:AlternateContent xmlns:mc="http://schemas.openxmlformats.org/markup-compatibility/2006">
              <mc:Choice xmlns:v="urn:schemas-microsoft-com:vml" Requires="v">
                <p:oleObj spid="_x0000_s38063" r:id="rId13" imgW="190983" imgH="229116" progId="">
                  <p:embed/>
                </p:oleObj>
              </mc:Choice>
              <mc:Fallback>
                <p:oleObj r:id="rId13" imgW="190983" imgH="229116" progId="">
                  <p:embed/>
                  <p:pic>
                    <p:nvPicPr>
                      <p:cNvPr id="0" name="Object 2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041551" y="4216979"/>
                        <a:ext cx="237810" cy="346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4" name="组合 3">
            <a:extLst>
              <a:ext uri="{FF2B5EF4-FFF2-40B4-BE49-F238E27FC236}">
                <a16:creationId xmlns:a16="http://schemas.microsoft.com/office/drawing/2014/main" id="{28C3E7D4-B070-4515-B8F8-342237E4697B}"/>
              </a:ext>
            </a:extLst>
          </p:cNvPr>
          <p:cNvGrpSpPr/>
          <p:nvPr/>
        </p:nvGrpSpPr>
        <p:grpSpPr>
          <a:xfrm>
            <a:off x="1687450" y="1906933"/>
            <a:ext cx="2951772" cy="3835055"/>
            <a:chOff x="1228724" y="2305395"/>
            <a:chExt cx="2951772" cy="3835055"/>
          </a:xfrm>
        </p:grpSpPr>
        <p:sp>
          <p:nvSpPr>
            <p:cNvPr id="37902" name="弧形 20"/>
            <p:cNvSpPr>
              <a:spLocks noChangeArrowheads="1"/>
            </p:cNvSpPr>
            <p:nvPr/>
          </p:nvSpPr>
          <p:spPr bwMode="auto">
            <a:xfrm rot="10117450">
              <a:off x="1902434" y="2305395"/>
              <a:ext cx="2278062" cy="3441700"/>
            </a:xfrm>
            <a:custGeom>
              <a:avLst/>
              <a:gdLst>
                <a:gd name="T0" fmla="*/ 1825053 w 2554812"/>
                <a:gd name="T1" fmla="*/ 153460 h 3178479"/>
                <a:gd name="T2" fmla="*/ 1277406 w 2554812"/>
                <a:gd name="T3" fmla="*/ 1589240 h 3178479"/>
                <a:gd name="T4" fmla="*/ 2549183 w 2554812"/>
                <a:gd name="T5" fmla="*/ 1440203 h 3178479"/>
                <a:gd name="T6" fmla="*/ 11796480 60000 65536"/>
                <a:gd name="T7" fmla="*/ 23592960 60000 65536"/>
                <a:gd name="T8" fmla="*/ 5898240 60000 65536"/>
                <a:gd name="T9" fmla="*/ 1825053 w 2554812"/>
                <a:gd name="T10" fmla="*/ 153460 h 3178479"/>
                <a:gd name="T11" fmla="*/ 2549183 w 2554812"/>
                <a:gd name="T12" fmla="*/ 1440203 h 3178479"/>
              </a:gdLst>
              <a:ahLst/>
              <a:cxnLst>
                <a:cxn ang="T6">
                  <a:pos x="T0" y="T1"/>
                </a:cxn>
                <a:cxn ang="T7">
                  <a:pos x="T2" y="T3"/>
                </a:cxn>
                <a:cxn ang="T8">
                  <a:pos x="T4" y="T5"/>
                </a:cxn>
              </a:cxnLst>
              <a:rect l="T9" t="T10" r="T11" b="T12"/>
              <a:pathLst>
                <a:path w="2554812" h="3178479" stroke="0">
                  <a:moveTo>
                    <a:pt x="1825053" y="153460"/>
                  </a:moveTo>
                  <a:lnTo>
                    <a:pt x="1825053" y="153459"/>
                  </a:lnTo>
                  <a:cubicBezTo>
                    <a:pt x="2231841" y="393620"/>
                    <a:pt x="2506957" y="882488"/>
                    <a:pt x="2549182" y="1440203"/>
                  </a:cubicBezTo>
                  <a:lnTo>
                    <a:pt x="1277406" y="1589240"/>
                  </a:lnTo>
                  <a:close/>
                </a:path>
                <a:path w="2554812" h="3178479" fill="none">
                  <a:moveTo>
                    <a:pt x="1825053" y="153460"/>
                  </a:moveTo>
                  <a:lnTo>
                    <a:pt x="1825053" y="153459"/>
                  </a:lnTo>
                  <a:cubicBezTo>
                    <a:pt x="2231841" y="393620"/>
                    <a:pt x="2506957" y="882488"/>
                    <a:pt x="2549182" y="1440203"/>
                  </a:cubicBezTo>
                </a:path>
              </a:pathLst>
            </a:custGeom>
            <a:noFill/>
            <a:ln w="38100" cmpd="sng">
              <a:solidFill>
                <a:srgbClr val="F3C97F"/>
              </a:solidFill>
              <a:miter lim="800000"/>
              <a:headEnd/>
              <a:tailEnd/>
            </a:ln>
            <a:effectLst>
              <a:outerShdw dist="23000" dir="5400000" algn="ctr" rotWithShape="0">
                <a:srgbClr val="000000">
                  <a:alpha val="32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cxnSp>
          <p:nvCxnSpPr>
            <p:cNvPr id="37900" name="直接连接符 13"/>
            <p:cNvCxnSpPr>
              <a:cxnSpLocks noChangeShapeType="1"/>
            </p:cNvCxnSpPr>
            <p:nvPr/>
          </p:nvCxnSpPr>
          <p:spPr bwMode="auto">
            <a:xfrm rot="16200000" flipH="1">
              <a:off x="769937" y="3905248"/>
              <a:ext cx="2317750" cy="1400175"/>
            </a:xfrm>
            <a:prstGeom prst="line">
              <a:avLst/>
            </a:prstGeom>
            <a:noFill/>
            <a:ln w="38100" cmpd="sng">
              <a:solidFill>
                <a:srgbClr val="C3C9D7"/>
              </a:solidFill>
              <a:round/>
              <a:headEnd/>
              <a:tailEnd/>
            </a:ln>
            <a:effectLst>
              <a:outerShdw dist="23000" dir="5400000" algn="ctr" rotWithShape="0">
                <a:srgbClr val="000000">
                  <a:alpha val="32999"/>
                </a:srgbClr>
              </a:outerShdw>
            </a:effectLst>
            <a:extLst>
              <a:ext uri="{909E8E84-426E-40DD-AFC4-6F175D3DCCD1}">
                <a14:hiddenFill xmlns:a14="http://schemas.microsoft.com/office/drawing/2010/main">
                  <a:noFill/>
                </a14:hiddenFill>
              </a:ext>
            </a:extLst>
          </p:spPr>
        </p:cxnSp>
        <p:graphicFrame>
          <p:nvGraphicFramePr>
            <p:cNvPr id="37905" name="Object 17"/>
            <p:cNvGraphicFramePr>
              <a:graphicFrameLocks noChangeAspect="1"/>
            </p:cNvGraphicFramePr>
            <p:nvPr>
              <p:extLst>
                <p:ext uri="{D42A27DB-BD31-4B8C-83A1-F6EECF244321}">
                  <p14:modId xmlns:p14="http://schemas.microsoft.com/office/powerpoint/2010/main" val="320752297"/>
                </p:ext>
              </p:extLst>
            </p:nvPr>
          </p:nvGraphicFramePr>
          <p:xfrm>
            <a:off x="2475519" y="5793906"/>
            <a:ext cx="206102" cy="346544"/>
          </p:xfrm>
          <a:graphic>
            <a:graphicData uri="http://schemas.openxmlformats.org/presentationml/2006/ole">
              <mc:AlternateContent xmlns:mc="http://schemas.openxmlformats.org/markup-compatibility/2006">
                <mc:Choice xmlns:v="urn:schemas-microsoft-com:vml" Requires="v">
                  <p:oleObj spid="_x0000_s38064" r:id="rId15" imgW="165417" imgH="228917" progId="">
                    <p:embed/>
                  </p:oleObj>
                </mc:Choice>
                <mc:Fallback>
                  <p:oleObj r:id="rId15" imgW="165417" imgH="228917" progId="">
                    <p:embed/>
                    <p:pic>
                      <p:nvPicPr>
                        <p:cNvPr id="0" name="Object 1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475519" y="5793906"/>
                          <a:ext cx="206102" cy="346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7911" name="Object 23"/>
            <p:cNvGraphicFramePr>
              <a:graphicFrameLocks noChangeAspect="1"/>
            </p:cNvGraphicFramePr>
            <p:nvPr>
              <p:extLst>
                <p:ext uri="{D42A27DB-BD31-4B8C-83A1-F6EECF244321}">
                  <p14:modId xmlns:p14="http://schemas.microsoft.com/office/powerpoint/2010/main" val="2771273656"/>
                </p:ext>
              </p:extLst>
            </p:nvPr>
          </p:nvGraphicFramePr>
          <p:xfrm>
            <a:off x="2349297" y="4937602"/>
            <a:ext cx="221956" cy="346544"/>
          </p:xfrm>
          <a:graphic>
            <a:graphicData uri="http://schemas.openxmlformats.org/presentationml/2006/ole">
              <mc:AlternateContent xmlns:mc="http://schemas.openxmlformats.org/markup-compatibility/2006">
                <mc:Choice xmlns:v="urn:schemas-microsoft-com:vml" Requires="v">
                  <p:oleObj spid="_x0000_s38065" r:id="rId17" imgW="178040" imgH="228818" progId="">
                    <p:embed/>
                  </p:oleObj>
                </mc:Choice>
                <mc:Fallback>
                  <p:oleObj r:id="rId17" imgW="178040" imgH="228818" progId="">
                    <p:embed/>
                    <p:pic>
                      <p:nvPicPr>
                        <p:cNvPr id="0" name="Object 2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349297" y="4937602"/>
                          <a:ext cx="221956" cy="346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7914" name="Object 26"/>
            <p:cNvGraphicFramePr>
              <a:graphicFrameLocks noChangeAspect="1"/>
            </p:cNvGraphicFramePr>
            <p:nvPr>
              <p:extLst>
                <p:ext uri="{D42A27DB-BD31-4B8C-83A1-F6EECF244321}">
                  <p14:modId xmlns:p14="http://schemas.microsoft.com/office/powerpoint/2010/main" val="2521654650"/>
                </p:ext>
              </p:extLst>
            </p:nvPr>
          </p:nvGraphicFramePr>
          <p:xfrm>
            <a:off x="2767791" y="5366137"/>
            <a:ext cx="237810" cy="346544"/>
          </p:xfrm>
          <a:graphic>
            <a:graphicData uri="http://schemas.openxmlformats.org/presentationml/2006/ole">
              <mc:AlternateContent xmlns:mc="http://schemas.openxmlformats.org/markup-compatibility/2006">
                <mc:Choice xmlns:v="urn:schemas-microsoft-com:vml" Requires="v">
                  <p:oleObj spid="_x0000_s38066" r:id="rId19" imgW="190983" imgH="229116" progId="">
                    <p:embed/>
                  </p:oleObj>
                </mc:Choice>
                <mc:Fallback>
                  <p:oleObj r:id="rId19" imgW="190983" imgH="229116" progId="">
                    <p:embed/>
                    <p:pic>
                      <p:nvPicPr>
                        <p:cNvPr id="0" name="Object 26"/>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767791" y="5366137"/>
                          <a:ext cx="237810" cy="346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7917" name="Object 29"/>
            <p:cNvGraphicFramePr>
              <a:graphicFrameLocks noChangeAspect="1"/>
            </p:cNvGraphicFramePr>
            <p:nvPr>
              <p:extLst>
                <p:ext uri="{D42A27DB-BD31-4B8C-83A1-F6EECF244321}">
                  <p14:modId xmlns:p14="http://schemas.microsoft.com/office/powerpoint/2010/main" val="3505491310"/>
                </p:ext>
              </p:extLst>
            </p:nvPr>
          </p:nvGraphicFramePr>
          <p:xfrm>
            <a:off x="1253304" y="3818995"/>
            <a:ext cx="174394" cy="346544"/>
          </p:xfrm>
          <a:graphic>
            <a:graphicData uri="http://schemas.openxmlformats.org/presentationml/2006/ole">
              <mc:AlternateContent xmlns:mc="http://schemas.openxmlformats.org/markup-compatibility/2006">
                <mc:Choice xmlns:v="urn:schemas-microsoft-com:vml" Requires="v">
                  <p:oleObj spid="_x0000_s38067" r:id="rId21" imgW="140199" imgH="229215" progId="">
                    <p:embed/>
                  </p:oleObj>
                </mc:Choice>
                <mc:Fallback>
                  <p:oleObj r:id="rId21" imgW="140199" imgH="229215" progId="">
                    <p:embed/>
                    <p:pic>
                      <p:nvPicPr>
                        <p:cNvPr id="0" name="Object 29"/>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253304" y="3818995"/>
                          <a:ext cx="174394" cy="346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8" name="组合 7">
            <a:extLst>
              <a:ext uri="{FF2B5EF4-FFF2-40B4-BE49-F238E27FC236}">
                <a16:creationId xmlns:a16="http://schemas.microsoft.com/office/drawing/2014/main" id="{5BA8A125-6350-4E4A-8468-9635514D34B0}"/>
              </a:ext>
            </a:extLst>
          </p:cNvPr>
          <p:cNvGrpSpPr/>
          <p:nvPr/>
        </p:nvGrpSpPr>
        <p:grpSpPr>
          <a:xfrm>
            <a:off x="1673164" y="1839913"/>
            <a:ext cx="3649662" cy="3900169"/>
            <a:chOff x="1214438" y="2238375"/>
            <a:chExt cx="3649662" cy="3900169"/>
          </a:xfrm>
        </p:grpSpPr>
        <p:sp>
          <p:nvSpPr>
            <p:cNvPr id="37904" name="弧形 22"/>
            <p:cNvSpPr>
              <a:spLocks noChangeArrowheads="1"/>
            </p:cNvSpPr>
            <p:nvPr/>
          </p:nvSpPr>
          <p:spPr bwMode="auto">
            <a:xfrm rot="10380277">
              <a:off x="2289175" y="2238375"/>
              <a:ext cx="2574925" cy="2586038"/>
            </a:xfrm>
            <a:custGeom>
              <a:avLst/>
              <a:gdLst>
                <a:gd name="T0" fmla="*/ 1638951 w 2887740"/>
                <a:gd name="T1" fmla="*/ 10949 h 2388258"/>
                <a:gd name="T2" fmla="*/ 1443870 w 2887740"/>
                <a:gd name="T3" fmla="*/ 1194129 h 2388258"/>
                <a:gd name="T4" fmla="*/ 2887737 w 2887740"/>
                <a:gd name="T5" fmla="*/ 1196695 h 2388258"/>
                <a:gd name="T6" fmla="*/ 11796480 60000 65536"/>
                <a:gd name="T7" fmla="*/ 11796480 60000 65536"/>
                <a:gd name="T8" fmla="*/ 5898240 60000 65536"/>
                <a:gd name="T9" fmla="*/ 1638951 w 2887740"/>
                <a:gd name="T10" fmla="*/ 10949 h 2388258"/>
                <a:gd name="T11" fmla="*/ 2887740 w 2887740"/>
                <a:gd name="T12" fmla="*/ 1196695 h 2388258"/>
              </a:gdLst>
              <a:ahLst/>
              <a:cxnLst>
                <a:cxn ang="T6">
                  <a:pos x="T0" y="T1"/>
                </a:cxn>
                <a:cxn ang="T7">
                  <a:pos x="T2" y="T3"/>
                </a:cxn>
                <a:cxn ang="T8">
                  <a:pos x="T4" y="T5"/>
                </a:cxn>
              </a:cxnLst>
              <a:rect l="T9" t="T10" r="T11" b="T12"/>
              <a:pathLst>
                <a:path w="2887740" h="2388258" stroke="0">
                  <a:moveTo>
                    <a:pt x="1638951" y="10949"/>
                  </a:moveTo>
                  <a:lnTo>
                    <a:pt x="1638950" y="10949"/>
                  </a:lnTo>
                  <a:cubicBezTo>
                    <a:pt x="2354369" y="91630"/>
                    <a:pt x="2887740" y="596978"/>
                    <a:pt x="2887740" y="1194129"/>
                  </a:cubicBezTo>
                  <a:cubicBezTo>
                    <a:pt x="2887740" y="1194985"/>
                    <a:pt x="2887738" y="1195841"/>
                    <a:pt x="2887736" y="1196697"/>
                  </a:cubicBezTo>
                  <a:lnTo>
                    <a:pt x="1443870" y="1194129"/>
                  </a:lnTo>
                  <a:close/>
                </a:path>
                <a:path w="2887740" h="2388258" fill="none">
                  <a:moveTo>
                    <a:pt x="1638951" y="10949"/>
                  </a:moveTo>
                  <a:lnTo>
                    <a:pt x="1638950" y="10949"/>
                  </a:lnTo>
                  <a:cubicBezTo>
                    <a:pt x="2354369" y="91630"/>
                    <a:pt x="2887740" y="596978"/>
                    <a:pt x="2887740" y="1194129"/>
                  </a:cubicBezTo>
                  <a:cubicBezTo>
                    <a:pt x="2887740" y="1194985"/>
                    <a:pt x="2887738" y="1195841"/>
                    <a:pt x="2887736" y="1196697"/>
                  </a:cubicBezTo>
                </a:path>
              </a:pathLst>
            </a:custGeom>
            <a:noFill/>
            <a:ln w="38100" cmpd="sng">
              <a:solidFill>
                <a:srgbClr val="F3C97F"/>
              </a:solidFill>
              <a:miter lim="800000"/>
              <a:headEnd/>
              <a:tailEnd/>
            </a:ln>
            <a:effectLst>
              <a:outerShdw dist="23000" dir="5400000" algn="ctr" rotWithShape="0">
                <a:srgbClr val="000000">
                  <a:alpha val="32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cxnSp>
          <p:nvCxnSpPr>
            <p:cNvPr id="37899" name="直接连接符 11"/>
            <p:cNvCxnSpPr>
              <a:cxnSpLocks noChangeShapeType="1"/>
            </p:cNvCxnSpPr>
            <p:nvPr/>
          </p:nvCxnSpPr>
          <p:spPr bwMode="auto">
            <a:xfrm>
              <a:off x="1214438" y="3446463"/>
              <a:ext cx="3108325" cy="2298700"/>
            </a:xfrm>
            <a:prstGeom prst="line">
              <a:avLst/>
            </a:prstGeom>
            <a:noFill/>
            <a:ln w="38100" cmpd="sng">
              <a:solidFill>
                <a:srgbClr val="C3C9D7"/>
              </a:solidFill>
              <a:round/>
              <a:headEnd/>
              <a:tailEnd/>
            </a:ln>
            <a:effectLst>
              <a:outerShdw dist="23000" dir="5400000" algn="ctr" rotWithShape="0">
                <a:srgbClr val="000000">
                  <a:alpha val="32999"/>
                </a:srgbClr>
              </a:outerShdw>
            </a:effectLst>
            <a:extLst>
              <a:ext uri="{909E8E84-426E-40DD-AFC4-6F175D3DCCD1}">
                <a14:hiddenFill xmlns:a14="http://schemas.microsoft.com/office/drawing/2010/main">
                  <a:noFill/>
                </a14:hiddenFill>
              </a:ext>
            </a:extLst>
          </p:spPr>
        </p:cxnSp>
        <p:graphicFrame>
          <p:nvGraphicFramePr>
            <p:cNvPr id="37907" name="Object 19"/>
            <p:cNvGraphicFramePr>
              <a:graphicFrameLocks noChangeAspect="1"/>
            </p:cNvGraphicFramePr>
            <p:nvPr>
              <p:extLst>
                <p:ext uri="{D42A27DB-BD31-4B8C-83A1-F6EECF244321}">
                  <p14:modId xmlns:p14="http://schemas.microsoft.com/office/powerpoint/2010/main" val="1908230333"/>
                </p:ext>
              </p:extLst>
            </p:nvPr>
          </p:nvGraphicFramePr>
          <p:xfrm>
            <a:off x="4162087" y="5792000"/>
            <a:ext cx="221956" cy="346544"/>
          </p:xfrm>
          <a:graphic>
            <a:graphicData uri="http://schemas.openxmlformats.org/presentationml/2006/ole">
              <mc:AlternateContent xmlns:mc="http://schemas.openxmlformats.org/markup-compatibility/2006">
                <mc:Choice xmlns:v="urn:schemas-microsoft-com:vml" Requires="v">
                  <p:oleObj spid="_x0000_s38068" r:id="rId23" imgW="178040" imgH="228818" progId="">
                    <p:embed/>
                  </p:oleObj>
                </mc:Choice>
                <mc:Fallback>
                  <p:oleObj r:id="rId23" imgW="178040" imgH="228818" progId="">
                    <p:embed/>
                    <p:pic>
                      <p:nvPicPr>
                        <p:cNvPr id="0" name="Object 19"/>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162087" y="5792000"/>
                          <a:ext cx="221956" cy="346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7913" name="Object 25"/>
            <p:cNvGraphicFramePr>
              <a:graphicFrameLocks noChangeAspect="1"/>
            </p:cNvGraphicFramePr>
            <p:nvPr>
              <p:extLst>
                <p:ext uri="{D42A27DB-BD31-4B8C-83A1-F6EECF244321}">
                  <p14:modId xmlns:p14="http://schemas.microsoft.com/office/powerpoint/2010/main" val="400115353"/>
                </p:ext>
              </p:extLst>
            </p:nvPr>
          </p:nvGraphicFramePr>
          <p:xfrm>
            <a:off x="2810803" y="4271547"/>
            <a:ext cx="237810" cy="346544"/>
          </p:xfrm>
          <a:graphic>
            <a:graphicData uri="http://schemas.openxmlformats.org/presentationml/2006/ole">
              <mc:AlternateContent xmlns:mc="http://schemas.openxmlformats.org/markup-compatibility/2006">
                <mc:Choice xmlns:v="urn:schemas-microsoft-com:vml" Requires="v">
                  <p:oleObj spid="_x0000_s38069" r:id="rId25" imgW="190983" imgH="229116" progId="">
                    <p:embed/>
                  </p:oleObj>
                </mc:Choice>
                <mc:Fallback>
                  <p:oleObj r:id="rId25" imgW="190983" imgH="229116" progId="">
                    <p:embed/>
                    <p:pic>
                      <p:nvPicPr>
                        <p:cNvPr id="0" name="Object 25"/>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810803" y="4271547"/>
                          <a:ext cx="237810" cy="346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7919" name="Object 31"/>
            <p:cNvGraphicFramePr>
              <a:graphicFrameLocks noChangeAspect="1"/>
            </p:cNvGraphicFramePr>
            <p:nvPr>
              <p:extLst>
                <p:ext uri="{D42A27DB-BD31-4B8C-83A1-F6EECF244321}">
                  <p14:modId xmlns:p14="http://schemas.microsoft.com/office/powerpoint/2010/main" val="4070957356"/>
                </p:ext>
              </p:extLst>
            </p:nvPr>
          </p:nvGraphicFramePr>
          <p:xfrm>
            <a:off x="4075142" y="5187709"/>
            <a:ext cx="190248" cy="346544"/>
          </p:xfrm>
          <a:graphic>
            <a:graphicData uri="http://schemas.openxmlformats.org/presentationml/2006/ole">
              <mc:AlternateContent xmlns:mc="http://schemas.openxmlformats.org/markup-compatibility/2006">
                <mc:Choice xmlns:v="urn:schemas-microsoft-com:vml" Requires="v">
                  <p:oleObj spid="_x0000_s38070" r:id="rId27" imgW="152783" imgH="229016" progId="">
                    <p:embed/>
                  </p:oleObj>
                </mc:Choice>
                <mc:Fallback>
                  <p:oleObj r:id="rId27" imgW="152783" imgH="229016" progId="">
                    <p:embed/>
                    <p:pic>
                      <p:nvPicPr>
                        <p:cNvPr id="0" name="Object 31"/>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4075142" y="5187709"/>
                          <a:ext cx="190248" cy="346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37920" name="Object 32"/>
          <p:cNvGraphicFramePr>
            <a:graphicFrameLocks noChangeAspect="1"/>
          </p:cNvGraphicFramePr>
          <p:nvPr>
            <p:extLst>
              <p:ext uri="{D42A27DB-BD31-4B8C-83A1-F6EECF244321}">
                <p14:modId xmlns:p14="http://schemas.microsoft.com/office/powerpoint/2010/main" val="1412741201"/>
              </p:ext>
            </p:extLst>
          </p:nvPr>
        </p:nvGraphicFramePr>
        <p:xfrm>
          <a:off x="3617654" y="2544458"/>
          <a:ext cx="317080" cy="269534"/>
        </p:xfrm>
        <a:graphic>
          <a:graphicData uri="http://schemas.openxmlformats.org/presentationml/2006/ole">
            <mc:AlternateContent xmlns:mc="http://schemas.openxmlformats.org/markup-compatibility/2006">
              <mc:Choice xmlns:v="urn:schemas-microsoft-com:vml" Requires="v">
                <p:oleObj spid="_x0000_s38071" r:id="rId29" imgW="254207" imgH="178040" progId="">
                  <p:embed/>
                </p:oleObj>
              </mc:Choice>
              <mc:Fallback>
                <p:oleObj r:id="rId29" imgW="254207" imgH="178040" progId="">
                  <p:embed/>
                  <p:pic>
                    <p:nvPicPr>
                      <p:cNvPr id="0" name="Object 32"/>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3617654" y="2544458"/>
                        <a:ext cx="317080" cy="2695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7" name="组合 6">
            <a:extLst>
              <a:ext uri="{FF2B5EF4-FFF2-40B4-BE49-F238E27FC236}">
                <a16:creationId xmlns:a16="http://schemas.microsoft.com/office/drawing/2014/main" id="{1AF3179A-6A3E-4069-8394-16A5347E1BC2}"/>
              </a:ext>
            </a:extLst>
          </p:cNvPr>
          <p:cNvGrpSpPr/>
          <p:nvPr/>
        </p:nvGrpSpPr>
        <p:grpSpPr>
          <a:xfrm>
            <a:off x="1687451" y="1848107"/>
            <a:ext cx="3971925" cy="3887781"/>
            <a:chOff x="1228725" y="2246569"/>
            <a:chExt cx="3971925" cy="3887781"/>
          </a:xfrm>
        </p:grpSpPr>
        <p:sp>
          <p:nvSpPr>
            <p:cNvPr id="37903" name="弧形 21"/>
            <p:cNvSpPr>
              <a:spLocks noChangeArrowheads="1"/>
            </p:cNvSpPr>
            <p:nvPr/>
          </p:nvSpPr>
          <p:spPr bwMode="auto">
            <a:xfrm rot="11378851">
              <a:off x="2116138" y="2246569"/>
              <a:ext cx="3084512" cy="2974975"/>
            </a:xfrm>
            <a:custGeom>
              <a:avLst/>
              <a:gdLst>
                <a:gd name="T0" fmla="*/ 1729619 w 3459234"/>
                <a:gd name="T1" fmla="*/ 0 h 2747449"/>
                <a:gd name="T2" fmla="*/ 1729617 w 3459234"/>
                <a:gd name="T3" fmla="*/ 1373725 h 2747449"/>
                <a:gd name="T4" fmla="*/ 3362094 w 3459234"/>
                <a:gd name="T5" fmla="*/ 919832 h 2747449"/>
                <a:gd name="T6" fmla="*/ 11796480 60000 65536"/>
                <a:gd name="T7" fmla="*/ 17694720 60000 65536"/>
                <a:gd name="T8" fmla="*/ 5898240 60000 65536"/>
                <a:gd name="T9" fmla="*/ 1729619 w 3459234"/>
                <a:gd name="T10" fmla="*/ 0 h 2747449"/>
                <a:gd name="T11" fmla="*/ 3362094 w 3459234"/>
                <a:gd name="T12" fmla="*/ 919832 h 2747449"/>
              </a:gdLst>
              <a:ahLst/>
              <a:cxnLst>
                <a:cxn ang="T6">
                  <a:pos x="T0" y="T1"/>
                </a:cxn>
                <a:cxn ang="T7">
                  <a:pos x="T2" y="T3"/>
                </a:cxn>
                <a:cxn ang="T8">
                  <a:pos x="T4" y="T5"/>
                </a:cxn>
              </a:cxnLst>
              <a:rect l="T9" t="T10" r="T11" b="T12"/>
              <a:pathLst>
                <a:path w="3459234" h="2747449" stroke="0">
                  <a:moveTo>
                    <a:pt x="1729619" y="0"/>
                  </a:moveTo>
                  <a:lnTo>
                    <a:pt x="1729619" y="0"/>
                  </a:lnTo>
                  <a:cubicBezTo>
                    <a:pt x="2464568" y="0"/>
                    <a:pt x="3119260" y="368892"/>
                    <a:pt x="3362094" y="919833"/>
                  </a:cubicBezTo>
                  <a:lnTo>
                    <a:pt x="1729617" y="1373725"/>
                  </a:lnTo>
                  <a:close/>
                </a:path>
                <a:path w="3459234" h="2747449" fill="none">
                  <a:moveTo>
                    <a:pt x="1729619" y="0"/>
                  </a:moveTo>
                  <a:lnTo>
                    <a:pt x="1729619" y="0"/>
                  </a:lnTo>
                  <a:cubicBezTo>
                    <a:pt x="2464568" y="0"/>
                    <a:pt x="3119260" y="368892"/>
                    <a:pt x="3362094" y="919833"/>
                  </a:cubicBezTo>
                </a:path>
              </a:pathLst>
            </a:custGeom>
            <a:noFill/>
            <a:ln w="38100" cmpd="sng">
              <a:solidFill>
                <a:srgbClr val="F3C97F"/>
              </a:solidFill>
              <a:miter lim="800000"/>
              <a:headEnd/>
              <a:tailEnd/>
            </a:ln>
            <a:effectLst>
              <a:outerShdw dist="23000" dir="5400000" algn="ctr" rotWithShape="0">
                <a:srgbClr val="000000">
                  <a:alpha val="32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cxnSp>
          <p:nvCxnSpPr>
            <p:cNvPr id="37898" name="直接箭头连接符 9"/>
            <p:cNvCxnSpPr>
              <a:cxnSpLocks noChangeShapeType="1"/>
            </p:cNvCxnSpPr>
            <p:nvPr/>
          </p:nvCxnSpPr>
          <p:spPr bwMode="auto">
            <a:xfrm>
              <a:off x="1228725" y="3446463"/>
              <a:ext cx="2247900" cy="2279650"/>
            </a:xfrm>
            <a:prstGeom prst="straightConnector1">
              <a:avLst/>
            </a:prstGeom>
            <a:noFill/>
            <a:ln w="38100" cmpd="sng">
              <a:solidFill>
                <a:srgbClr val="C3C9D7"/>
              </a:solidFill>
              <a:round/>
              <a:headEnd/>
              <a:tailEnd/>
            </a:ln>
            <a:effectLst>
              <a:outerShdw dist="23000" dir="5400000" algn="ctr" rotWithShape="0">
                <a:srgbClr val="000000">
                  <a:alpha val="32999"/>
                </a:srgbClr>
              </a:outerShdw>
            </a:effectLst>
            <a:extLst>
              <a:ext uri="{909E8E84-426E-40DD-AFC4-6F175D3DCCD1}">
                <a14:hiddenFill xmlns:a14="http://schemas.microsoft.com/office/drawing/2010/main">
                  <a:noFill/>
                </a14:hiddenFill>
              </a:ext>
            </a:extLst>
          </p:spPr>
        </p:cxnSp>
        <p:graphicFrame>
          <p:nvGraphicFramePr>
            <p:cNvPr id="37906" name="Object 18"/>
            <p:cNvGraphicFramePr>
              <a:graphicFrameLocks noChangeAspect="1"/>
            </p:cNvGraphicFramePr>
            <p:nvPr>
              <p:extLst>
                <p:ext uri="{D42A27DB-BD31-4B8C-83A1-F6EECF244321}">
                  <p14:modId xmlns:p14="http://schemas.microsoft.com/office/powerpoint/2010/main" val="3133548625"/>
                </p:ext>
              </p:extLst>
            </p:nvPr>
          </p:nvGraphicFramePr>
          <p:xfrm>
            <a:off x="3372159" y="5787806"/>
            <a:ext cx="237810" cy="346544"/>
          </p:xfrm>
          <a:graphic>
            <a:graphicData uri="http://schemas.openxmlformats.org/presentationml/2006/ole">
              <mc:AlternateContent xmlns:mc="http://schemas.openxmlformats.org/markup-compatibility/2006">
                <mc:Choice xmlns:v="urn:schemas-microsoft-com:vml" Requires="v">
                  <p:oleObj spid="_x0000_s38072" r:id="rId31" imgW="190983" imgH="229116" progId="">
                    <p:embed/>
                  </p:oleObj>
                </mc:Choice>
                <mc:Fallback>
                  <p:oleObj r:id="rId31" imgW="190983" imgH="229116" progId="">
                    <p:embed/>
                    <p:pic>
                      <p:nvPicPr>
                        <p:cNvPr id="0" name="Object 18"/>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3372159" y="5787806"/>
                          <a:ext cx="237810" cy="346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7912" name="Object 24"/>
            <p:cNvGraphicFramePr>
              <a:graphicFrameLocks noChangeAspect="1"/>
            </p:cNvGraphicFramePr>
            <p:nvPr>
              <p:extLst>
                <p:ext uri="{D42A27DB-BD31-4B8C-83A1-F6EECF244321}">
                  <p14:modId xmlns:p14="http://schemas.microsoft.com/office/powerpoint/2010/main" val="1311079149"/>
                </p:ext>
              </p:extLst>
            </p:nvPr>
          </p:nvGraphicFramePr>
          <p:xfrm>
            <a:off x="2601079" y="4552533"/>
            <a:ext cx="237810" cy="346544"/>
          </p:xfrm>
          <a:graphic>
            <a:graphicData uri="http://schemas.openxmlformats.org/presentationml/2006/ole">
              <mc:AlternateContent xmlns:mc="http://schemas.openxmlformats.org/markup-compatibility/2006">
                <mc:Choice xmlns:v="urn:schemas-microsoft-com:vml" Requires="v">
                  <p:oleObj spid="_x0000_s38073" r:id="rId33" imgW="190983" imgH="229116" progId="">
                    <p:embed/>
                  </p:oleObj>
                </mc:Choice>
                <mc:Fallback>
                  <p:oleObj r:id="rId33" imgW="190983" imgH="229116" progId="">
                    <p:embed/>
                    <p:pic>
                      <p:nvPicPr>
                        <p:cNvPr id="0" name="Object 24"/>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2601079" y="4552533"/>
                          <a:ext cx="237810" cy="346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7915" name="Object 27"/>
            <p:cNvGraphicFramePr>
              <a:graphicFrameLocks noChangeAspect="1"/>
            </p:cNvGraphicFramePr>
            <p:nvPr>
              <p:extLst>
                <p:ext uri="{D42A27DB-BD31-4B8C-83A1-F6EECF244321}">
                  <p14:modId xmlns:p14="http://schemas.microsoft.com/office/powerpoint/2010/main" val="3220940088"/>
                </p:ext>
              </p:extLst>
            </p:nvPr>
          </p:nvGraphicFramePr>
          <p:xfrm>
            <a:off x="3455347" y="5239178"/>
            <a:ext cx="253664" cy="346544"/>
          </p:xfrm>
          <a:graphic>
            <a:graphicData uri="http://schemas.openxmlformats.org/presentationml/2006/ole">
              <mc:AlternateContent xmlns:mc="http://schemas.openxmlformats.org/markup-compatibility/2006">
                <mc:Choice xmlns:v="urn:schemas-microsoft-com:vml" Requires="v">
                  <p:oleObj spid="_x0000_s38074" r:id="rId35" imgW="203605" imgH="229016" progId="">
                    <p:embed/>
                  </p:oleObj>
                </mc:Choice>
                <mc:Fallback>
                  <p:oleObj r:id="rId35" imgW="203605" imgH="229016" progId="">
                    <p:embed/>
                    <p:pic>
                      <p:nvPicPr>
                        <p:cNvPr id="0" name="Object 27"/>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3455347" y="5239178"/>
                          <a:ext cx="253664" cy="346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7918" name="Object 30"/>
            <p:cNvGraphicFramePr>
              <a:graphicFrameLocks noChangeAspect="1"/>
            </p:cNvGraphicFramePr>
            <p:nvPr>
              <p:extLst>
                <p:ext uri="{D42A27DB-BD31-4B8C-83A1-F6EECF244321}">
                  <p14:modId xmlns:p14="http://schemas.microsoft.com/office/powerpoint/2010/main" val="1471511632"/>
                </p:ext>
              </p:extLst>
            </p:nvPr>
          </p:nvGraphicFramePr>
          <p:xfrm>
            <a:off x="1738984" y="3074400"/>
            <a:ext cx="190248" cy="346544"/>
          </p:xfrm>
          <a:graphic>
            <a:graphicData uri="http://schemas.openxmlformats.org/presentationml/2006/ole">
              <mc:AlternateContent xmlns:mc="http://schemas.openxmlformats.org/markup-compatibility/2006">
                <mc:Choice xmlns:v="urn:schemas-microsoft-com:vml" Requires="v">
                  <p:oleObj spid="_x0000_s38075" r:id="rId37" imgW="152783" imgH="229016" progId="">
                    <p:embed/>
                  </p:oleObj>
                </mc:Choice>
                <mc:Fallback>
                  <p:oleObj r:id="rId37" imgW="152783" imgH="229016" progId="">
                    <p:embed/>
                    <p:pic>
                      <p:nvPicPr>
                        <p:cNvPr id="0" name="Object 30"/>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1738984" y="3074400"/>
                          <a:ext cx="190248" cy="346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42" name="矩形 41">
            <a:extLst>
              <a:ext uri="{FF2B5EF4-FFF2-40B4-BE49-F238E27FC236}">
                <a16:creationId xmlns:a16="http://schemas.microsoft.com/office/drawing/2014/main" id="{38947DBF-3F52-4520-812B-07E8F1D40B93}"/>
              </a:ext>
            </a:extLst>
          </p:cNvPr>
          <p:cNvSpPr/>
          <p:nvPr/>
        </p:nvSpPr>
        <p:spPr>
          <a:xfrm>
            <a:off x="6537411" y="0"/>
            <a:ext cx="2606590" cy="369332"/>
          </a:xfrm>
          <a:prstGeom prst="rect">
            <a:avLst/>
          </a:prstGeom>
        </p:spPr>
        <p:txBody>
          <a:bodyPr wrap="squar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 第四节  消费者均衡</a:t>
            </a:r>
          </a:p>
        </p:txBody>
      </p:sp>
      <p:sp>
        <p:nvSpPr>
          <p:cNvPr id="43" name="矩形 42">
            <a:extLst>
              <a:ext uri="{FF2B5EF4-FFF2-40B4-BE49-F238E27FC236}">
                <a16:creationId xmlns:a16="http://schemas.microsoft.com/office/drawing/2014/main" id="{EDB4D908-B70C-4E82-ABBB-94A3B3E65B5B}"/>
              </a:ext>
            </a:extLst>
          </p:cNvPr>
          <p:cNvSpPr/>
          <p:nvPr/>
        </p:nvSpPr>
        <p:spPr>
          <a:xfrm>
            <a:off x="467544" y="548680"/>
            <a:ext cx="5089855"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三、价格变动对消费者均衡的影响</a:t>
            </a:r>
          </a:p>
        </p:txBody>
      </p:sp>
      <p:sp>
        <p:nvSpPr>
          <p:cNvPr id="44" name="矩形 24">
            <a:extLst>
              <a:ext uri="{FF2B5EF4-FFF2-40B4-BE49-F238E27FC236}">
                <a16:creationId xmlns:a16="http://schemas.microsoft.com/office/drawing/2014/main" id="{0A96C732-1163-4A4C-97CF-A7C0F5A495CA}"/>
              </a:ext>
            </a:extLst>
          </p:cNvPr>
          <p:cNvSpPr>
            <a:spLocks noChangeArrowheads="1"/>
          </p:cNvSpPr>
          <p:nvPr/>
        </p:nvSpPr>
        <p:spPr bwMode="auto">
          <a:xfrm>
            <a:off x="4963392" y="2813992"/>
            <a:ext cx="3356552" cy="2273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285750" lvl="2" indent="-285750" defTabSz="457200" eaLnBrk="1" hangingPunct="1">
              <a:lnSpc>
                <a:spcPts val="3500"/>
              </a:lnSpc>
              <a:buFont typeface="Arial" panose="020B0604020202020204" pitchFamily="34" charset="0"/>
              <a:buChar char="•"/>
              <a:defRPr/>
            </a:pPr>
            <a:r>
              <a:rPr lang="zh-CN" altLang="en-US" spc="150" dirty="0">
                <a:solidFill>
                  <a:srgbClr val="000000"/>
                </a:solidFill>
                <a:latin typeface="微软雅黑" panose="020B0503020204020204" pitchFamily="34" charset="-122"/>
                <a:ea typeface="微软雅黑" panose="020B0503020204020204" pitchFamily="34" charset="-122"/>
              </a:rPr>
              <a:t>价格</a:t>
            </a:r>
            <a:r>
              <a:rPr lang="en-US" altLang="zh-CN" spc="150" dirty="0">
                <a:solidFill>
                  <a:srgbClr val="000000"/>
                </a:solidFill>
                <a:latin typeface="微软雅黑" panose="020B0503020204020204" pitchFamily="34" charset="-122"/>
                <a:ea typeface="微软雅黑" panose="020B0503020204020204" pitchFamily="34" charset="-122"/>
              </a:rPr>
              <a:t>-</a:t>
            </a:r>
            <a:r>
              <a:rPr lang="zh-CN" altLang="en-US" spc="150" dirty="0">
                <a:solidFill>
                  <a:srgbClr val="000000"/>
                </a:solidFill>
                <a:latin typeface="微软雅黑" panose="020B0503020204020204" pitchFamily="34" charset="-122"/>
                <a:ea typeface="微软雅黑" panose="020B0503020204020204" pitchFamily="34" charset="-122"/>
              </a:rPr>
              <a:t>消费扩展线表示在消费者收入和其他商品价格保持不变的条件下，随着一种商品价格的变动，消费者均衡点变动的轨迹。</a:t>
            </a:r>
          </a:p>
        </p:txBody>
      </p:sp>
      <p:grpSp>
        <p:nvGrpSpPr>
          <p:cNvPr id="37" name="组合 36">
            <a:extLst>
              <a:ext uri="{FF2B5EF4-FFF2-40B4-BE49-F238E27FC236}">
                <a16:creationId xmlns:a16="http://schemas.microsoft.com/office/drawing/2014/main" id="{5EB1D68D-F73D-4A7E-979C-28CA13E82187}"/>
              </a:ext>
            </a:extLst>
          </p:cNvPr>
          <p:cNvGrpSpPr/>
          <p:nvPr/>
        </p:nvGrpSpPr>
        <p:grpSpPr>
          <a:xfrm>
            <a:off x="467544" y="1504114"/>
            <a:ext cx="2483619" cy="461665"/>
            <a:chOff x="467544" y="1161144"/>
            <a:chExt cx="3806023" cy="659493"/>
          </a:xfrm>
        </p:grpSpPr>
        <p:sp>
          <p:nvSpPr>
            <p:cNvPr id="38" name="MH_Text_1">
              <a:extLst>
                <a:ext uri="{FF2B5EF4-FFF2-40B4-BE49-F238E27FC236}">
                  <a16:creationId xmlns:a16="http://schemas.microsoft.com/office/drawing/2014/main" id="{DA5CDAB6-DA7C-4475-9331-380AD9E8264D}"/>
                </a:ext>
              </a:extLst>
            </p:cNvPr>
            <p:cNvSpPr/>
            <p:nvPr>
              <p:custDataLst>
                <p:tags r:id="rId2"/>
              </p:custDataLst>
            </p:nvPr>
          </p:nvSpPr>
          <p:spPr bwMode="auto">
            <a:xfrm>
              <a:off x="467544" y="1161144"/>
              <a:ext cx="3806023" cy="659493"/>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algn="ctr">
                <a:defRPr/>
              </a:pPr>
              <a:r>
                <a:rPr lang="zh-CN" altLang="en-US" sz="2000" spc="150" dirty="0">
                  <a:solidFill>
                    <a:srgbClr val="000000"/>
                  </a:solidFill>
                  <a:latin typeface="微软雅黑" panose="020B0503020204020204" pitchFamily="34" charset="-122"/>
                  <a:ea typeface="微软雅黑" panose="020B0503020204020204" pitchFamily="34" charset="-122"/>
                </a:rPr>
                <a:t>价格</a:t>
              </a:r>
              <a:r>
                <a:rPr lang="en-US" altLang="zh-CN" sz="2000" spc="150" dirty="0">
                  <a:solidFill>
                    <a:srgbClr val="000000"/>
                  </a:solidFill>
                  <a:latin typeface="微软雅黑" panose="020B0503020204020204" pitchFamily="34" charset="-122"/>
                  <a:ea typeface="微软雅黑" panose="020B0503020204020204" pitchFamily="34" charset="-122"/>
                </a:rPr>
                <a:t>-</a:t>
              </a:r>
              <a:r>
                <a:rPr lang="zh-CN" altLang="en-US" sz="2000" spc="150" dirty="0">
                  <a:solidFill>
                    <a:srgbClr val="000000"/>
                  </a:solidFill>
                  <a:latin typeface="微软雅黑" panose="020B0503020204020204" pitchFamily="34" charset="-122"/>
                  <a:ea typeface="微软雅黑" panose="020B0503020204020204" pitchFamily="34" charset="-122"/>
                </a:rPr>
                <a:t>消费扩展线</a:t>
              </a:r>
            </a:p>
          </p:txBody>
        </p:sp>
        <p:sp>
          <p:nvSpPr>
            <p:cNvPr id="39" name="MH_Other_2">
              <a:extLst>
                <a:ext uri="{FF2B5EF4-FFF2-40B4-BE49-F238E27FC236}">
                  <a16:creationId xmlns:a16="http://schemas.microsoft.com/office/drawing/2014/main" id="{85B90406-268F-44A0-A138-D68453484F30}"/>
                </a:ext>
              </a:extLst>
            </p:cNvPr>
            <p:cNvSpPr/>
            <p:nvPr>
              <p:custDataLst>
                <p:tags r:id="rId3"/>
              </p:custDataLst>
            </p:nvPr>
          </p:nvSpPr>
          <p:spPr bwMode="auto">
            <a:xfrm rot="10800000">
              <a:off x="4004344" y="1240922"/>
              <a:ext cx="189743" cy="162838"/>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barn(inVertical)">
                                      <p:cBhvr>
                                        <p:cTn id="7" dur="500"/>
                                        <p:tgtEl>
                                          <p:spTgt spid="3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1000"/>
                                        <p:tgtEl>
                                          <p:spTgt spid="7"/>
                                        </p:tgtEl>
                                      </p:cBhvr>
                                    </p:animEffect>
                                    <p:anim calcmode="lin" valueType="num">
                                      <p:cBhvr>
                                        <p:cTn id="23" dur="1000" fill="hold"/>
                                        <p:tgtEl>
                                          <p:spTgt spid="7"/>
                                        </p:tgtEl>
                                        <p:attrNameLst>
                                          <p:attrName>ppt_x</p:attrName>
                                        </p:attrNameLst>
                                      </p:cBhvr>
                                      <p:tavLst>
                                        <p:tav tm="0">
                                          <p:val>
                                            <p:strVal val="#ppt_x"/>
                                          </p:val>
                                        </p:tav>
                                        <p:tav tm="100000">
                                          <p:val>
                                            <p:strVal val="#ppt_x"/>
                                          </p:val>
                                        </p:tav>
                                      </p:tavLst>
                                    </p:anim>
                                    <p:anim calcmode="lin" valueType="num">
                                      <p:cBhvr>
                                        <p:cTn id="2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00"/>
                                        <p:tgtEl>
                                          <p:spTgt spid="8"/>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7916"/>
                                        </p:tgtEl>
                                        <p:attrNameLst>
                                          <p:attrName>style.visibility</p:attrName>
                                        </p:attrNameLst>
                                      </p:cBhvr>
                                      <p:to>
                                        <p:strVal val="visible"/>
                                      </p:to>
                                    </p:set>
                                    <p:animEffect transition="in" filter="fade">
                                      <p:cBhvr>
                                        <p:cTn id="34" dur="500"/>
                                        <p:tgtEl>
                                          <p:spTgt spid="37916"/>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37901"/>
                                        </p:tgtEl>
                                        <p:attrNameLst>
                                          <p:attrName>style.visibility</p:attrName>
                                        </p:attrNameLst>
                                      </p:cBhvr>
                                      <p:to>
                                        <p:strVal val="visible"/>
                                      </p:to>
                                    </p:set>
                                    <p:animEffect transition="in" filter="fade">
                                      <p:cBhvr>
                                        <p:cTn id="39" dur="500"/>
                                        <p:tgtEl>
                                          <p:spTgt spid="37901"/>
                                        </p:tgtEl>
                                      </p:cBhvr>
                                    </p:animEffect>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nodeType="clickEffect">
                                  <p:stCondLst>
                                    <p:cond delay="0"/>
                                  </p:stCondLst>
                                  <p:childTnLst>
                                    <p:set>
                                      <p:cBhvr>
                                        <p:cTn id="43" dur="1" fill="hold">
                                          <p:stCondLst>
                                            <p:cond delay="0"/>
                                          </p:stCondLst>
                                        </p:cTn>
                                        <p:tgtEl>
                                          <p:spTgt spid="37920"/>
                                        </p:tgtEl>
                                        <p:attrNameLst>
                                          <p:attrName>style.visibility</p:attrName>
                                        </p:attrNameLst>
                                      </p:cBhvr>
                                      <p:to>
                                        <p:strVal val="visible"/>
                                      </p:to>
                                    </p:set>
                                    <p:anim calcmode="lin" valueType="num">
                                      <p:cBhvr additive="base">
                                        <p:cTn id="44" dur="500" fill="hold"/>
                                        <p:tgtEl>
                                          <p:spTgt spid="37920"/>
                                        </p:tgtEl>
                                        <p:attrNameLst>
                                          <p:attrName>ppt_x</p:attrName>
                                        </p:attrNameLst>
                                      </p:cBhvr>
                                      <p:tavLst>
                                        <p:tav tm="0">
                                          <p:val>
                                            <p:strVal val="#ppt_x"/>
                                          </p:val>
                                        </p:tav>
                                        <p:tav tm="100000">
                                          <p:val>
                                            <p:strVal val="#ppt_x"/>
                                          </p:val>
                                        </p:tav>
                                      </p:tavLst>
                                    </p:anim>
                                    <p:anim calcmode="lin" valueType="num">
                                      <p:cBhvr additive="base">
                                        <p:cTn id="45" dur="500" fill="hold"/>
                                        <p:tgtEl>
                                          <p:spTgt spid="37920"/>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2" presetClass="entr" presetSubtype="1" fill="hold" grpId="0" nodeType="clickEffect">
                                  <p:stCondLst>
                                    <p:cond delay="0"/>
                                  </p:stCondLst>
                                  <p:childTnLst>
                                    <p:set>
                                      <p:cBhvr>
                                        <p:cTn id="49" dur="1" fill="hold">
                                          <p:stCondLst>
                                            <p:cond delay="0"/>
                                          </p:stCondLst>
                                        </p:cTn>
                                        <p:tgtEl>
                                          <p:spTgt spid="44"/>
                                        </p:tgtEl>
                                        <p:attrNameLst>
                                          <p:attrName>style.visibility</p:attrName>
                                        </p:attrNameLst>
                                      </p:cBhvr>
                                      <p:to>
                                        <p:strVal val="visible"/>
                                      </p:to>
                                    </p:set>
                                    <p:animEffect transition="in" filter="wipe(up)">
                                      <p:cBhvr>
                                        <p:cTn id="50"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901" grpId="0" animBg="1"/>
      <p:bldP spid="44" grpId="0"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EB135ADC-E9A9-47BD-82E3-2B74FFE92A07}"/>
              </a:ext>
            </a:extLst>
          </p:cNvPr>
          <p:cNvGrpSpPr/>
          <p:nvPr/>
        </p:nvGrpSpPr>
        <p:grpSpPr>
          <a:xfrm>
            <a:off x="5748566" y="1736004"/>
            <a:ext cx="1203425" cy="2066931"/>
            <a:chOff x="5748566" y="1736004"/>
            <a:chExt cx="1203425" cy="2066931"/>
          </a:xfrm>
        </p:grpSpPr>
        <p:cxnSp>
          <p:nvCxnSpPr>
            <p:cNvPr id="38925" name="直接连接符 31"/>
            <p:cNvCxnSpPr>
              <a:cxnSpLocks noChangeShapeType="1"/>
            </p:cNvCxnSpPr>
            <p:nvPr/>
          </p:nvCxnSpPr>
          <p:spPr bwMode="auto">
            <a:xfrm rot="16200000" flipH="1">
              <a:off x="5448526" y="2036044"/>
              <a:ext cx="1761353" cy="1161274"/>
            </a:xfrm>
            <a:prstGeom prst="line">
              <a:avLst/>
            </a:prstGeom>
            <a:noFill/>
            <a:ln w="38100" cmpd="sng">
              <a:solidFill>
                <a:srgbClr val="C3C9D7"/>
              </a:solidFill>
              <a:round/>
              <a:headEnd/>
              <a:tailEnd/>
            </a:ln>
            <a:effectLst>
              <a:outerShdw dist="23000" dir="5400000" algn="ctr" rotWithShape="0">
                <a:srgbClr val="000000">
                  <a:alpha val="32999"/>
                </a:srgbClr>
              </a:outerShdw>
            </a:effectLst>
            <a:extLst>
              <a:ext uri="{909E8E84-426E-40DD-AFC4-6F175D3DCCD1}">
                <a14:hiddenFill xmlns:a14="http://schemas.microsoft.com/office/drawing/2010/main">
                  <a:noFill/>
                </a14:hiddenFill>
              </a:ext>
            </a:extLst>
          </p:spPr>
        </p:cxnSp>
        <p:graphicFrame>
          <p:nvGraphicFramePr>
            <p:cNvPr id="38942" name="Object 30"/>
            <p:cNvGraphicFramePr>
              <a:graphicFrameLocks noChangeAspect="1"/>
            </p:cNvGraphicFramePr>
            <p:nvPr>
              <p:extLst>
                <p:ext uri="{D42A27DB-BD31-4B8C-83A1-F6EECF244321}">
                  <p14:modId xmlns:p14="http://schemas.microsoft.com/office/powerpoint/2010/main" val="2343329533"/>
                </p:ext>
              </p:extLst>
            </p:nvPr>
          </p:nvGraphicFramePr>
          <p:xfrm>
            <a:off x="6506246" y="3160480"/>
            <a:ext cx="144512" cy="263321"/>
          </p:xfrm>
          <a:graphic>
            <a:graphicData uri="http://schemas.openxmlformats.org/presentationml/2006/ole">
              <mc:AlternateContent xmlns:mc="http://schemas.openxmlformats.org/markup-compatibility/2006">
                <mc:Choice xmlns:v="urn:schemas-microsoft-com:vml" Requires="v">
                  <p:oleObj spid="_x0000_s39087" r:id="rId5" imgW="140199" imgH="229215" progId="">
                    <p:embed/>
                  </p:oleObj>
                </mc:Choice>
                <mc:Fallback>
                  <p:oleObj r:id="rId5" imgW="140199" imgH="229215" progId="">
                    <p:embed/>
                    <p:pic>
                      <p:nvPicPr>
                        <p:cNvPr id="0" name="Object 3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06246" y="3160480"/>
                          <a:ext cx="144512" cy="263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8930" name="Object 18"/>
            <p:cNvGraphicFramePr>
              <a:graphicFrameLocks noChangeAspect="1"/>
            </p:cNvGraphicFramePr>
            <p:nvPr>
              <p:extLst>
                <p:ext uri="{D42A27DB-BD31-4B8C-83A1-F6EECF244321}">
                  <p14:modId xmlns:p14="http://schemas.microsoft.com/office/powerpoint/2010/main" val="3596880994"/>
                </p:ext>
              </p:extLst>
            </p:nvPr>
          </p:nvGraphicFramePr>
          <p:xfrm>
            <a:off x="6781205" y="3544563"/>
            <a:ext cx="170786" cy="258372"/>
          </p:xfrm>
          <a:graphic>
            <a:graphicData uri="http://schemas.openxmlformats.org/presentationml/2006/ole">
              <mc:AlternateContent xmlns:mc="http://schemas.openxmlformats.org/markup-compatibility/2006">
                <mc:Choice xmlns:v="urn:schemas-microsoft-com:vml" Requires="v">
                  <p:oleObj spid="_x0000_s39088" r:id="rId7" imgW="165417" imgH="228917" progId="">
                    <p:embed/>
                  </p:oleObj>
                </mc:Choice>
                <mc:Fallback>
                  <p:oleObj r:id="rId7" imgW="165417" imgH="228917" progId="">
                    <p:embed/>
                    <p:pic>
                      <p:nvPicPr>
                        <p:cNvPr id="0" name="Object 1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781205" y="3544563"/>
                          <a:ext cx="170786" cy="2583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3" name="组合 2">
            <a:extLst>
              <a:ext uri="{FF2B5EF4-FFF2-40B4-BE49-F238E27FC236}">
                <a16:creationId xmlns:a16="http://schemas.microsoft.com/office/drawing/2014/main" id="{A2E0FB76-BB5C-436C-BE30-91E638EEC362}"/>
              </a:ext>
            </a:extLst>
          </p:cNvPr>
          <p:cNvGrpSpPr/>
          <p:nvPr/>
        </p:nvGrpSpPr>
        <p:grpSpPr>
          <a:xfrm>
            <a:off x="5513680" y="1279817"/>
            <a:ext cx="3117722" cy="2502935"/>
            <a:chOff x="5513680" y="1279817"/>
            <a:chExt cx="3117722" cy="2502935"/>
          </a:xfrm>
        </p:grpSpPr>
        <p:graphicFrame>
          <p:nvGraphicFramePr>
            <p:cNvPr id="38917" name="Object 5"/>
            <p:cNvGraphicFramePr>
              <a:graphicFrameLocks noChangeAspect="1"/>
            </p:cNvGraphicFramePr>
            <p:nvPr>
              <p:extLst>
                <p:ext uri="{D42A27DB-BD31-4B8C-83A1-F6EECF244321}">
                  <p14:modId xmlns:p14="http://schemas.microsoft.com/office/powerpoint/2010/main" val="3900213380"/>
                </p:ext>
              </p:extLst>
            </p:nvPr>
          </p:nvGraphicFramePr>
          <p:xfrm>
            <a:off x="5578486" y="3516746"/>
            <a:ext cx="157649" cy="200957"/>
          </p:xfrm>
          <a:graphic>
            <a:graphicData uri="http://schemas.openxmlformats.org/presentationml/2006/ole">
              <mc:AlternateContent xmlns:mc="http://schemas.openxmlformats.org/markup-compatibility/2006">
                <mc:Choice xmlns:v="urn:schemas-microsoft-com:vml" Requires="v">
                  <p:oleObj spid="_x0000_s39089" r:id="rId9" imgW="152717" imgH="178117" progId="">
                    <p:embed/>
                  </p:oleObj>
                </mc:Choice>
                <mc:Fallback>
                  <p:oleObj r:id="rId9" imgW="152717" imgH="178117" progId="">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578486" y="3516746"/>
                          <a:ext cx="157649" cy="200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38921" name="直接箭头连接符 27"/>
            <p:cNvCxnSpPr>
              <a:cxnSpLocks noChangeShapeType="1"/>
            </p:cNvCxnSpPr>
            <p:nvPr/>
          </p:nvCxnSpPr>
          <p:spPr bwMode="auto">
            <a:xfrm>
              <a:off x="5762134" y="3533137"/>
              <a:ext cx="2869268" cy="6596"/>
            </a:xfrm>
            <a:prstGeom prst="straightConnector1">
              <a:avLst/>
            </a:prstGeom>
            <a:noFill/>
            <a:ln w="9525" cmpd="sng">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38922" name="直接箭头连接符 28"/>
            <p:cNvCxnSpPr>
              <a:cxnSpLocks noChangeShapeType="1"/>
            </p:cNvCxnSpPr>
            <p:nvPr/>
          </p:nvCxnSpPr>
          <p:spPr bwMode="auto">
            <a:xfrm rot="16200000" flipV="1">
              <a:off x="4608547" y="2407627"/>
              <a:ext cx="2267829" cy="12210"/>
            </a:xfrm>
            <a:prstGeom prst="straightConnector1">
              <a:avLst/>
            </a:prstGeom>
            <a:noFill/>
            <a:ln w="9525" cmpd="sng">
              <a:solidFill>
                <a:srgbClr val="7F7F7F"/>
              </a:solidFill>
              <a:round/>
              <a:headEnd/>
              <a:tailEnd type="stealth" w="med" len="lg"/>
            </a:ln>
            <a:extLst>
              <a:ext uri="{909E8E84-426E-40DD-AFC4-6F175D3DCCD1}">
                <a14:hiddenFill xmlns:a14="http://schemas.microsoft.com/office/drawing/2010/main">
                  <a:noFill/>
                </a14:hiddenFill>
              </a:ext>
            </a:extLst>
          </p:spPr>
        </p:cxnSp>
        <p:graphicFrame>
          <p:nvGraphicFramePr>
            <p:cNvPr id="38933" name="Object 21"/>
            <p:cNvGraphicFramePr>
              <a:graphicFrameLocks noChangeAspect="1"/>
            </p:cNvGraphicFramePr>
            <p:nvPr>
              <p:extLst>
                <p:ext uri="{D42A27DB-BD31-4B8C-83A1-F6EECF244321}">
                  <p14:modId xmlns:p14="http://schemas.microsoft.com/office/powerpoint/2010/main" val="2255908306"/>
                </p:ext>
              </p:extLst>
            </p:nvPr>
          </p:nvGraphicFramePr>
          <p:xfrm>
            <a:off x="8432443" y="3524380"/>
            <a:ext cx="183925" cy="258372"/>
          </p:xfrm>
          <a:graphic>
            <a:graphicData uri="http://schemas.openxmlformats.org/presentationml/2006/ole">
              <mc:AlternateContent xmlns:mc="http://schemas.openxmlformats.org/markup-compatibility/2006">
                <mc:Choice xmlns:v="urn:schemas-microsoft-com:vml" Requires="v">
                  <p:oleObj spid="_x0000_s39090" r:id="rId11" imgW="178040" imgH="228818" progId="">
                    <p:embed/>
                  </p:oleObj>
                </mc:Choice>
                <mc:Fallback>
                  <p:oleObj r:id="rId11" imgW="178040" imgH="228818" progId="">
                    <p:embed/>
                    <p:pic>
                      <p:nvPicPr>
                        <p:cNvPr id="0" name="Object 2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432443" y="3524380"/>
                          <a:ext cx="183925" cy="2583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8934" name="Object 22"/>
            <p:cNvGraphicFramePr>
              <a:graphicFrameLocks noChangeAspect="1"/>
            </p:cNvGraphicFramePr>
            <p:nvPr>
              <p:extLst>
                <p:ext uri="{D42A27DB-BD31-4B8C-83A1-F6EECF244321}">
                  <p14:modId xmlns:p14="http://schemas.microsoft.com/office/powerpoint/2010/main" val="3725864214"/>
                </p:ext>
              </p:extLst>
            </p:nvPr>
          </p:nvGraphicFramePr>
          <p:xfrm>
            <a:off x="5513680" y="1352684"/>
            <a:ext cx="197062" cy="258372"/>
          </p:xfrm>
          <a:graphic>
            <a:graphicData uri="http://schemas.openxmlformats.org/presentationml/2006/ole">
              <mc:AlternateContent xmlns:mc="http://schemas.openxmlformats.org/markup-compatibility/2006">
                <mc:Choice xmlns:v="urn:schemas-microsoft-com:vml" Requires="v">
                  <p:oleObj spid="_x0000_s39091" r:id="rId13" imgW="190983" imgH="229116" progId="">
                    <p:embed/>
                  </p:oleObj>
                </mc:Choice>
                <mc:Fallback>
                  <p:oleObj r:id="rId13" imgW="190983" imgH="229116" progId="">
                    <p:embed/>
                    <p:pic>
                      <p:nvPicPr>
                        <p:cNvPr id="0" name="Object 2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513680" y="1352684"/>
                          <a:ext cx="197062" cy="2583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38935" name="Object 23"/>
          <p:cNvGraphicFramePr>
            <a:graphicFrameLocks noChangeAspect="1"/>
          </p:cNvGraphicFramePr>
          <p:nvPr>
            <p:extLst>
              <p:ext uri="{D42A27DB-BD31-4B8C-83A1-F6EECF244321}">
                <p14:modId xmlns:p14="http://schemas.microsoft.com/office/powerpoint/2010/main" val="4284924468"/>
              </p:ext>
            </p:extLst>
          </p:nvPr>
        </p:nvGraphicFramePr>
        <p:xfrm>
          <a:off x="5544664" y="1710608"/>
          <a:ext cx="157649" cy="186602"/>
        </p:xfrm>
        <a:graphic>
          <a:graphicData uri="http://schemas.openxmlformats.org/presentationml/2006/ole">
            <mc:AlternateContent xmlns:mc="http://schemas.openxmlformats.org/markup-compatibility/2006">
              <mc:Choice xmlns:v="urn:schemas-microsoft-com:vml" Requires="v">
                <p:oleObj spid="_x0000_s39092" r:id="rId15" imgW="152783" imgH="165489" progId="">
                  <p:embed/>
                </p:oleObj>
              </mc:Choice>
              <mc:Fallback>
                <p:oleObj r:id="rId15" imgW="152783" imgH="165489" progId="">
                  <p:embed/>
                  <p:pic>
                    <p:nvPicPr>
                      <p:cNvPr id="0" name="Object 2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544664" y="1710608"/>
                        <a:ext cx="157649" cy="1866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3" name="组合 12">
            <a:extLst>
              <a:ext uri="{FF2B5EF4-FFF2-40B4-BE49-F238E27FC236}">
                <a16:creationId xmlns:a16="http://schemas.microsoft.com/office/drawing/2014/main" id="{A038C323-51FB-4F6D-8EED-0922DC6D8229}"/>
              </a:ext>
            </a:extLst>
          </p:cNvPr>
          <p:cNvGrpSpPr/>
          <p:nvPr/>
        </p:nvGrpSpPr>
        <p:grpSpPr>
          <a:xfrm>
            <a:off x="6002994" y="-209550"/>
            <a:ext cx="3770689" cy="3889766"/>
            <a:chOff x="6002994" y="-209550"/>
            <a:chExt cx="3770689" cy="3889766"/>
          </a:xfrm>
        </p:grpSpPr>
        <p:grpSp>
          <p:nvGrpSpPr>
            <p:cNvPr id="6" name="组合 5">
              <a:extLst>
                <a:ext uri="{FF2B5EF4-FFF2-40B4-BE49-F238E27FC236}">
                  <a16:creationId xmlns:a16="http://schemas.microsoft.com/office/drawing/2014/main" id="{19301C65-65F8-40C6-AC55-C8441A5F3314}"/>
                </a:ext>
              </a:extLst>
            </p:cNvPr>
            <p:cNvGrpSpPr/>
            <p:nvPr/>
          </p:nvGrpSpPr>
          <p:grpSpPr>
            <a:xfrm>
              <a:off x="6181332" y="-209550"/>
              <a:ext cx="3592351" cy="3889766"/>
              <a:chOff x="6181332" y="-209550"/>
              <a:chExt cx="3592351" cy="3889766"/>
            </a:xfrm>
          </p:grpSpPr>
          <p:sp>
            <p:nvSpPr>
              <p:cNvPr id="38927" name="弧形 33"/>
              <p:cNvSpPr>
                <a:spLocks noChangeArrowheads="1"/>
              </p:cNvSpPr>
              <p:nvPr/>
            </p:nvSpPr>
            <p:spPr bwMode="auto">
              <a:xfrm rot="10977591">
                <a:off x="6181332" y="-209550"/>
                <a:ext cx="3592351" cy="3889766"/>
              </a:xfrm>
              <a:custGeom>
                <a:avLst/>
                <a:gdLst>
                  <a:gd name="T0" fmla="*/ 3505547 w 4861827"/>
                  <a:gd name="T1" fmla="*/ 243518 h 4727606"/>
                  <a:gd name="T2" fmla="*/ 2430914 w 4861827"/>
                  <a:gd name="T3" fmla="*/ 2363803 h 4727606"/>
                  <a:gd name="T4" fmla="*/ 4844364 w 4861827"/>
                  <a:gd name="T5" fmla="*/ 2080977 h 4727606"/>
                  <a:gd name="T6" fmla="*/ 11796480 60000 65536"/>
                  <a:gd name="T7" fmla="*/ 23592960 60000 65536"/>
                  <a:gd name="T8" fmla="*/ 5898240 60000 65536"/>
                  <a:gd name="T9" fmla="*/ 3505547 w 4861827"/>
                  <a:gd name="T10" fmla="*/ 243518 h 4727606"/>
                  <a:gd name="T11" fmla="*/ 4844364 w 4861827"/>
                  <a:gd name="T12" fmla="*/ 2080977 h 4727606"/>
                </a:gdLst>
                <a:ahLst/>
                <a:cxnLst>
                  <a:cxn ang="T6">
                    <a:pos x="T0" y="T1"/>
                  </a:cxn>
                  <a:cxn ang="T7">
                    <a:pos x="T2" y="T3"/>
                  </a:cxn>
                  <a:cxn ang="T8">
                    <a:pos x="T4" y="T5"/>
                  </a:cxn>
                </a:cxnLst>
                <a:rect l="T9" t="T10" r="T11" b="T12"/>
                <a:pathLst>
                  <a:path w="4861827" h="4727606" stroke="0">
                    <a:moveTo>
                      <a:pt x="3505547" y="243518"/>
                    </a:moveTo>
                    <a:lnTo>
                      <a:pt x="3505547" y="243517"/>
                    </a:lnTo>
                    <a:cubicBezTo>
                      <a:pt x="4242453" y="596669"/>
                      <a:pt x="4746067" y="1287855"/>
                      <a:pt x="4844364" y="2080976"/>
                    </a:cubicBezTo>
                    <a:lnTo>
                      <a:pt x="2430914" y="2363803"/>
                    </a:lnTo>
                    <a:close/>
                  </a:path>
                  <a:path w="4861827" h="4727606" fill="none">
                    <a:moveTo>
                      <a:pt x="3505547" y="243518"/>
                    </a:moveTo>
                    <a:lnTo>
                      <a:pt x="3505547" y="243517"/>
                    </a:lnTo>
                    <a:cubicBezTo>
                      <a:pt x="4242453" y="596669"/>
                      <a:pt x="4746067" y="1287855"/>
                      <a:pt x="4844364" y="2080976"/>
                    </a:cubicBezTo>
                  </a:path>
                </a:pathLst>
              </a:custGeom>
              <a:noFill/>
              <a:ln w="38100" cmpd="sng">
                <a:solidFill>
                  <a:srgbClr val="F3C97F"/>
                </a:solidFill>
                <a:miter lim="800000"/>
                <a:headEnd/>
                <a:tailEnd/>
              </a:ln>
              <a:effectLst>
                <a:outerShdw dist="23000" dir="5400000" algn="ctr" rotWithShape="0">
                  <a:srgbClr val="000000">
                    <a:alpha val="32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400">
                  <a:latin typeface="微软雅黑" panose="020B0503020204020204" pitchFamily="34" charset="-122"/>
                  <a:ea typeface="微软雅黑" panose="020B0503020204020204" pitchFamily="34" charset="-122"/>
                </a:endParaRPr>
              </a:p>
            </p:txBody>
          </p:sp>
          <p:graphicFrame>
            <p:nvGraphicFramePr>
              <p:cNvPr id="38936" name="Object 24"/>
              <p:cNvGraphicFramePr>
                <a:graphicFrameLocks noChangeAspect="1"/>
              </p:cNvGraphicFramePr>
              <p:nvPr>
                <p:extLst>
                  <p:ext uri="{D42A27DB-BD31-4B8C-83A1-F6EECF244321}">
                    <p14:modId xmlns:p14="http://schemas.microsoft.com/office/powerpoint/2010/main" val="943308593"/>
                  </p:ext>
                </p:extLst>
              </p:nvPr>
            </p:nvGraphicFramePr>
            <p:xfrm>
              <a:off x="6551022" y="2766779"/>
              <a:ext cx="183925" cy="263321"/>
            </p:xfrm>
            <a:graphic>
              <a:graphicData uri="http://schemas.openxmlformats.org/presentationml/2006/ole">
                <mc:AlternateContent xmlns:mc="http://schemas.openxmlformats.org/markup-compatibility/2006">
                  <mc:Choice xmlns:v="urn:schemas-microsoft-com:vml" Requires="v">
                    <p:oleObj spid="_x0000_s39093" r:id="rId17" imgW="178040" imgH="228818" progId="">
                      <p:embed/>
                    </p:oleObj>
                  </mc:Choice>
                  <mc:Fallback>
                    <p:oleObj r:id="rId17" imgW="178040" imgH="228818" progId="">
                      <p:embed/>
                      <p:pic>
                        <p:nvPicPr>
                          <p:cNvPr id="0" name="Object 2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551022" y="2766779"/>
                            <a:ext cx="183925" cy="263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38939" name="Object 27"/>
            <p:cNvGraphicFramePr>
              <a:graphicFrameLocks noChangeAspect="1"/>
            </p:cNvGraphicFramePr>
            <p:nvPr>
              <p:extLst>
                <p:ext uri="{D42A27DB-BD31-4B8C-83A1-F6EECF244321}">
                  <p14:modId xmlns:p14="http://schemas.microsoft.com/office/powerpoint/2010/main" val="1063986313"/>
                </p:ext>
              </p:extLst>
            </p:nvPr>
          </p:nvGraphicFramePr>
          <p:xfrm>
            <a:off x="6002994" y="1613628"/>
            <a:ext cx="197062" cy="258372"/>
          </p:xfrm>
          <a:graphic>
            <a:graphicData uri="http://schemas.openxmlformats.org/presentationml/2006/ole">
              <mc:AlternateContent xmlns:mc="http://schemas.openxmlformats.org/markup-compatibility/2006">
                <mc:Choice xmlns:v="urn:schemas-microsoft-com:vml" Requires="v">
                  <p:oleObj spid="_x0000_s39094" r:id="rId19" imgW="190983" imgH="229116" progId="">
                    <p:embed/>
                  </p:oleObj>
                </mc:Choice>
                <mc:Fallback>
                  <p:oleObj r:id="rId19" imgW="190983" imgH="229116" progId="">
                    <p:embed/>
                    <p:pic>
                      <p:nvPicPr>
                        <p:cNvPr id="0" name="Object 27"/>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002994" y="1613628"/>
                          <a:ext cx="197062" cy="2583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4" name="组合 13">
            <a:extLst>
              <a:ext uri="{FF2B5EF4-FFF2-40B4-BE49-F238E27FC236}">
                <a16:creationId xmlns:a16="http://schemas.microsoft.com/office/drawing/2014/main" id="{A960D7AD-9C5B-42B9-8C00-C92A00C59F3C}"/>
              </a:ext>
            </a:extLst>
          </p:cNvPr>
          <p:cNvGrpSpPr/>
          <p:nvPr/>
        </p:nvGrpSpPr>
        <p:grpSpPr>
          <a:xfrm>
            <a:off x="6243069" y="739698"/>
            <a:ext cx="3129052" cy="2436315"/>
            <a:chOff x="6243069" y="739698"/>
            <a:chExt cx="3129052" cy="2436315"/>
          </a:xfrm>
        </p:grpSpPr>
        <p:grpSp>
          <p:nvGrpSpPr>
            <p:cNvPr id="9" name="组合 8">
              <a:extLst>
                <a:ext uri="{FF2B5EF4-FFF2-40B4-BE49-F238E27FC236}">
                  <a16:creationId xmlns:a16="http://schemas.microsoft.com/office/drawing/2014/main" id="{B028A98B-8263-47A9-A59A-0D45187C1AA0}"/>
                </a:ext>
              </a:extLst>
            </p:cNvPr>
            <p:cNvGrpSpPr/>
            <p:nvPr/>
          </p:nvGrpSpPr>
          <p:grpSpPr>
            <a:xfrm>
              <a:off x="6311568" y="739698"/>
              <a:ext cx="3060553" cy="2436315"/>
              <a:chOff x="6311568" y="739698"/>
              <a:chExt cx="3060553" cy="2436315"/>
            </a:xfrm>
          </p:grpSpPr>
          <p:sp>
            <p:nvSpPr>
              <p:cNvPr id="38928" name="弧形 34"/>
              <p:cNvSpPr>
                <a:spLocks noChangeArrowheads="1"/>
              </p:cNvSpPr>
              <p:nvPr/>
            </p:nvSpPr>
            <p:spPr bwMode="auto">
              <a:xfrm rot="11910875">
                <a:off x="6311568" y="739698"/>
                <a:ext cx="3060553" cy="2436315"/>
              </a:xfrm>
              <a:custGeom>
                <a:avLst/>
                <a:gdLst>
                  <a:gd name="T0" fmla="*/ 2071052 w 4142100"/>
                  <a:gd name="T1" fmla="*/ 0 h 2961087"/>
                  <a:gd name="T2" fmla="*/ 2071050 w 4142100"/>
                  <a:gd name="T3" fmla="*/ 1480544 h 2961087"/>
                  <a:gd name="T4" fmla="*/ 4001249 w 4142100"/>
                  <a:gd name="T5" fmla="*/ 943873 h 2961087"/>
                  <a:gd name="T6" fmla="*/ 11796480 60000 65536"/>
                  <a:gd name="T7" fmla="*/ 17694720 60000 65536"/>
                  <a:gd name="T8" fmla="*/ 5898240 60000 65536"/>
                  <a:gd name="T9" fmla="*/ 2071052 w 4142100"/>
                  <a:gd name="T10" fmla="*/ 0 h 2961087"/>
                  <a:gd name="T11" fmla="*/ 4001249 w 4142100"/>
                  <a:gd name="T12" fmla="*/ 943873 h 2961087"/>
                </a:gdLst>
                <a:ahLst/>
                <a:cxnLst>
                  <a:cxn ang="T6">
                    <a:pos x="T0" y="T1"/>
                  </a:cxn>
                  <a:cxn ang="T7">
                    <a:pos x="T2" y="T3"/>
                  </a:cxn>
                  <a:cxn ang="T8">
                    <a:pos x="T4" y="T5"/>
                  </a:cxn>
                </a:cxnLst>
                <a:rect l="T9" t="T10" r="T11" b="T12"/>
                <a:pathLst>
                  <a:path w="4142100" h="2961087" stroke="0">
                    <a:moveTo>
                      <a:pt x="2071052" y="0"/>
                    </a:moveTo>
                    <a:lnTo>
                      <a:pt x="2071052" y="0"/>
                    </a:lnTo>
                    <a:cubicBezTo>
                      <a:pt x="2925151" y="0"/>
                      <a:pt x="3691653" y="374822"/>
                      <a:pt x="4001249" y="943873"/>
                    </a:cubicBezTo>
                    <a:lnTo>
                      <a:pt x="2071050" y="1480544"/>
                    </a:lnTo>
                    <a:close/>
                  </a:path>
                  <a:path w="4142100" h="2961087" fill="none">
                    <a:moveTo>
                      <a:pt x="2071052" y="0"/>
                    </a:moveTo>
                    <a:lnTo>
                      <a:pt x="2071052" y="0"/>
                    </a:lnTo>
                    <a:cubicBezTo>
                      <a:pt x="2925151" y="0"/>
                      <a:pt x="3691653" y="374822"/>
                      <a:pt x="4001249" y="943873"/>
                    </a:cubicBezTo>
                  </a:path>
                </a:pathLst>
              </a:custGeom>
              <a:noFill/>
              <a:ln w="38100" cmpd="sng">
                <a:solidFill>
                  <a:srgbClr val="F3C97F"/>
                </a:solidFill>
                <a:miter lim="800000"/>
                <a:headEnd/>
                <a:tailEnd/>
              </a:ln>
              <a:effectLst>
                <a:outerShdw dist="23000" dir="5400000" algn="ctr" rotWithShape="0">
                  <a:srgbClr val="000000">
                    <a:alpha val="32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400">
                  <a:latin typeface="微软雅黑" panose="020B0503020204020204" pitchFamily="34" charset="-122"/>
                  <a:ea typeface="微软雅黑" panose="020B0503020204020204" pitchFamily="34" charset="-122"/>
                </a:endParaRPr>
              </a:p>
            </p:txBody>
          </p:sp>
          <p:graphicFrame>
            <p:nvGraphicFramePr>
              <p:cNvPr id="38937" name="Object 25"/>
              <p:cNvGraphicFramePr>
                <a:graphicFrameLocks noChangeAspect="1"/>
              </p:cNvGraphicFramePr>
              <p:nvPr>
                <p:extLst>
                  <p:ext uri="{D42A27DB-BD31-4B8C-83A1-F6EECF244321}">
                    <p14:modId xmlns:p14="http://schemas.microsoft.com/office/powerpoint/2010/main" val="797229817"/>
                  </p:ext>
                </p:extLst>
              </p:nvPr>
            </p:nvGraphicFramePr>
            <p:xfrm>
              <a:off x="6822458" y="2619033"/>
              <a:ext cx="197062" cy="258372"/>
            </p:xfrm>
            <a:graphic>
              <a:graphicData uri="http://schemas.openxmlformats.org/presentationml/2006/ole">
                <mc:AlternateContent xmlns:mc="http://schemas.openxmlformats.org/markup-compatibility/2006">
                  <mc:Choice xmlns:v="urn:schemas-microsoft-com:vml" Requires="v">
                    <p:oleObj spid="_x0000_s39095" r:id="rId21" imgW="190983" imgH="229116" progId="">
                      <p:embed/>
                    </p:oleObj>
                  </mc:Choice>
                  <mc:Fallback>
                    <p:oleObj r:id="rId21" imgW="190983" imgH="229116" progId="">
                      <p:embed/>
                      <p:pic>
                        <p:nvPicPr>
                          <p:cNvPr id="0" name="Object 25"/>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822458" y="2619033"/>
                            <a:ext cx="197062" cy="2583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38940" name="Object 28"/>
            <p:cNvGraphicFramePr>
              <a:graphicFrameLocks noChangeAspect="1"/>
            </p:cNvGraphicFramePr>
            <p:nvPr>
              <p:extLst>
                <p:ext uri="{D42A27DB-BD31-4B8C-83A1-F6EECF244321}">
                  <p14:modId xmlns:p14="http://schemas.microsoft.com/office/powerpoint/2010/main" val="2673496649"/>
                </p:ext>
              </p:extLst>
            </p:nvPr>
          </p:nvGraphicFramePr>
          <p:xfrm>
            <a:off x="6243069" y="1624429"/>
            <a:ext cx="210199" cy="258372"/>
          </p:xfrm>
          <a:graphic>
            <a:graphicData uri="http://schemas.openxmlformats.org/presentationml/2006/ole">
              <mc:AlternateContent xmlns:mc="http://schemas.openxmlformats.org/markup-compatibility/2006">
                <mc:Choice xmlns:v="urn:schemas-microsoft-com:vml" Requires="v">
                  <p:oleObj spid="_x0000_s39096" r:id="rId23" imgW="203605" imgH="229016" progId="">
                    <p:embed/>
                  </p:oleObj>
                </mc:Choice>
                <mc:Fallback>
                  <p:oleObj r:id="rId23" imgW="203605" imgH="229016" progId="">
                    <p:embed/>
                    <p:pic>
                      <p:nvPicPr>
                        <p:cNvPr id="0" name="Object 28"/>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6243069" y="1624429"/>
                          <a:ext cx="210199" cy="2583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5" name="组合 14">
            <a:extLst>
              <a:ext uri="{FF2B5EF4-FFF2-40B4-BE49-F238E27FC236}">
                <a16:creationId xmlns:a16="http://schemas.microsoft.com/office/drawing/2014/main" id="{B363DAC0-EBC3-4527-8625-66624E49F0D5}"/>
              </a:ext>
            </a:extLst>
          </p:cNvPr>
          <p:cNvGrpSpPr/>
          <p:nvPr/>
        </p:nvGrpSpPr>
        <p:grpSpPr>
          <a:xfrm>
            <a:off x="6458594" y="797514"/>
            <a:ext cx="2300331" cy="1969757"/>
            <a:chOff x="6458594" y="797514"/>
            <a:chExt cx="2300331" cy="1969757"/>
          </a:xfrm>
        </p:grpSpPr>
        <p:grpSp>
          <p:nvGrpSpPr>
            <p:cNvPr id="11" name="组合 10">
              <a:extLst>
                <a:ext uri="{FF2B5EF4-FFF2-40B4-BE49-F238E27FC236}">
                  <a16:creationId xmlns:a16="http://schemas.microsoft.com/office/drawing/2014/main" id="{CCC08768-5183-4087-A6D5-F8D0467271BF}"/>
                </a:ext>
              </a:extLst>
            </p:cNvPr>
            <p:cNvGrpSpPr/>
            <p:nvPr/>
          </p:nvGrpSpPr>
          <p:grpSpPr>
            <a:xfrm>
              <a:off x="6555761" y="797514"/>
              <a:ext cx="2203164" cy="1969757"/>
              <a:chOff x="6555761" y="797514"/>
              <a:chExt cx="2203164" cy="1969757"/>
            </a:xfrm>
          </p:grpSpPr>
          <p:sp>
            <p:nvSpPr>
              <p:cNvPr id="38929" name="弧形 22"/>
              <p:cNvSpPr>
                <a:spLocks noChangeArrowheads="1"/>
              </p:cNvSpPr>
              <p:nvPr/>
            </p:nvSpPr>
            <p:spPr bwMode="auto">
              <a:xfrm rot="10380277">
                <a:off x="6555761" y="797514"/>
                <a:ext cx="2203164" cy="1969757"/>
              </a:xfrm>
              <a:custGeom>
                <a:avLst/>
                <a:gdLst>
                  <a:gd name="T0" fmla="*/ 1686517 w 2981724"/>
                  <a:gd name="T1" fmla="*/ 10353 h 2394035"/>
                  <a:gd name="T2" fmla="*/ 1490862 w 2981724"/>
                  <a:gd name="T3" fmla="*/ 1197018 h 2394035"/>
                  <a:gd name="T4" fmla="*/ 2981720 w 2981724"/>
                  <a:gd name="T5" fmla="*/ 1199667 h 2394035"/>
                  <a:gd name="T6" fmla="*/ 11796480 60000 65536"/>
                  <a:gd name="T7" fmla="*/ 11796480 60000 65536"/>
                  <a:gd name="T8" fmla="*/ 5898240 60000 65536"/>
                  <a:gd name="T9" fmla="*/ 1686517 w 2981724"/>
                  <a:gd name="T10" fmla="*/ 10353 h 2394035"/>
                  <a:gd name="T11" fmla="*/ 2981724 w 2981724"/>
                  <a:gd name="T12" fmla="*/ 1199667 h 2394035"/>
                </a:gdLst>
                <a:ahLst/>
                <a:cxnLst>
                  <a:cxn ang="T6">
                    <a:pos x="T0" y="T1"/>
                  </a:cxn>
                  <a:cxn ang="T7">
                    <a:pos x="T2" y="T3"/>
                  </a:cxn>
                  <a:cxn ang="T8">
                    <a:pos x="T4" y="T5"/>
                  </a:cxn>
                </a:cxnLst>
                <a:rect l="T9" t="T10" r="T11" b="T12"/>
                <a:pathLst>
                  <a:path w="2981724" h="2394035" stroke="0">
                    <a:moveTo>
                      <a:pt x="1686517" y="10353"/>
                    </a:moveTo>
                    <a:lnTo>
                      <a:pt x="1686517" y="10352"/>
                    </a:lnTo>
                    <a:cubicBezTo>
                      <a:pt x="2427804" y="89143"/>
                      <a:pt x="2981724" y="596643"/>
                      <a:pt x="2981724" y="1197018"/>
                    </a:cubicBezTo>
                    <a:cubicBezTo>
                      <a:pt x="2981724" y="1197902"/>
                      <a:pt x="2981722" y="1198786"/>
                      <a:pt x="2981720" y="1199671"/>
                    </a:cubicBezTo>
                    <a:lnTo>
                      <a:pt x="1490862" y="1197018"/>
                    </a:lnTo>
                    <a:close/>
                  </a:path>
                  <a:path w="2981724" h="2394035" fill="none">
                    <a:moveTo>
                      <a:pt x="1686517" y="10353"/>
                    </a:moveTo>
                    <a:lnTo>
                      <a:pt x="1686517" y="10352"/>
                    </a:lnTo>
                    <a:cubicBezTo>
                      <a:pt x="2427804" y="89143"/>
                      <a:pt x="2981724" y="596643"/>
                      <a:pt x="2981724" y="1197018"/>
                    </a:cubicBezTo>
                    <a:cubicBezTo>
                      <a:pt x="2981724" y="1197902"/>
                      <a:pt x="2981722" y="1198786"/>
                      <a:pt x="2981720" y="1199671"/>
                    </a:cubicBezTo>
                  </a:path>
                </a:pathLst>
              </a:custGeom>
              <a:noFill/>
              <a:ln w="38100" cmpd="sng">
                <a:solidFill>
                  <a:srgbClr val="F3C97F"/>
                </a:solidFill>
                <a:miter lim="800000"/>
                <a:headEnd/>
                <a:tailEnd/>
              </a:ln>
              <a:effectLst>
                <a:outerShdw dist="23000" dir="5400000" algn="ctr" rotWithShape="0">
                  <a:srgbClr val="000000">
                    <a:alpha val="32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400">
                  <a:latin typeface="微软雅黑" panose="020B0503020204020204" pitchFamily="34" charset="-122"/>
                  <a:ea typeface="微软雅黑" panose="020B0503020204020204" pitchFamily="34" charset="-122"/>
                </a:endParaRPr>
              </a:p>
            </p:txBody>
          </p:sp>
          <p:graphicFrame>
            <p:nvGraphicFramePr>
              <p:cNvPr id="38938" name="Object 26"/>
              <p:cNvGraphicFramePr>
                <a:graphicFrameLocks noChangeAspect="1"/>
              </p:cNvGraphicFramePr>
              <p:nvPr>
                <p:extLst>
                  <p:ext uri="{D42A27DB-BD31-4B8C-83A1-F6EECF244321}">
                    <p14:modId xmlns:p14="http://schemas.microsoft.com/office/powerpoint/2010/main" val="3755540337"/>
                  </p:ext>
                </p:extLst>
              </p:nvPr>
            </p:nvGraphicFramePr>
            <p:xfrm>
              <a:off x="7059040" y="2409538"/>
              <a:ext cx="197062" cy="258372"/>
            </p:xfrm>
            <a:graphic>
              <a:graphicData uri="http://schemas.openxmlformats.org/presentationml/2006/ole">
                <mc:AlternateContent xmlns:mc="http://schemas.openxmlformats.org/markup-compatibility/2006">
                  <mc:Choice xmlns:v="urn:schemas-microsoft-com:vml" Requires="v">
                    <p:oleObj spid="_x0000_s39097" r:id="rId25" imgW="190983" imgH="229116" progId="">
                      <p:embed/>
                    </p:oleObj>
                  </mc:Choice>
                  <mc:Fallback>
                    <p:oleObj r:id="rId25" imgW="190983" imgH="229116" progId="">
                      <p:embed/>
                      <p:pic>
                        <p:nvPicPr>
                          <p:cNvPr id="0" name="Object 26"/>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7059040" y="2409538"/>
                            <a:ext cx="197062" cy="2583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38941" name="Object 29"/>
            <p:cNvGraphicFramePr>
              <a:graphicFrameLocks noChangeAspect="1"/>
            </p:cNvGraphicFramePr>
            <p:nvPr>
              <p:extLst>
                <p:ext uri="{D42A27DB-BD31-4B8C-83A1-F6EECF244321}">
                  <p14:modId xmlns:p14="http://schemas.microsoft.com/office/powerpoint/2010/main" val="2881761975"/>
                </p:ext>
              </p:extLst>
            </p:nvPr>
          </p:nvGraphicFramePr>
          <p:xfrm>
            <a:off x="6458594" y="1641485"/>
            <a:ext cx="197062" cy="258372"/>
          </p:xfrm>
          <a:graphic>
            <a:graphicData uri="http://schemas.openxmlformats.org/presentationml/2006/ole">
              <mc:AlternateContent xmlns:mc="http://schemas.openxmlformats.org/markup-compatibility/2006">
                <mc:Choice xmlns:v="urn:schemas-microsoft-com:vml" Requires="v">
                  <p:oleObj spid="_x0000_s39098" r:id="rId27" imgW="190983" imgH="229116" progId="">
                    <p:embed/>
                  </p:oleObj>
                </mc:Choice>
                <mc:Fallback>
                  <p:oleObj r:id="rId27" imgW="190983" imgH="229116" progId="">
                    <p:embed/>
                    <p:pic>
                      <p:nvPicPr>
                        <p:cNvPr id="0" name="Object 29"/>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6458594" y="1641485"/>
                          <a:ext cx="197062" cy="2583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7" name="组合 6">
            <a:extLst>
              <a:ext uri="{FF2B5EF4-FFF2-40B4-BE49-F238E27FC236}">
                <a16:creationId xmlns:a16="http://schemas.microsoft.com/office/drawing/2014/main" id="{328ED708-34DB-4FD7-A4D9-B277B3AB1838}"/>
              </a:ext>
            </a:extLst>
          </p:cNvPr>
          <p:cNvGrpSpPr/>
          <p:nvPr/>
        </p:nvGrpSpPr>
        <p:grpSpPr>
          <a:xfrm>
            <a:off x="5748568" y="1736006"/>
            <a:ext cx="1972703" cy="2062381"/>
            <a:chOff x="5748568" y="1736006"/>
            <a:chExt cx="1972703" cy="2062381"/>
          </a:xfrm>
        </p:grpSpPr>
        <p:cxnSp>
          <p:nvCxnSpPr>
            <p:cNvPr id="38923" name="直接箭头连接符 29"/>
            <p:cNvCxnSpPr>
              <a:cxnSpLocks noChangeShapeType="1"/>
            </p:cNvCxnSpPr>
            <p:nvPr/>
          </p:nvCxnSpPr>
          <p:spPr bwMode="auto">
            <a:xfrm>
              <a:off x="5748568" y="1736006"/>
              <a:ext cx="1815168" cy="1749252"/>
            </a:xfrm>
            <a:prstGeom prst="straightConnector1">
              <a:avLst/>
            </a:prstGeom>
            <a:noFill/>
            <a:ln w="38100" cmpd="sng">
              <a:solidFill>
                <a:srgbClr val="C3C9D7"/>
              </a:solidFill>
              <a:round/>
              <a:headEnd/>
              <a:tailEnd/>
            </a:ln>
            <a:effectLst>
              <a:outerShdw dist="23000" dir="5400000" algn="ctr" rotWithShape="0">
                <a:srgbClr val="000000">
                  <a:alpha val="32999"/>
                </a:srgbClr>
              </a:outerShdw>
            </a:effectLst>
            <a:extLst>
              <a:ext uri="{909E8E84-426E-40DD-AFC4-6F175D3DCCD1}">
                <a14:hiddenFill xmlns:a14="http://schemas.microsoft.com/office/drawing/2010/main">
                  <a:noFill/>
                </a14:hiddenFill>
              </a:ext>
            </a:extLst>
          </p:spPr>
        </p:cxnSp>
        <p:graphicFrame>
          <p:nvGraphicFramePr>
            <p:cNvPr id="38931" name="Object 19"/>
            <p:cNvGraphicFramePr>
              <a:graphicFrameLocks noChangeAspect="1"/>
            </p:cNvGraphicFramePr>
            <p:nvPr>
              <p:extLst>
                <p:ext uri="{D42A27DB-BD31-4B8C-83A1-F6EECF244321}">
                  <p14:modId xmlns:p14="http://schemas.microsoft.com/office/powerpoint/2010/main" val="3313431389"/>
                </p:ext>
              </p:extLst>
            </p:nvPr>
          </p:nvGraphicFramePr>
          <p:xfrm>
            <a:off x="7524209" y="3540015"/>
            <a:ext cx="197062" cy="258372"/>
          </p:xfrm>
          <a:graphic>
            <a:graphicData uri="http://schemas.openxmlformats.org/presentationml/2006/ole">
              <mc:AlternateContent xmlns:mc="http://schemas.openxmlformats.org/markup-compatibility/2006">
                <mc:Choice xmlns:v="urn:schemas-microsoft-com:vml" Requires="v">
                  <p:oleObj spid="_x0000_s39099" r:id="rId29" imgW="190983" imgH="229116" progId="">
                    <p:embed/>
                  </p:oleObj>
                </mc:Choice>
                <mc:Fallback>
                  <p:oleObj r:id="rId29" imgW="190983" imgH="229116" progId="">
                    <p:embed/>
                    <p:pic>
                      <p:nvPicPr>
                        <p:cNvPr id="0" name="Object 19"/>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7524209" y="3540015"/>
                          <a:ext cx="197062" cy="2583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8943" name="Object 31"/>
            <p:cNvGraphicFramePr>
              <a:graphicFrameLocks noChangeAspect="1"/>
            </p:cNvGraphicFramePr>
            <p:nvPr>
              <p:extLst>
                <p:ext uri="{D42A27DB-BD31-4B8C-83A1-F6EECF244321}">
                  <p14:modId xmlns:p14="http://schemas.microsoft.com/office/powerpoint/2010/main" val="2044611944"/>
                </p:ext>
              </p:extLst>
            </p:nvPr>
          </p:nvGraphicFramePr>
          <p:xfrm>
            <a:off x="7206977" y="3264573"/>
            <a:ext cx="157649" cy="258372"/>
          </p:xfrm>
          <a:graphic>
            <a:graphicData uri="http://schemas.openxmlformats.org/presentationml/2006/ole">
              <mc:AlternateContent xmlns:mc="http://schemas.openxmlformats.org/markup-compatibility/2006">
                <mc:Choice xmlns:v="urn:schemas-microsoft-com:vml" Requires="v">
                  <p:oleObj spid="_x0000_s39100" r:id="rId31" imgW="152783" imgH="229016" progId="">
                    <p:embed/>
                  </p:oleObj>
                </mc:Choice>
                <mc:Fallback>
                  <p:oleObj r:id="rId31" imgW="152783" imgH="229016" progId="">
                    <p:embed/>
                    <p:pic>
                      <p:nvPicPr>
                        <p:cNvPr id="0" name="Object 31"/>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7206977" y="3264573"/>
                          <a:ext cx="157649" cy="2583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0" name="组合 9">
            <a:extLst>
              <a:ext uri="{FF2B5EF4-FFF2-40B4-BE49-F238E27FC236}">
                <a16:creationId xmlns:a16="http://schemas.microsoft.com/office/drawing/2014/main" id="{09B5BE01-7260-4024-BD6D-DDD3C42D0718}"/>
              </a:ext>
            </a:extLst>
          </p:cNvPr>
          <p:cNvGrpSpPr/>
          <p:nvPr/>
        </p:nvGrpSpPr>
        <p:grpSpPr>
          <a:xfrm>
            <a:off x="5736358" y="1736006"/>
            <a:ext cx="2626353" cy="2065507"/>
            <a:chOff x="5736358" y="1736006"/>
            <a:chExt cx="2626353" cy="2065507"/>
          </a:xfrm>
        </p:grpSpPr>
        <p:cxnSp>
          <p:nvCxnSpPr>
            <p:cNvPr id="38924" name="直接连接符 30"/>
            <p:cNvCxnSpPr>
              <a:cxnSpLocks noChangeShapeType="1"/>
            </p:cNvCxnSpPr>
            <p:nvPr/>
          </p:nvCxnSpPr>
          <p:spPr bwMode="auto">
            <a:xfrm>
              <a:off x="5736358" y="1736006"/>
              <a:ext cx="2576237" cy="1746563"/>
            </a:xfrm>
            <a:prstGeom prst="line">
              <a:avLst/>
            </a:prstGeom>
            <a:noFill/>
            <a:ln w="38100" cmpd="sng">
              <a:solidFill>
                <a:srgbClr val="C3C9D7"/>
              </a:solidFill>
              <a:round/>
              <a:headEnd/>
              <a:tailEnd/>
            </a:ln>
            <a:effectLst>
              <a:outerShdw dist="23000" dir="5400000" algn="ctr" rotWithShape="0">
                <a:srgbClr val="000000">
                  <a:alpha val="32999"/>
                </a:srgbClr>
              </a:outerShdw>
            </a:effectLst>
            <a:extLst>
              <a:ext uri="{909E8E84-426E-40DD-AFC4-6F175D3DCCD1}">
                <a14:hiddenFill xmlns:a14="http://schemas.microsoft.com/office/drawing/2010/main">
                  <a:noFill/>
                </a14:hiddenFill>
              </a:ext>
            </a:extLst>
          </p:spPr>
        </p:cxnSp>
        <p:graphicFrame>
          <p:nvGraphicFramePr>
            <p:cNvPr id="38932" name="Object 20"/>
            <p:cNvGraphicFramePr>
              <a:graphicFrameLocks noChangeAspect="1"/>
            </p:cNvGraphicFramePr>
            <p:nvPr>
              <p:extLst>
                <p:ext uri="{D42A27DB-BD31-4B8C-83A1-F6EECF244321}">
                  <p14:modId xmlns:p14="http://schemas.microsoft.com/office/powerpoint/2010/main" val="778333441"/>
                </p:ext>
              </p:extLst>
            </p:nvPr>
          </p:nvGraphicFramePr>
          <p:xfrm>
            <a:off x="8178786" y="3543141"/>
            <a:ext cx="183925" cy="258372"/>
          </p:xfrm>
          <a:graphic>
            <a:graphicData uri="http://schemas.openxmlformats.org/presentationml/2006/ole">
              <mc:AlternateContent xmlns:mc="http://schemas.openxmlformats.org/markup-compatibility/2006">
                <mc:Choice xmlns:v="urn:schemas-microsoft-com:vml" Requires="v">
                  <p:oleObj spid="_x0000_s39101" r:id="rId33" imgW="178040" imgH="228818" progId="">
                    <p:embed/>
                  </p:oleObj>
                </mc:Choice>
                <mc:Fallback>
                  <p:oleObj r:id="rId33" imgW="178040" imgH="228818" progId="">
                    <p:embed/>
                    <p:pic>
                      <p:nvPicPr>
                        <p:cNvPr id="0" name="Object 20"/>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8178786" y="3543141"/>
                          <a:ext cx="183925" cy="2583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8944" name="Object 32"/>
            <p:cNvGraphicFramePr>
              <a:graphicFrameLocks noChangeAspect="1"/>
            </p:cNvGraphicFramePr>
            <p:nvPr>
              <p:extLst>
                <p:ext uri="{D42A27DB-BD31-4B8C-83A1-F6EECF244321}">
                  <p14:modId xmlns:p14="http://schemas.microsoft.com/office/powerpoint/2010/main" val="3215135406"/>
                </p:ext>
              </p:extLst>
            </p:nvPr>
          </p:nvGraphicFramePr>
          <p:xfrm>
            <a:off x="7777069" y="3228190"/>
            <a:ext cx="157649" cy="258372"/>
          </p:xfrm>
          <a:graphic>
            <a:graphicData uri="http://schemas.openxmlformats.org/presentationml/2006/ole">
              <mc:AlternateContent xmlns:mc="http://schemas.openxmlformats.org/markup-compatibility/2006">
                <mc:Choice xmlns:v="urn:schemas-microsoft-com:vml" Requires="v">
                  <p:oleObj spid="_x0000_s39102" r:id="rId35" imgW="152783" imgH="229016" progId="">
                    <p:embed/>
                  </p:oleObj>
                </mc:Choice>
                <mc:Fallback>
                  <p:oleObj r:id="rId35" imgW="152783" imgH="229016" progId="">
                    <p:embed/>
                    <p:pic>
                      <p:nvPicPr>
                        <p:cNvPr id="0" name="Object 32"/>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7777069" y="3228190"/>
                          <a:ext cx="157649" cy="2583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2" name="组合 11">
            <a:extLst>
              <a:ext uri="{FF2B5EF4-FFF2-40B4-BE49-F238E27FC236}">
                <a16:creationId xmlns:a16="http://schemas.microsoft.com/office/drawing/2014/main" id="{6504716E-681D-4535-A861-EAE59C247851}"/>
              </a:ext>
            </a:extLst>
          </p:cNvPr>
          <p:cNvGrpSpPr/>
          <p:nvPr/>
        </p:nvGrpSpPr>
        <p:grpSpPr>
          <a:xfrm>
            <a:off x="4051426" y="820369"/>
            <a:ext cx="3624910" cy="2269591"/>
            <a:chOff x="4051426" y="820369"/>
            <a:chExt cx="3624910" cy="2269591"/>
          </a:xfrm>
        </p:grpSpPr>
        <p:sp>
          <p:nvSpPr>
            <p:cNvPr id="38926" name="弧形 32"/>
            <p:cNvSpPr>
              <a:spLocks noChangeArrowheads="1"/>
            </p:cNvSpPr>
            <p:nvPr/>
          </p:nvSpPr>
          <p:spPr bwMode="auto">
            <a:xfrm rot="3216644">
              <a:off x="4729085" y="142710"/>
              <a:ext cx="2269591" cy="3624910"/>
            </a:xfrm>
            <a:custGeom>
              <a:avLst/>
              <a:gdLst>
                <a:gd name="T0" fmla="*/ 2320241 w 2758452"/>
                <a:gd name="T1" fmla="*/ 659613 h 4905891"/>
                <a:gd name="T2" fmla="*/ 1379226 w 2758452"/>
                <a:gd name="T3" fmla="*/ 2452946 h 4905891"/>
                <a:gd name="T4" fmla="*/ 2711858 w 2758452"/>
                <a:gd name="T5" fmla="*/ 3085142 h 4905891"/>
                <a:gd name="T6" fmla="*/ 11796480 60000 65536"/>
                <a:gd name="T7" fmla="*/ 11796480 60000 65536"/>
                <a:gd name="T8" fmla="*/ 5898240 60000 65536"/>
                <a:gd name="T9" fmla="*/ 2320241 w 2758452"/>
                <a:gd name="T10" fmla="*/ 659613 h 4905891"/>
                <a:gd name="T11" fmla="*/ 2758452 w 2758452"/>
                <a:gd name="T12" fmla="*/ 3085142 h 4905891"/>
              </a:gdLst>
              <a:ahLst/>
              <a:cxnLst>
                <a:cxn ang="T6">
                  <a:pos x="T0" y="T1"/>
                </a:cxn>
                <a:cxn ang="T7">
                  <a:pos x="T2" y="T3"/>
                </a:cxn>
                <a:cxn ang="T8">
                  <a:pos x="T4" y="T5"/>
                </a:cxn>
              </a:cxnLst>
              <a:rect l="T9" t="T10" r="T11" b="T12"/>
              <a:pathLst>
                <a:path w="2758452" h="4905891" stroke="0">
                  <a:moveTo>
                    <a:pt x="2320241" y="659613"/>
                  </a:moveTo>
                  <a:lnTo>
                    <a:pt x="2320241" y="659612"/>
                  </a:lnTo>
                  <a:cubicBezTo>
                    <a:pt x="2599754" y="1123533"/>
                    <a:pt x="2758452" y="1772986"/>
                    <a:pt x="2758452" y="2452945"/>
                  </a:cubicBezTo>
                  <a:cubicBezTo>
                    <a:pt x="2758452" y="2666386"/>
                    <a:pt x="2742788" y="2878915"/>
                    <a:pt x="2711857" y="3085146"/>
                  </a:cubicBezTo>
                  <a:lnTo>
                    <a:pt x="1379226" y="2452946"/>
                  </a:lnTo>
                  <a:close/>
                </a:path>
                <a:path w="2758452" h="4905891" fill="none">
                  <a:moveTo>
                    <a:pt x="2320241" y="659613"/>
                  </a:moveTo>
                  <a:lnTo>
                    <a:pt x="2320241" y="659612"/>
                  </a:lnTo>
                  <a:cubicBezTo>
                    <a:pt x="2599754" y="1123533"/>
                    <a:pt x="2758452" y="1772986"/>
                    <a:pt x="2758452" y="2452945"/>
                  </a:cubicBezTo>
                  <a:cubicBezTo>
                    <a:pt x="2758452" y="2666386"/>
                    <a:pt x="2742788" y="2878915"/>
                    <a:pt x="2711857" y="3085146"/>
                  </a:cubicBezTo>
                </a:path>
              </a:pathLst>
            </a:custGeom>
            <a:noFill/>
            <a:ln w="38100" cmpd="sng">
              <a:solidFill>
                <a:srgbClr val="BB1528"/>
              </a:solidFill>
              <a:miter lim="800000"/>
              <a:headEnd/>
              <a:tailEnd/>
            </a:ln>
            <a:effectLst>
              <a:outerShdw dist="23000" dir="5400000" algn="ctr" rotWithShape="0">
                <a:srgbClr val="000000">
                  <a:alpha val="32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400">
                <a:latin typeface="微软雅黑" panose="020B0503020204020204" pitchFamily="34" charset="-122"/>
                <a:ea typeface="微软雅黑" panose="020B0503020204020204" pitchFamily="34" charset="-122"/>
              </a:endParaRPr>
            </a:p>
          </p:txBody>
        </p:sp>
        <p:graphicFrame>
          <p:nvGraphicFramePr>
            <p:cNvPr id="38945" name="Object 33"/>
            <p:cNvGraphicFramePr>
              <a:graphicFrameLocks noChangeAspect="1"/>
            </p:cNvGraphicFramePr>
            <p:nvPr>
              <p:extLst>
                <p:ext uri="{D42A27DB-BD31-4B8C-83A1-F6EECF244321}">
                  <p14:modId xmlns:p14="http://schemas.microsoft.com/office/powerpoint/2010/main" val="47068999"/>
                </p:ext>
              </p:extLst>
            </p:nvPr>
          </p:nvGraphicFramePr>
          <p:xfrm>
            <a:off x="7347514" y="1418955"/>
            <a:ext cx="262749" cy="200957"/>
          </p:xfrm>
          <a:graphic>
            <a:graphicData uri="http://schemas.openxmlformats.org/presentationml/2006/ole">
              <mc:AlternateContent xmlns:mc="http://schemas.openxmlformats.org/markup-compatibility/2006">
                <mc:Choice xmlns:v="urn:schemas-microsoft-com:vml" Requires="v">
                  <p:oleObj spid="_x0000_s39103" r:id="rId37" imgW="254207" imgH="178040" progId="">
                    <p:embed/>
                  </p:oleObj>
                </mc:Choice>
                <mc:Fallback>
                  <p:oleObj r:id="rId37" imgW="254207" imgH="178040" progId="">
                    <p:embed/>
                    <p:pic>
                      <p:nvPicPr>
                        <p:cNvPr id="0" name="Object 33"/>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7347514" y="1418955"/>
                          <a:ext cx="262749" cy="200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7" name="组合 16">
            <a:extLst>
              <a:ext uri="{FF2B5EF4-FFF2-40B4-BE49-F238E27FC236}">
                <a16:creationId xmlns:a16="http://schemas.microsoft.com/office/drawing/2014/main" id="{A8EA92C7-D84B-4C4D-AC18-31310BE45FD3}"/>
              </a:ext>
            </a:extLst>
          </p:cNvPr>
          <p:cNvGrpSpPr/>
          <p:nvPr/>
        </p:nvGrpSpPr>
        <p:grpSpPr>
          <a:xfrm>
            <a:off x="5469794" y="4510768"/>
            <a:ext cx="1117171" cy="266481"/>
            <a:chOff x="5469794" y="4510768"/>
            <a:chExt cx="1117171" cy="266481"/>
          </a:xfrm>
        </p:grpSpPr>
        <p:cxnSp>
          <p:nvCxnSpPr>
            <p:cNvPr id="38952" name="直接连接符 59"/>
            <p:cNvCxnSpPr>
              <a:cxnSpLocks noChangeShapeType="1"/>
            </p:cNvCxnSpPr>
            <p:nvPr/>
          </p:nvCxnSpPr>
          <p:spPr bwMode="auto">
            <a:xfrm rot="10800000">
              <a:off x="5774344" y="4671726"/>
              <a:ext cx="812621" cy="1320"/>
            </a:xfrm>
            <a:prstGeom prst="line">
              <a:avLst/>
            </a:prstGeom>
            <a:noFill/>
            <a:ln w="9525" cmpd="sng">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38959" name="Object 47"/>
            <p:cNvGraphicFramePr>
              <a:graphicFrameLocks noChangeAspect="1"/>
            </p:cNvGraphicFramePr>
            <p:nvPr>
              <p:extLst>
                <p:ext uri="{D42A27DB-BD31-4B8C-83A1-F6EECF244321}">
                  <p14:modId xmlns:p14="http://schemas.microsoft.com/office/powerpoint/2010/main" val="1264489507"/>
                </p:ext>
              </p:extLst>
            </p:nvPr>
          </p:nvGraphicFramePr>
          <p:xfrm>
            <a:off x="5469794" y="4510768"/>
            <a:ext cx="227944" cy="266481"/>
          </p:xfrm>
          <a:graphic>
            <a:graphicData uri="http://schemas.openxmlformats.org/presentationml/2006/ole">
              <mc:AlternateContent xmlns:mc="http://schemas.openxmlformats.org/markup-compatibility/2006">
                <mc:Choice xmlns:v="urn:schemas-microsoft-com:vml" Requires="v">
                  <p:oleObj spid="_x0000_s39104" r:id="rId39" imgW="190983" imgH="229116" progId="">
                    <p:embed/>
                  </p:oleObj>
                </mc:Choice>
                <mc:Fallback>
                  <p:oleObj r:id="rId39" imgW="190983" imgH="229116" progId="">
                    <p:embed/>
                    <p:pic>
                      <p:nvPicPr>
                        <p:cNvPr id="0" name="Object 47"/>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5469794" y="4510768"/>
                          <a:ext cx="227944" cy="266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8" name="组合 17">
            <a:extLst>
              <a:ext uri="{FF2B5EF4-FFF2-40B4-BE49-F238E27FC236}">
                <a16:creationId xmlns:a16="http://schemas.microsoft.com/office/drawing/2014/main" id="{93C3B687-5E07-4594-8C40-AC2525C6877C}"/>
              </a:ext>
            </a:extLst>
          </p:cNvPr>
          <p:cNvGrpSpPr/>
          <p:nvPr/>
        </p:nvGrpSpPr>
        <p:grpSpPr>
          <a:xfrm>
            <a:off x="5447641" y="4790038"/>
            <a:ext cx="1346886" cy="266481"/>
            <a:chOff x="5447641" y="4790038"/>
            <a:chExt cx="1346886" cy="266481"/>
          </a:xfrm>
        </p:grpSpPr>
        <p:cxnSp>
          <p:nvCxnSpPr>
            <p:cNvPr id="38951" name="直接连接符 57"/>
            <p:cNvCxnSpPr>
              <a:cxnSpLocks noChangeShapeType="1"/>
            </p:cNvCxnSpPr>
            <p:nvPr/>
          </p:nvCxnSpPr>
          <p:spPr bwMode="auto">
            <a:xfrm rot="10800000">
              <a:off x="5741784" y="4965914"/>
              <a:ext cx="1052743" cy="0"/>
            </a:xfrm>
            <a:prstGeom prst="line">
              <a:avLst/>
            </a:prstGeom>
            <a:noFill/>
            <a:ln w="9525" cmpd="sng">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38960" name="Object 48"/>
            <p:cNvGraphicFramePr>
              <a:graphicFrameLocks noChangeAspect="1"/>
            </p:cNvGraphicFramePr>
            <p:nvPr>
              <p:extLst>
                <p:ext uri="{D42A27DB-BD31-4B8C-83A1-F6EECF244321}">
                  <p14:modId xmlns:p14="http://schemas.microsoft.com/office/powerpoint/2010/main" val="1945452238"/>
                </p:ext>
              </p:extLst>
            </p:nvPr>
          </p:nvGraphicFramePr>
          <p:xfrm>
            <a:off x="5447641" y="4790038"/>
            <a:ext cx="242869" cy="266481"/>
          </p:xfrm>
          <a:graphic>
            <a:graphicData uri="http://schemas.openxmlformats.org/presentationml/2006/ole">
              <mc:AlternateContent xmlns:mc="http://schemas.openxmlformats.org/markup-compatibility/2006">
                <mc:Choice xmlns:v="urn:schemas-microsoft-com:vml" Requires="v">
                  <p:oleObj spid="_x0000_s39105" r:id="rId41" imgW="203605" imgH="229016" progId="">
                    <p:embed/>
                  </p:oleObj>
                </mc:Choice>
                <mc:Fallback>
                  <p:oleObj r:id="rId41" imgW="203605" imgH="229016" progId="">
                    <p:embed/>
                    <p:pic>
                      <p:nvPicPr>
                        <p:cNvPr id="0" name="Object 48"/>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5447641" y="4790038"/>
                          <a:ext cx="242869" cy="266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9" name="组合 18">
            <a:extLst>
              <a:ext uri="{FF2B5EF4-FFF2-40B4-BE49-F238E27FC236}">
                <a16:creationId xmlns:a16="http://schemas.microsoft.com/office/drawing/2014/main" id="{72715B12-3939-47E2-81EA-05FDDCF5FC96}"/>
              </a:ext>
            </a:extLst>
          </p:cNvPr>
          <p:cNvGrpSpPr/>
          <p:nvPr/>
        </p:nvGrpSpPr>
        <p:grpSpPr>
          <a:xfrm>
            <a:off x="5463314" y="5069307"/>
            <a:ext cx="1538778" cy="266481"/>
            <a:chOff x="5463314" y="5069307"/>
            <a:chExt cx="1538778" cy="266481"/>
          </a:xfrm>
        </p:grpSpPr>
        <p:cxnSp>
          <p:nvCxnSpPr>
            <p:cNvPr id="38950" name="直接连接符 54"/>
            <p:cNvCxnSpPr>
              <a:cxnSpLocks noChangeShapeType="1"/>
            </p:cNvCxnSpPr>
            <p:nvPr/>
          </p:nvCxnSpPr>
          <p:spPr bwMode="auto">
            <a:xfrm>
              <a:off x="5741784" y="5136092"/>
              <a:ext cx="1260308" cy="1320"/>
            </a:xfrm>
            <a:prstGeom prst="line">
              <a:avLst/>
            </a:prstGeom>
            <a:noFill/>
            <a:ln w="9525" cmpd="sng">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38961" name="Object 49"/>
            <p:cNvGraphicFramePr>
              <a:graphicFrameLocks noChangeAspect="1"/>
            </p:cNvGraphicFramePr>
            <p:nvPr>
              <p:extLst>
                <p:ext uri="{D42A27DB-BD31-4B8C-83A1-F6EECF244321}">
                  <p14:modId xmlns:p14="http://schemas.microsoft.com/office/powerpoint/2010/main" val="113565023"/>
                </p:ext>
              </p:extLst>
            </p:nvPr>
          </p:nvGraphicFramePr>
          <p:xfrm>
            <a:off x="5463314" y="5069307"/>
            <a:ext cx="242869" cy="266481"/>
          </p:xfrm>
          <a:graphic>
            <a:graphicData uri="http://schemas.openxmlformats.org/presentationml/2006/ole">
              <mc:AlternateContent xmlns:mc="http://schemas.openxmlformats.org/markup-compatibility/2006">
                <mc:Choice xmlns:v="urn:schemas-microsoft-com:vml" Requires="v">
                  <p:oleObj spid="_x0000_s39106" r:id="rId43" imgW="203605" imgH="229016" progId="">
                    <p:embed/>
                  </p:oleObj>
                </mc:Choice>
                <mc:Fallback>
                  <p:oleObj r:id="rId43" imgW="203605" imgH="229016" progId="">
                    <p:embed/>
                    <p:pic>
                      <p:nvPicPr>
                        <p:cNvPr id="0" name="Object 49"/>
                        <p:cNvPicPr>
                          <a:picLocks noChangeAspect="1" noChangeArrowheads="1"/>
                        </p:cNvPicPr>
                        <p:nvPr/>
                      </p:nvPicPr>
                      <p:blipFill>
                        <a:blip r:embed="rId44">
                          <a:extLst>
                            <a:ext uri="{28A0092B-C50C-407E-A947-70E740481C1C}">
                              <a14:useLocalDpi xmlns:a14="http://schemas.microsoft.com/office/drawing/2010/main" val="0"/>
                            </a:ext>
                          </a:extLst>
                        </a:blip>
                        <a:srcRect/>
                        <a:stretch>
                          <a:fillRect/>
                        </a:stretch>
                      </p:blipFill>
                      <p:spPr bwMode="auto">
                        <a:xfrm>
                          <a:off x="5463314" y="5069307"/>
                          <a:ext cx="242869" cy="266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6" name="组合 15">
            <a:extLst>
              <a:ext uri="{FF2B5EF4-FFF2-40B4-BE49-F238E27FC236}">
                <a16:creationId xmlns:a16="http://schemas.microsoft.com/office/drawing/2014/main" id="{463E55D9-2D05-4D6F-9F07-C790C97509BA}"/>
              </a:ext>
            </a:extLst>
          </p:cNvPr>
          <p:cNvGrpSpPr/>
          <p:nvPr/>
        </p:nvGrpSpPr>
        <p:grpSpPr>
          <a:xfrm>
            <a:off x="5486131" y="3802358"/>
            <a:ext cx="2918715" cy="2370240"/>
            <a:chOff x="5486131" y="3802358"/>
            <a:chExt cx="2918715" cy="2370240"/>
          </a:xfrm>
        </p:grpSpPr>
        <p:cxnSp>
          <p:nvCxnSpPr>
            <p:cNvPr id="38955" name="直接箭头连接符 37"/>
            <p:cNvCxnSpPr>
              <a:cxnSpLocks noChangeShapeType="1"/>
            </p:cNvCxnSpPr>
            <p:nvPr/>
          </p:nvCxnSpPr>
          <p:spPr bwMode="auto">
            <a:xfrm>
              <a:off x="5725505" y="5888049"/>
              <a:ext cx="2679341" cy="14512"/>
            </a:xfrm>
            <a:prstGeom prst="straightConnector1">
              <a:avLst/>
            </a:prstGeom>
            <a:noFill/>
            <a:ln w="9525" cmpd="sng">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38956" name="直接箭头连接符 41"/>
            <p:cNvCxnSpPr>
              <a:cxnSpLocks noChangeShapeType="1"/>
            </p:cNvCxnSpPr>
            <p:nvPr/>
          </p:nvCxnSpPr>
          <p:spPr bwMode="auto">
            <a:xfrm rot="16200000" flipV="1">
              <a:off x="4682885" y="4846335"/>
              <a:ext cx="2101520" cy="13566"/>
            </a:xfrm>
            <a:prstGeom prst="straightConnector1">
              <a:avLst/>
            </a:prstGeom>
            <a:noFill/>
            <a:ln w="9525" cmpd="sng">
              <a:solidFill>
                <a:srgbClr val="7F7F7F"/>
              </a:solidFill>
              <a:round/>
              <a:headEnd/>
              <a:tailEnd type="stealth" w="med" len="lg"/>
            </a:ln>
            <a:extLst>
              <a:ext uri="{909E8E84-426E-40DD-AFC4-6F175D3DCCD1}">
                <a14:hiddenFill xmlns:a14="http://schemas.microsoft.com/office/drawing/2010/main">
                  <a:noFill/>
                </a14:hiddenFill>
              </a:ext>
            </a:extLst>
          </p:spPr>
        </p:cxnSp>
        <p:graphicFrame>
          <p:nvGraphicFramePr>
            <p:cNvPr id="38958" name="Object 46"/>
            <p:cNvGraphicFramePr>
              <a:graphicFrameLocks noChangeAspect="1"/>
            </p:cNvGraphicFramePr>
            <p:nvPr>
              <p:extLst>
                <p:ext uri="{D42A27DB-BD31-4B8C-83A1-F6EECF244321}">
                  <p14:modId xmlns:p14="http://schemas.microsoft.com/office/powerpoint/2010/main" val="185555293"/>
                </p:ext>
              </p:extLst>
            </p:nvPr>
          </p:nvGraphicFramePr>
          <p:xfrm>
            <a:off x="5486131" y="3828440"/>
            <a:ext cx="181813" cy="266481"/>
          </p:xfrm>
          <a:graphic>
            <a:graphicData uri="http://schemas.openxmlformats.org/presentationml/2006/ole">
              <mc:AlternateContent xmlns:mc="http://schemas.openxmlformats.org/markup-compatibility/2006">
                <mc:Choice xmlns:v="urn:schemas-microsoft-com:vml" Requires="v">
                  <p:oleObj spid="_x0000_s39107" r:id="rId45" imgW="152783" imgH="229016" progId="">
                    <p:embed/>
                  </p:oleObj>
                </mc:Choice>
                <mc:Fallback>
                  <p:oleObj r:id="rId45" imgW="152783" imgH="229016" progId="">
                    <p:embed/>
                    <p:pic>
                      <p:nvPicPr>
                        <p:cNvPr id="0" name="Object 46"/>
                        <p:cNvPicPr>
                          <a:picLocks noChangeAspect="1" noChangeArrowheads="1"/>
                        </p:cNvPicPr>
                        <p:nvPr/>
                      </p:nvPicPr>
                      <p:blipFill>
                        <a:blip r:embed="rId46">
                          <a:extLst>
                            <a:ext uri="{28A0092B-C50C-407E-A947-70E740481C1C}">
                              <a14:useLocalDpi xmlns:a14="http://schemas.microsoft.com/office/drawing/2010/main" val="0"/>
                            </a:ext>
                          </a:extLst>
                        </a:blip>
                        <a:srcRect/>
                        <a:stretch>
                          <a:fillRect/>
                        </a:stretch>
                      </p:blipFill>
                      <p:spPr bwMode="auto">
                        <a:xfrm>
                          <a:off x="5486131" y="3828440"/>
                          <a:ext cx="181813" cy="266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8965" name="Object 53"/>
            <p:cNvGraphicFramePr>
              <a:graphicFrameLocks noChangeAspect="1"/>
            </p:cNvGraphicFramePr>
            <p:nvPr>
              <p:extLst>
                <p:ext uri="{D42A27DB-BD31-4B8C-83A1-F6EECF244321}">
                  <p14:modId xmlns:p14="http://schemas.microsoft.com/office/powerpoint/2010/main" val="2794755827"/>
                </p:ext>
              </p:extLst>
            </p:nvPr>
          </p:nvGraphicFramePr>
          <p:xfrm>
            <a:off x="8074761" y="5906117"/>
            <a:ext cx="211663" cy="266481"/>
          </p:xfrm>
          <a:graphic>
            <a:graphicData uri="http://schemas.openxmlformats.org/presentationml/2006/ole">
              <mc:AlternateContent xmlns:mc="http://schemas.openxmlformats.org/markup-compatibility/2006">
                <mc:Choice xmlns:v="urn:schemas-microsoft-com:vml" Requires="v">
                  <p:oleObj spid="_x0000_s39108" r:id="rId47" imgW="178040" imgH="228818" progId="">
                    <p:embed/>
                  </p:oleObj>
                </mc:Choice>
                <mc:Fallback>
                  <p:oleObj r:id="rId47" imgW="178040" imgH="228818" progId="">
                    <p:embed/>
                    <p:pic>
                      <p:nvPicPr>
                        <p:cNvPr id="0" name="Object 53"/>
                        <p:cNvPicPr>
                          <a:picLocks noChangeAspect="1" noChangeArrowheads="1"/>
                        </p:cNvPicPr>
                        <p:nvPr/>
                      </p:nvPicPr>
                      <p:blipFill>
                        <a:blip r:embed="rId48">
                          <a:extLst>
                            <a:ext uri="{28A0092B-C50C-407E-A947-70E740481C1C}">
                              <a14:useLocalDpi xmlns:a14="http://schemas.microsoft.com/office/drawing/2010/main" val="0"/>
                            </a:ext>
                          </a:extLst>
                        </a:blip>
                        <a:srcRect/>
                        <a:stretch>
                          <a:fillRect/>
                        </a:stretch>
                      </p:blipFill>
                      <p:spPr bwMode="auto">
                        <a:xfrm>
                          <a:off x="8074761" y="5906117"/>
                          <a:ext cx="211663" cy="266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8966" name="Object 54"/>
            <p:cNvGraphicFramePr>
              <a:graphicFrameLocks noChangeAspect="1"/>
            </p:cNvGraphicFramePr>
            <p:nvPr>
              <p:extLst>
                <p:ext uri="{D42A27DB-BD31-4B8C-83A1-F6EECF244321}">
                  <p14:modId xmlns:p14="http://schemas.microsoft.com/office/powerpoint/2010/main" val="492654680"/>
                </p:ext>
              </p:extLst>
            </p:nvPr>
          </p:nvGraphicFramePr>
          <p:xfrm>
            <a:off x="5533868" y="5880675"/>
            <a:ext cx="181813" cy="205797"/>
          </p:xfrm>
          <a:graphic>
            <a:graphicData uri="http://schemas.openxmlformats.org/presentationml/2006/ole">
              <mc:AlternateContent xmlns:mc="http://schemas.openxmlformats.org/markup-compatibility/2006">
                <mc:Choice xmlns:v="urn:schemas-microsoft-com:vml" Requires="v">
                  <p:oleObj spid="_x0000_s39109" r:id="rId49" imgW="152717" imgH="178117" progId="">
                    <p:embed/>
                  </p:oleObj>
                </mc:Choice>
                <mc:Fallback>
                  <p:oleObj r:id="rId49" imgW="152717" imgH="178117" progId="">
                    <p:embed/>
                    <p:pic>
                      <p:nvPicPr>
                        <p:cNvPr id="0" name="Object 54"/>
                        <p:cNvPicPr>
                          <a:picLocks noChangeAspect="1" noChangeArrowheads="1"/>
                        </p:cNvPicPr>
                        <p:nvPr/>
                      </p:nvPicPr>
                      <p:blipFill>
                        <a:blip r:embed="rId50">
                          <a:extLst>
                            <a:ext uri="{28A0092B-C50C-407E-A947-70E740481C1C}">
                              <a14:useLocalDpi xmlns:a14="http://schemas.microsoft.com/office/drawing/2010/main" val="0"/>
                            </a:ext>
                          </a:extLst>
                        </a:blip>
                        <a:srcRect/>
                        <a:stretch>
                          <a:fillRect/>
                        </a:stretch>
                      </p:blipFill>
                      <p:spPr bwMode="auto">
                        <a:xfrm>
                          <a:off x="5533868" y="5880675"/>
                          <a:ext cx="181813" cy="2057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23" name="组合 22">
            <a:extLst>
              <a:ext uri="{FF2B5EF4-FFF2-40B4-BE49-F238E27FC236}">
                <a16:creationId xmlns:a16="http://schemas.microsoft.com/office/drawing/2014/main" id="{B2A5B574-92B7-4CF4-9701-DA7AB02331CA}"/>
              </a:ext>
            </a:extLst>
          </p:cNvPr>
          <p:cNvGrpSpPr/>
          <p:nvPr/>
        </p:nvGrpSpPr>
        <p:grpSpPr>
          <a:xfrm>
            <a:off x="6447445" y="2934310"/>
            <a:ext cx="266101" cy="3222295"/>
            <a:chOff x="6447445" y="2934310"/>
            <a:chExt cx="266101" cy="3222295"/>
          </a:xfrm>
        </p:grpSpPr>
        <p:grpSp>
          <p:nvGrpSpPr>
            <p:cNvPr id="20" name="组合 19">
              <a:extLst>
                <a:ext uri="{FF2B5EF4-FFF2-40B4-BE49-F238E27FC236}">
                  <a16:creationId xmlns:a16="http://schemas.microsoft.com/office/drawing/2014/main" id="{17656711-4193-4B5D-9728-0CB6CE48B1ED}"/>
                </a:ext>
              </a:extLst>
            </p:cNvPr>
            <p:cNvGrpSpPr/>
            <p:nvPr/>
          </p:nvGrpSpPr>
          <p:grpSpPr>
            <a:xfrm>
              <a:off x="6447445" y="2934310"/>
              <a:ext cx="257794" cy="3222295"/>
              <a:chOff x="6447445" y="2934310"/>
              <a:chExt cx="257794" cy="3222295"/>
            </a:xfrm>
          </p:grpSpPr>
          <p:cxnSp>
            <p:nvCxnSpPr>
              <p:cNvPr id="38947" name="直接连接符 45"/>
              <p:cNvCxnSpPr>
                <a:cxnSpLocks noChangeShapeType="1"/>
              </p:cNvCxnSpPr>
              <p:nvPr/>
            </p:nvCxnSpPr>
            <p:spPr bwMode="auto">
              <a:xfrm rot="16200000" flipH="1">
                <a:off x="5073373" y="4367860"/>
                <a:ext cx="2947142" cy="80041"/>
              </a:xfrm>
              <a:prstGeom prst="line">
                <a:avLst/>
              </a:prstGeom>
              <a:noFill/>
              <a:ln w="9525" cmpd="sng">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38962" name="Object 50"/>
              <p:cNvGraphicFramePr>
                <a:graphicFrameLocks noChangeAspect="1"/>
              </p:cNvGraphicFramePr>
              <p:nvPr>
                <p:extLst>
                  <p:ext uri="{D42A27DB-BD31-4B8C-83A1-F6EECF244321}">
                    <p14:modId xmlns:p14="http://schemas.microsoft.com/office/powerpoint/2010/main" val="1657871719"/>
                  </p:ext>
                </p:extLst>
              </p:nvPr>
            </p:nvGraphicFramePr>
            <p:xfrm>
              <a:off x="6447445" y="5890124"/>
              <a:ext cx="257794" cy="266481"/>
            </p:xfrm>
            <a:graphic>
              <a:graphicData uri="http://schemas.openxmlformats.org/presentationml/2006/ole">
                <mc:AlternateContent xmlns:mc="http://schemas.openxmlformats.org/markup-compatibility/2006">
                  <mc:Choice xmlns:v="urn:schemas-microsoft-com:vml" Requires="v">
                    <p:oleObj spid="_x0000_s39110" r:id="rId51" imgW="216217" imgH="228917" progId="">
                      <p:embed/>
                    </p:oleObj>
                  </mc:Choice>
                  <mc:Fallback>
                    <p:oleObj r:id="rId51" imgW="216217" imgH="228917" progId="">
                      <p:embed/>
                      <p:pic>
                        <p:nvPicPr>
                          <p:cNvPr id="0" name="Object 50"/>
                          <p:cNvPicPr>
                            <a:picLocks noChangeAspect="1" noChangeArrowheads="1"/>
                          </p:cNvPicPr>
                          <p:nvPr/>
                        </p:nvPicPr>
                        <p:blipFill>
                          <a:blip r:embed="rId52">
                            <a:extLst>
                              <a:ext uri="{28A0092B-C50C-407E-A947-70E740481C1C}">
                                <a14:useLocalDpi xmlns:a14="http://schemas.microsoft.com/office/drawing/2010/main" val="0"/>
                              </a:ext>
                            </a:extLst>
                          </a:blip>
                          <a:srcRect/>
                          <a:stretch>
                            <a:fillRect/>
                          </a:stretch>
                        </p:blipFill>
                        <p:spPr bwMode="auto">
                          <a:xfrm>
                            <a:off x="6447445" y="5890124"/>
                            <a:ext cx="257794" cy="266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38967" name="Object 55"/>
            <p:cNvGraphicFramePr>
              <a:graphicFrameLocks noChangeAspect="1"/>
            </p:cNvGraphicFramePr>
            <p:nvPr>
              <p:extLst>
                <p:ext uri="{D42A27DB-BD31-4B8C-83A1-F6EECF244321}">
                  <p14:modId xmlns:p14="http://schemas.microsoft.com/office/powerpoint/2010/main" val="522817203"/>
                </p:ext>
              </p:extLst>
            </p:nvPr>
          </p:nvGraphicFramePr>
          <p:xfrm>
            <a:off x="6516809" y="4521994"/>
            <a:ext cx="196737" cy="191285"/>
          </p:xfrm>
          <a:graphic>
            <a:graphicData uri="http://schemas.openxmlformats.org/presentationml/2006/ole">
              <mc:AlternateContent xmlns:mc="http://schemas.openxmlformats.org/markup-compatibility/2006">
                <mc:Choice xmlns:v="urn:schemas-microsoft-com:vml" Requires="v">
                  <p:oleObj spid="_x0000_s39111" r:id="rId53" imgW="165489" imgH="165489" progId="">
                    <p:embed/>
                  </p:oleObj>
                </mc:Choice>
                <mc:Fallback>
                  <p:oleObj r:id="rId53" imgW="165489" imgH="165489" progId="">
                    <p:embed/>
                    <p:pic>
                      <p:nvPicPr>
                        <p:cNvPr id="0" name="Object 55"/>
                        <p:cNvPicPr>
                          <a:picLocks noChangeAspect="1" noChangeArrowheads="1"/>
                        </p:cNvPicPr>
                        <p:nvPr/>
                      </p:nvPicPr>
                      <p:blipFill>
                        <a:blip r:embed="rId54">
                          <a:extLst>
                            <a:ext uri="{28A0092B-C50C-407E-A947-70E740481C1C}">
                              <a14:useLocalDpi xmlns:a14="http://schemas.microsoft.com/office/drawing/2010/main" val="0"/>
                            </a:ext>
                          </a:extLst>
                        </a:blip>
                        <a:srcRect/>
                        <a:stretch>
                          <a:fillRect/>
                        </a:stretch>
                      </p:blipFill>
                      <p:spPr bwMode="auto">
                        <a:xfrm>
                          <a:off x="6516809" y="4521994"/>
                          <a:ext cx="196737" cy="191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24" name="组合 23">
            <a:extLst>
              <a:ext uri="{FF2B5EF4-FFF2-40B4-BE49-F238E27FC236}">
                <a16:creationId xmlns:a16="http://schemas.microsoft.com/office/drawing/2014/main" id="{5EDEBFE6-E507-4AF7-9374-70F23795EFF2}"/>
              </a:ext>
            </a:extLst>
          </p:cNvPr>
          <p:cNvGrpSpPr/>
          <p:nvPr/>
        </p:nvGrpSpPr>
        <p:grpSpPr>
          <a:xfrm>
            <a:off x="6696628" y="2717958"/>
            <a:ext cx="304480" cy="3454748"/>
            <a:chOff x="6696628" y="2717958"/>
            <a:chExt cx="304480" cy="3454748"/>
          </a:xfrm>
        </p:grpSpPr>
        <p:grpSp>
          <p:nvGrpSpPr>
            <p:cNvPr id="21" name="组合 20">
              <a:extLst>
                <a:ext uri="{FF2B5EF4-FFF2-40B4-BE49-F238E27FC236}">
                  <a16:creationId xmlns:a16="http://schemas.microsoft.com/office/drawing/2014/main" id="{04C34B56-ABCF-4333-B6F0-C6325956757A}"/>
                </a:ext>
              </a:extLst>
            </p:cNvPr>
            <p:cNvGrpSpPr/>
            <p:nvPr/>
          </p:nvGrpSpPr>
          <p:grpSpPr>
            <a:xfrm>
              <a:off x="6696628" y="2717958"/>
              <a:ext cx="274076" cy="3454748"/>
              <a:chOff x="6696628" y="2717958"/>
              <a:chExt cx="274076" cy="3454748"/>
            </a:xfrm>
          </p:grpSpPr>
          <p:cxnSp>
            <p:nvCxnSpPr>
              <p:cNvPr id="38948" name="直接连接符 50"/>
              <p:cNvCxnSpPr>
                <a:cxnSpLocks noChangeShapeType="1"/>
              </p:cNvCxnSpPr>
              <p:nvPr/>
            </p:nvCxnSpPr>
            <p:spPr bwMode="auto">
              <a:xfrm rot="16200000" flipH="1">
                <a:off x="5204640" y="4275286"/>
                <a:ext cx="3163494" cy="48838"/>
              </a:xfrm>
              <a:prstGeom prst="line">
                <a:avLst/>
              </a:prstGeom>
              <a:noFill/>
              <a:ln w="9525" cmpd="sng">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38963" name="Object 51"/>
              <p:cNvGraphicFramePr>
                <a:graphicFrameLocks noChangeAspect="1"/>
              </p:cNvGraphicFramePr>
              <p:nvPr>
                <p:extLst>
                  <p:ext uri="{D42A27DB-BD31-4B8C-83A1-F6EECF244321}">
                    <p14:modId xmlns:p14="http://schemas.microsoft.com/office/powerpoint/2010/main" val="452007330"/>
                  </p:ext>
                </p:extLst>
              </p:nvPr>
            </p:nvGraphicFramePr>
            <p:xfrm>
              <a:off x="6696628" y="5906225"/>
              <a:ext cx="274076" cy="266481"/>
            </p:xfrm>
            <a:graphic>
              <a:graphicData uri="http://schemas.openxmlformats.org/presentationml/2006/ole">
                <mc:AlternateContent xmlns:mc="http://schemas.openxmlformats.org/markup-compatibility/2006">
                  <mc:Choice xmlns:v="urn:schemas-microsoft-com:vml" Requires="v">
                    <p:oleObj spid="_x0000_s39112" r:id="rId55" imgW="229215" imgH="229215" progId="">
                      <p:embed/>
                    </p:oleObj>
                  </mc:Choice>
                  <mc:Fallback>
                    <p:oleObj r:id="rId55" imgW="229215" imgH="229215" progId="">
                      <p:embed/>
                      <p:pic>
                        <p:nvPicPr>
                          <p:cNvPr id="0" name="Object 51"/>
                          <p:cNvPicPr>
                            <a:picLocks noChangeAspect="1" noChangeArrowheads="1"/>
                          </p:cNvPicPr>
                          <p:nvPr/>
                        </p:nvPicPr>
                        <p:blipFill>
                          <a:blip r:embed="rId56">
                            <a:extLst>
                              <a:ext uri="{28A0092B-C50C-407E-A947-70E740481C1C}">
                                <a14:useLocalDpi xmlns:a14="http://schemas.microsoft.com/office/drawing/2010/main" val="0"/>
                              </a:ext>
                            </a:extLst>
                          </a:blip>
                          <a:srcRect/>
                          <a:stretch>
                            <a:fillRect/>
                          </a:stretch>
                        </p:blipFill>
                        <p:spPr bwMode="auto">
                          <a:xfrm>
                            <a:off x="6696628" y="5906225"/>
                            <a:ext cx="274076" cy="266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38968" name="Object 56"/>
            <p:cNvGraphicFramePr>
              <a:graphicFrameLocks noChangeAspect="1"/>
            </p:cNvGraphicFramePr>
            <p:nvPr>
              <p:extLst>
                <p:ext uri="{D42A27DB-BD31-4B8C-83A1-F6EECF244321}">
                  <p14:modId xmlns:p14="http://schemas.microsoft.com/office/powerpoint/2010/main" val="4003604237"/>
                </p:ext>
              </p:extLst>
            </p:nvPr>
          </p:nvGraphicFramePr>
          <p:xfrm>
            <a:off x="6804370" y="4764513"/>
            <a:ext cx="196738" cy="205797"/>
          </p:xfrm>
          <a:graphic>
            <a:graphicData uri="http://schemas.openxmlformats.org/presentationml/2006/ole">
              <mc:AlternateContent xmlns:mc="http://schemas.openxmlformats.org/markup-compatibility/2006">
                <mc:Choice xmlns:v="urn:schemas-microsoft-com:vml" Requires="v">
                  <p:oleObj spid="_x0000_s39113" r:id="rId57" imgW="165417" imgH="178117" progId="">
                    <p:embed/>
                  </p:oleObj>
                </mc:Choice>
                <mc:Fallback>
                  <p:oleObj r:id="rId57" imgW="165417" imgH="178117" progId="">
                    <p:embed/>
                    <p:pic>
                      <p:nvPicPr>
                        <p:cNvPr id="0" name="Object 56"/>
                        <p:cNvPicPr>
                          <a:picLocks noChangeAspect="1" noChangeArrowheads="1"/>
                        </p:cNvPicPr>
                        <p:nvPr/>
                      </p:nvPicPr>
                      <p:blipFill>
                        <a:blip r:embed="rId58">
                          <a:extLst>
                            <a:ext uri="{28A0092B-C50C-407E-A947-70E740481C1C}">
                              <a14:useLocalDpi xmlns:a14="http://schemas.microsoft.com/office/drawing/2010/main" val="0"/>
                            </a:ext>
                          </a:extLst>
                        </a:blip>
                        <a:srcRect/>
                        <a:stretch>
                          <a:fillRect/>
                        </a:stretch>
                      </p:blipFill>
                      <p:spPr bwMode="auto">
                        <a:xfrm>
                          <a:off x="6804370" y="4764513"/>
                          <a:ext cx="196738" cy="2057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25" name="组合 24">
            <a:extLst>
              <a:ext uri="{FF2B5EF4-FFF2-40B4-BE49-F238E27FC236}">
                <a16:creationId xmlns:a16="http://schemas.microsoft.com/office/drawing/2014/main" id="{E01A791A-5612-4226-9684-2908DD9624FC}"/>
              </a:ext>
            </a:extLst>
          </p:cNvPr>
          <p:cNvGrpSpPr/>
          <p:nvPr/>
        </p:nvGrpSpPr>
        <p:grpSpPr>
          <a:xfrm>
            <a:off x="6905772" y="2562290"/>
            <a:ext cx="391753" cy="3610711"/>
            <a:chOff x="6905772" y="2562290"/>
            <a:chExt cx="391753" cy="3610711"/>
          </a:xfrm>
        </p:grpSpPr>
        <p:grpSp>
          <p:nvGrpSpPr>
            <p:cNvPr id="22" name="组合 21">
              <a:extLst>
                <a:ext uri="{FF2B5EF4-FFF2-40B4-BE49-F238E27FC236}">
                  <a16:creationId xmlns:a16="http://schemas.microsoft.com/office/drawing/2014/main" id="{03309E5A-E65F-402A-AF30-494820CA5299}"/>
                </a:ext>
              </a:extLst>
            </p:cNvPr>
            <p:cNvGrpSpPr/>
            <p:nvPr/>
          </p:nvGrpSpPr>
          <p:grpSpPr>
            <a:xfrm>
              <a:off x="6905772" y="2562290"/>
              <a:ext cx="288031" cy="3610711"/>
              <a:chOff x="6905772" y="2562290"/>
              <a:chExt cx="288031" cy="3610711"/>
            </a:xfrm>
          </p:grpSpPr>
          <p:cxnSp>
            <p:nvCxnSpPr>
              <p:cNvPr id="38949" name="直接连接符 52"/>
              <p:cNvCxnSpPr>
                <a:cxnSpLocks noChangeShapeType="1"/>
              </p:cNvCxnSpPr>
              <p:nvPr/>
            </p:nvCxnSpPr>
            <p:spPr bwMode="auto">
              <a:xfrm rot="16200000" flipH="1">
                <a:off x="5294351" y="4173711"/>
                <a:ext cx="3319163" cy="96321"/>
              </a:xfrm>
              <a:prstGeom prst="line">
                <a:avLst/>
              </a:prstGeom>
              <a:noFill/>
              <a:ln w="9525" cmpd="sng">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38964" name="Object 52"/>
              <p:cNvGraphicFramePr>
                <a:graphicFrameLocks noChangeAspect="1"/>
              </p:cNvGraphicFramePr>
              <p:nvPr>
                <p:extLst>
                  <p:ext uri="{D42A27DB-BD31-4B8C-83A1-F6EECF244321}">
                    <p14:modId xmlns:p14="http://schemas.microsoft.com/office/powerpoint/2010/main" val="742464459"/>
                  </p:ext>
                </p:extLst>
              </p:nvPr>
            </p:nvGraphicFramePr>
            <p:xfrm>
              <a:off x="6919727" y="5906520"/>
              <a:ext cx="274076" cy="266481"/>
            </p:xfrm>
            <a:graphic>
              <a:graphicData uri="http://schemas.openxmlformats.org/presentationml/2006/ole">
                <mc:AlternateContent xmlns:mc="http://schemas.openxmlformats.org/markup-compatibility/2006">
                  <mc:Choice xmlns:v="urn:schemas-microsoft-com:vml" Requires="v">
                    <p:oleObj spid="_x0000_s39114" r:id="rId59" imgW="229215" imgH="229215" progId="">
                      <p:embed/>
                    </p:oleObj>
                  </mc:Choice>
                  <mc:Fallback>
                    <p:oleObj r:id="rId59" imgW="229215" imgH="229215" progId="">
                      <p:embed/>
                      <p:pic>
                        <p:nvPicPr>
                          <p:cNvPr id="0" name="Object 52"/>
                          <p:cNvPicPr>
                            <a:picLocks noChangeAspect="1" noChangeArrowheads="1"/>
                          </p:cNvPicPr>
                          <p:nvPr/>
                        </p:nvPicPr>
                        <p:blipFill>
                          <a:blip r:embed="rId60">
                            <a:extLst>
                              <a:ext uri="{28A0092B-C50C-407E-A947-70E740481C1C}">
                                <a14:useLocalDpi xmlns:a14="http://schemas.microsoft.com/office/drawing/2010/main" val="0"/>
                              </a:ext>
                            </a:extLst>
                          </a:blip>
                          <a:srcRect/>
                          <a:stretch>
                            <a:fillRect/>
                          </a:stretch>
                        </p:blipFill>
                        <p:spPr bwMode="auto">
                          <a:xfrm>
                            <a:off x="6919727" y="5906520"/>
                            <a:ext cx="274076" cy="266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38969" name="Object 57"/>
            <p:cNvGraphicFramePr>
              <a:graphicFrameLocks noChangeAspect="1"/>
            </p:cNvGraphicFramePr>
            <p:nvPr>
              <p:extLst>
                <p:ext uri="{D42A27DB-BD31-4B8C-83A1-F6EECF244321}">
                  <p14:modId xmlns:p14="http://schemas.microsoft.com/office/powerpoint/2010/main" val="4030870644"/>
                </p:ext>
              </p:extLst>
            </p:nvPr>
          </p:nvGraphicFramePr>
          <p:xfrm>
            <a:off x="7085863" y="4956149"/>
            <a:ext cx="211662" cy="191285"/>
          </p:xfrm>
          <a:graphic>
            <a:graphicData uri="http://schemas.openxmlformats.org/presentationml/2006/ole">
              <mc:AlternateContent xmlns:mc="http://schemas.openxmlformats.org/markup-compatibility/2006">
                <mc:Choice xmlns:v="urn:schemas-microsoft-com:vml" Requires="v">
                  <p:oleObj spid="_x0000_s39115" r:id="rId61" imgW="178117" imgH="165417" progId="">
                    <p:embed/>
                  </p:oleObj>
                </mc:Choice>
                <mc:Fallback>
                  <p:oleObj r:id="rId61" imgW="178117" imgH="165417" progId="">
                    <p:embed/>
                    <p:pic>
                      <p:nvPicPr>
                        <p:cNvPr id="0" name="Object 57"/>
                        <p:cNvPicPr>
                          <a:picLocks noChangeAspect="1" noChangeArrowheads="1"/>
                        </p:cNvPicPr>
                        <p:nvPr/>
                      </p:nvPicPr>
                      <p:blipFill>
                        <a:blip r:embed="rId62">
                          <a:extLst>
                            <a:ext uri="{28A0092B-C50C-407E-A947-70E740481C1C}">
                              <a14:useLocalDpi xmlns:a14="http://schemas.microsoft.com/office/drawing/2010/main" val="0"/>
                            </a:ext>
                          </a:extLst>
                        </a:blip>
                        <a:srcRect/>
                        <a:stretch>
                          <a:fillRect/>
                        </a:stretch>
                      </p:blipFill>
                      <p:spPr bwMode="auto">
                        <a:xfrm>
                          <a:off x="7085863" y="4956149"/>
                          <a:ext cx="211662" cy="191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62" name="弧形 42">
            <a:extLst>
              <a:ext uri="{FF2B5EF4-FFF2-40B4-BE49-F238E27FC236}">
                <a16:creationId xmlns:a16="http://schemas.microsoft.com/office/drawing/2014/main" id="{8178303B-E0A3-4314-B837-D19663A288C7}"/>
              </a:ext>
            </a:extLst>
          </p:cNvPr>
          <p:cNvSpPr>
            <a:spLocks noChangeArrowheads="1"/>
          </p:cNvSpPr>
          <p:nvPr/>
        </p:nvSpPr>
        <p:spPr bwMode="auto">
          <a:xfrm rot="11112467">
            <a:off x="6448588" y="3061845"/>
            <a:ext cx="2671200" cy="2304461"/>
          </a:xfrm>
          <a:custGeom>
            <a:avLst/>
            <a:gdLst>
              <a:gd name="T0" fmla="*/ 1562684 w 3125365"/>
              <a:gd name="T1" fmla="*/ 0 h 2720998"/>
              <a:gd name="T2" fmla="*/ 1562683 w 3125365"/>
              <a:gd name="T3" fmla="*/ 1360499 h 2720998"/>
              <a:gd name="T4" fmla="*/ 3069402 w 3125365"/>
              <a:gd name="T5" fmla="*/ 999669 h 2720998"/>
              <a:gd name="T6" fmla="*/ 11796480 60000 65536"/>
              <a:gd name="T7" fmla="*/ 17694720 60000 65536"/>
              <a:gd name="T8" fmla="*/ 5898240 60000 65536"/>
              <a:gd name="T9" fmla="*/ 1562684 w 3125365"/>
              <a:gd name="T10" fmla="*/ 0 h 2720998"/>
              <a:gd name="T11" fmla="*/ 3069402 w 3125365"/>
              <a:gd name="T12" fmla="*/ 999669 h 2720998"/>
            </a:gdLst>
            <a:ahLst/>
            <a:cxnLst>
              <a:cxn ang="T6">
                <a:pos x="T0" y="T1"/>
              </a:cxn>
              <a:cxn ang="T7">
                <a:pos x="T2" y="T3"/>
              </a:cxn>
              <a:cxn ang="T8">
                <a:pos x="T4" y="T5"/>
              </a:cxn>
            </a:cxnLst>
            <a:rect l="T9" t="T10" r="T11" b="T12"/>
            <a:pathLst>
              <a:path w="3125365" h="2720998" stroke="0">
                <a:moveTo>
                  <a:pt x="1562684" y="0"/>
                </a:moveTo>
                <a:lnTo>
                  <a:pt x="1562684" y="0"/>
                </a:lnTo>
                <a:cubicBezTo>
                  <a:pt x="2266111" y="0"/>
                  <a:pt x="2882839" y="409183"/>
                  <a:pt x="3069402" y="999668"/>
                </a:cubicBezTo>
                <a:lnTo>
                  <a:pt x="1562683" y="1360499"/>
                </a:lnTo>
                <a:close/>
              </a:path>
              <a:path w="3125365" h="2720998" fill="none">
                <a:moveTo>
                  <a:pt x="1562684" y="0"/>
                </a:moveTo>
                <a:lnTo>
                  <a:pt x="1562684" y="0"/>
                </a:lnTo>
                <a:cubicBezTo>
                  <a:pt x="2266111" y="0"/>
                  <a:pt x="2882839" y="409183"/>
                  <a:pt x="3069402" y="999668"/>
                </a:cubicBezTo>
              </a:path>
            </a:pathLst>
          </a:custGeom>
          <a:noFill/>
          <a:ln w="38100" cmpd="sng">
            <a:solidFill>
              <a:srgbClr val="BB1528"/>
            </a:solidFill>
            <a:miter lim="800000"/>
            <a:headEnd/>
            <a:tailEnd/>
          </a:ln>
          <a:effectLst>
            <a:outerShdw dist="23000" dir="5400000" algn="ctr" rotWithShape="0">
              <a:srgbClr val="000000">
                <a:alpha val="32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400">
              <a:latin typeface="微软雅黑" panose="020B0503020204020204" pitchFamily="34" charset="-122"/>
              <a:ea typeface="微软雅黑" panose="020B0503020204020204" pitchFamily="34" charset="-122"/>
            </a:endParaRPr>
          </a:p>
        </p:txBody>
      </p:sp>
      <p:sp>
        <p:nvSpPr>
          <p:cNvPr id="66" name="矩形 65">
            <a:extLst>
              <a:ext uri="{FF2B5EF4-FFF2-40B4-BE49-F238E27FC236}">
                <a16:creationId xmlns:a16="http://schemas.microsoft.com/office/drawing/2014/main" id="{142E3557-7636-4CE7-9AD0-0233DF692261}"/>
              </a:ext>
            </a:extLst>
          </p:cNvPr>
          <p:cNvSpPr/>
          <p:nvPr/>
        </p:nvSpPr>
        <p:spPr>
          <a:xfrm>
            <a:off x="6537411" y="0"/>
            <a:ext cx="2606590" cy="369332"/>
          </a:xfrm>
          <a:prstGeom prst="rect">
            <a:avLst/>
          </a:prstGeom>
        </p:spPr>
        <p:txBody>
          <a:bodyPr wrap="squar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 第四节  消费者均衡</a:t>
            </a:r>
          </a:p>
        </p:txBody>
      </p:sp>
      <p:sp>
        <p:nvSpPr>
          <p:cNvPr id="67" name="矩形 66">
            <a:extLst>
              <a:ext uri="{FF2B5EF4-FFF2-40B4-BE49-F238E27FC236}">
                <a16:creationId xmlns:a16="http://schemas.microsoft.com/office/drawing/2014/main" id="{297D522C-2DA1-4408-BAA5-B485D17339CE}"/>
              </a:ext>
            </a:extLst>
          </p:cNvPr>
          <p:cNvSpPr/>
          <p:nvPr/>
        </p:nvSpPr>
        <p:spPr>
          <a:xfrm>
            <a:off x="467544" y="548680"/>
            <a:ext cx="5089855"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三、价格变动对消费者均衡的影响</a:t>
            </a:r>
          </a:p>
        </p:txBody>
      </p:sp>
      <p:sp>
        <p:nvSpPr>
          <p:cNvPr id="68" name="矩形 24">
            <a:extLst>
              <a:ext uri="{FF2B5EF4-FFF2-40B4-BE49-F238E27FC236}">
                <a16:creationId xmlns:a16="http://schemas.microsoft.com/office/drawing/2014/main" id="{DB1A34FF-18B9-4892-9F32-E30C2F6BF4A8}"/>
              </a:ext>
            </a:extLst>
          </p:cNvPr>
          <p:cNvSpPr>
            <a:spLocks noChangeArrowheads="1"/>
          </p:cNvSpPr>
          <p:nvPr/>
        </p:nvSpPr>
        <p:spPr bwMode="auto">
          <a:xfrm>
            <a:off x="1101229" y="2259618"/>
            <a:ext cx="3979546" cy="2744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285750" lvl="2" indent="-285750" defTabSz="457200" eaLnBrk="1" hangingPunct="1">
              <a:lnSpc>
                <a:spcPct val="250000"/>
              </a:lnSpc>
              <a:buFont typeface="Arial" panose="020B0604020202020204" pitchFamily="34" charset="0"/>
              <a:buChar char="•"/>
              <a:defRPr/>
            </a:pPr>
            <a:r>
              <a:rPr lang="zh-CN" altLang="en-US" spc="150" dirty="0">
                <a:solidFill>
                  <a:srgbClr val="000000"/>
                </a:solidFill>
                <a:latin typeface="微软雅黑" panose="020B0503020204020204" pitchFamily="34" charset="-122"/>
                <a:ea typeface="微软雅黑" panose="020B0503020204020204" pitchFamily="34" charset="-122"/>
              </a:rPr>
              <a:t>借助于价格 </a:t>
            </a:r>
            <a:r>
              <a:rPr lang="en-US" altLang="zh-CN" spc="150" dirty="0">
                <a:solidFill>
                  <a:srgbClr val="000000"/>
                </a:solidFill>
                <a:latin typeface="微软雅黑" panose="020B0503020204020204" pitchFamily="34" charset="-122"/>
                <a:ea typeface="微软雅黑" panose="020B0503020204020204" pitchFamily="34" charset="-122"/>
              </a:rPr>
              <a:t>- </a:t>
            </a:r>
            <a:r>
              <a:rPr lang="zh-CN" altLang="en-US" spc="150" dirty="0">
                <a:solidFill>
                  <a:srgbClr val="000000"/>
                </a:solidFill>
                <a:latin typeface="微软雅黑" panose="020B0503020204020204" pitchFamily="34" charset="-122"/>
                <a:ea typeface="微软雅黑" panose="020B0503020204020204" pitchFamily="34" charset="-122"/>
              </a:rPr>
              <a:t>消费扩展曲线可以得出商品的一系列可能的价格与相应的需求量之间的关系，从而最终得到消费者的需求曲线。</a:t>
            </a:r>
          </a:p>
        </p:txBody>
      </p:sp>
      <p:grpSp>
        <p:nvGrpSpPr>
          <p:cNvPr id="75" name="组合 74">
            <a:extLst>
              <a:ext uri="{FF2B5EF4-FFF2-40B4-BE49-F238E27FC236}">
                <a16:creationId xmlns:a16="http://schemas.microsoft.com/office/drawing/2014/main" id="{74CFA819-C21F-41E9-83A3-FF7562BEF9EF}"/>
              </a:ext>
            </a:extLst>
          </p:cNvPr>
          <p:cNvGrpSpPr/>
          <p:nvPr/>
        </p:nvGrpSpPr>
        <p:grpSpPr>
          <a:xfrm>
            <a:off x="467544" y="1435404"/>
            <a:ext cx="4360732" cy="748086"/>
            <a:chOff x="467544" y="1161144"/>
            <a:chExt cx="3806023" cy="659493"/>
          </a:xfrm>
        </p:grpSpPr>
        <p:sp>
          <p:nvSpPr>
            <p:cNvPr id="76" name="MH_Text_1">
              <a:extLst>
                <a:ext uri="{FF2B5EF4-FFF2-40B4-BE49-F238E27FC236}">
                  <a16:creationId xmlns:a16="http://schemas.microsoft.com/office/drawing/2014/main" id="{334AE392-52FE-428F-B5D7-DB2ADB455AE1}"/>
                </a:ext>
              </a:extLst>
            </p:cNvPr>
            <p:cNvSpPr/>
            <p:nvPr>
              <p:custDataLst>
                <p:tags r:id="rId2"/>
              </p:custDataLst>
            </p:nvPr>
          </p:nvSpPr>
          <p:spPr bwMode="auto">
            <a:xfrm>
              <a:off x="467544" y="1161144"/>
              <a:ext cx="3806023" cy="659493"/>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algn="ctr">
                <a:defRPr/>
              </a:pPr>
              <a:r>
                <a:rPr lang="zh-CN" altLang="en-US" sz="2000" spc="150" dirty="0">
                  <a:solidFill>
                    <a:srgbClr val="000000"/>
                  </a:solidFill>
                  <a:latin typeface="微软雅黑" panose="020B0503020204020204" pitchFamily="34" charset="-122"/>
                  <a:ea typeface="微软雅黑" panose="020B0503020204020204" pitchFamily="34" charset="-122"/>
                </a:rPr>
                <a:t>从价格扩展线到消费者的需求曲线</a:t>
              </a:r>
            </a:p>
          </p:txBody>
        </p:sp>
        <p:sp>
          <p:nvSpPr>
            <p:cNvPr id="77" name="MH_Other_2">
              <a:extLst>
                <a:ext uri="{FF2B5EF4-FFF2-40B4-BE49-F238E27FC236}">
                  <a16:creationId xmlns:a16="http://schemas.microsoft.com/office/drawing/2014/main" id="{3B6F2461-C300-4605-957B-28C3EDF585FD}"/>
                </a:ext>
              </a:extLst>
            </p:cNvPr>
            <p:cNvSpPr/>
            <p:nvPr>
              <p:custDataLst>
                <p:tags r:id="rId3"/>
              </p:custDataLst>
            </p:nvPr>
          </p:nvSpPr>
          <p:spPr bwMode="auto">
            <a:xfrm rot="10800000">
              <a:off x="4004344" y="1240922"/>
              <a:ext cx="189743" cy="162838"/>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5"/>
                                        </p:tgtEl>
                                        <p:attrNameLst>
                                          <p:attrName>style.visibility</p:attrName>
                                        </p:attrNameLst>
                                      </p:cBhvr>
                                      <p:to>
                                        <p:strVal val="visible"/>
                                      </p:to>
                                    </p:set>
                                    <p:animEffect transition="in" filter="barn(inVertical)">
                                      <p:cBhvr>
                                        <p:cTn id="7" dur="500"/>
                                        <p:tgtEl>
                                          <p:spTgt spid="7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68"/>
                                        </p:tgtEl>
                                        <p:attrNameLst>
                                          <p:attrName>style.visibility</p:attrName>
                                        </p:attrNameLst>
                                      </p:cBhvr>
                                      <p:to>
                                        <p:strVal val="visible"/>
                                      </p:to>
                                    </p:set>
                                    <p:animEffect transition="in" filter="wipe(up)">
                                      <p:cBhvr>
                                        <p:cTn id="12" dur="500"/>
                                        <p:tgtEl>
                                          <p:spTgt spid="68"/>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8935"/>
                                        </p:tgtEl>
                                        <p:attrNameLst>
                                          <p:attrName>style.visibility</p:attrName>
                                        </p:attrNameLst>
                                      </p:cBhvr>
                                      <p:to>
                                        <p:strVal val="visible"/>
                                      </p:to>
                                    </p:set>
                                    <p:animEffect transition="in" filter="fade">
                                      <p:cBhvr>
                                        <p:cTn id="21" dur="500"/>
                                        <p:tgtEl>
                                          <p:spTgt spid="38935"/>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fade">
                                      <p:cBhvr>
                                        <p:cTn id="26" dur="500"/>
                                        <p:tgtEl>
                                          <p:spTgt spid="5"/>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500"/>
                                        <p:tgtEl>
                                          <p:spTgt spid="7"/>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14"/>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fade">
                                      <p:cBhvr>
                                        <p:cTn id="44" dur="500"/>
                                        <p:tgtEl>
                                          <p:spTgt spid="10"/>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12"/>
                                        </p:tgtEl>
                                        <p:attrNameLst>
                                          <p:attrName>style.visibility</p:attrName>
                                        </p:attrNameLst>
                                      </p:cBhvr>
                                      <p:to>
                                        <p:strVal val="visible"/>
                                      </p:to>
                                    </p:set>
                                    <p:animEffect transition="in" filter="fade">
                                      <p:cBhvr>
                                        <p:cTn id="53" dur="500"/>
                                        <p:tgtEl>
                                          <p:spTgt spid="12"/>
                                        </p:tgtEl>
                                      </p:cBhvr>
                                    </p:animEffec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nodeType="clickEffect">
                                  <p:stCondLst>
                                    <p:cond delay="0"/>
                                  </p:stCondLst>
                                  <p:childTnLst>
                                    <p:set>
                                      <p:cBhvr>
                                        <p:cTn id="57" dur="1" fill="hold">
                                          <p:stCondLst>
                                            <p:cond delay="0"/>
                                          </p:stCondLst>
                                        </p:cTn>
                                        <p:tgtEl>
                                          <p:spTgt spid="16"/>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500"/>
                                        <p:tgtEl>
                                          <p:spTgt spid="17"/>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18"/>
                                        </p:tgtEl>
                                        <p:attrNameLst>
                                          <p:attrName>style.visibility</p:attrName>
                                        </p:attrNameLst>
                                      </p:cBhvr>
                                      <p:to>
                                        <p:strVal val="visible"/>
                                      </p:to>
                                    </p:set>
                                    <p:animEffect transition="in" filter="fade">
                                      <p:cBhvr>
                                        <p:cTn id="67" dur="500"/>
                                        <p:tgtEl>
                                          <p:spTgt spid="18"/>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19"/>
                                        </p:tgtEl>
                                        <p:attrNameLst>
                                          <p:attrName>style.visibility</p:attrName>
                                        </p:attrNameLst>
                                      </p:cBhvr>
                                      <p:to>
                                        <p:strVal val="visible"/>
                                      </p:to>
                                    </p:set>
                                    <p:animEffect transition="in" filter="fade">
                                      <p:cBhvr>
                                        <p:cTn id="72" dur="500"/>
                                        <p:tgtEl>
                                          <p:spTgt spid="19"/>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62"/>
                                        </p:tgtEl>
                                        <p:attrNameLst>
                                          <p:attrName>style.visibility</p:attrName>
                                        </p:attrNameLst>
                                      </p:cBhvr>
                                      <p:to>
                                        <p:strVal val="visible"/>
                                      </p:to>
                                    </p:set>
                                    <p:animEffect transition="in" filter="fade">
                                      <p:cBhvr>
                                        <p:cTn id="77" dur="500"/>
                                        <p:tgtEl>
                                          <p:spTgt spid="62"/>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23"/>
                                        </p:tgtEl>
                                        <p:attrNameLst>
                                          <p:attrName>style.visibility</p:attrName>
                                        </p:attrNameLst>
                                      </p:cBhvr>
                                      <p:to>
                                        <p:strVal val="visible"/>
                                      </p:to>
                                    </p:set>
                                    <p:animEffect transition="in" filter="fade">
                                      <p:cBhvr>
                                        <p:cTn id="82" dur="500"/>
                                        <p:tgtEl>
                                          <p:spTgt spid="23"/>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24"/>
                                        </p:tgtEl>
                                        <p:attrNameLst>
                                          <p:attrName>style.visibility</p:attrName>
                                        </p:attrNameLst>
                                      </p:cBhvr>
                                      <p:to>
                                        <p:strVal val="visible"/>
                                      </p:to>
                                    </p:set>
                                    <p:animEffect transition="in" filter="fade">
                                      <p:cBhvr>
                                        <p:cTn id="87" dur="500"/>
                                        <p:tgtEl>
                                          <p:spTgt spid="24"/>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25"/>
                                        </p:tgtEl>
                                        <p:attrNameLst>
                                          <p:attrName>style.visibility</p:attrName>
                                        </p:attrNameLst>
                                      </p:cBhvr>
                                      <p:to>
                                        <p:strVal val="visible"/>
                                      </p:to>
                                    </p:set>
                                    <p:animEffect transition="in" filter="fade">
                                      <p:cBhvr>
                                        <p:cTn id="92"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nimBg="1"/>
      <p:bldP spid="68" grpId="0"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33" name="Text Box 20"/>
          <p:cNvSpPr txBox="1">
            <a:spLocks noChangeArrowheads="1"/>
          </p:cNvSpPr>
          <p:nvPr/>
        </p:nvSpPr>
        <p:spPr bwMode="auto">
          <a:xfrm>
            <a:off x="1880011" y="1242884"/>
            <a:ext cx="120357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600" dirty="0">
                <a:latin typeface="微软雅黑" panose="020B0503020204020204" pitchFamily="34" charset="-122"/>
                <a:ea typeface="微软雅黑" panose="020B0503020204020204" pitchFamily="34" charset="-122"/>
              </a:rPr>
              <a:t>Pizza</a:t>
            </a:r>
          </a:p>
        </p:txBody>
      </p:sp>
      <p:sp>
        <p:nvSpPr>
          <p:cNvPr id="34835" name="Text Box 22"/>
          <p:cNvSpPr txBox="1">
            <a:spLocks noChangeArrowheads="1"/>
          </p:cNvSpPr>
          <p:nvPr/>
        </p:nvSpPr>
        <p:spPr bwMode="auto">
          <a:xfrm>
            <a:off x="1869451" y="3355437"/>
            <a:ext cx="1520471" cy="2490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600" dirty="0">
                <a:latin typeface="微软雅黑" panose="020B0503020204020204" pitchFamily="34" charset="-122"/>
                <a:ea typeface="微软雅黑" panose="020B0503020204020204" pitchFamily="34" charset="-122"/>
              </a:rPr>
              <a:t>Pepsi</a:t>
            </a:r>
            <a:r>
              <a:rPr lang="zh-CN" altLang="en-US" sz="1600" dirty="0">
                <a:latin typeface="微软雅黑" panose="020B0503020204020204" pitchFamily="34" charset="-122"/>
                <a:ea typeface="微软雅黑" panose="020B0503020204020204" pitchFamily="34" charset="-122"/>
              </a:rPr>
              <a:t>的价格</a:t>
            </a:r>
            <a:endParaRPr lang="en-US" altLang="zh-CN" sz="1600" dirty="0">
              <a:latin typeface="微软雅黑" panose="020B0503020204020204" pitchFamily="34" charset="-122"/>
              <a:ea typeface="微软雅黑" panose="020B0503020204020204" pitchFamily="34" charset="-122"/>
            </a:endParaRPr>
          </a:p>
        </p:txBody>
      </p:sp>
      <p:sp>
        <p:nvSpPr>
          <p:cNvPr id="34819" name="Line 6"/>
          <p:cNvSpPr>
            <a:spLocks noChangeShapeType="1"/>
          </p:cNvSpPr>
          <p:nvPr/>
        </p:nvSpPr>
        <p:spPr bwMode="auto">
          <a:xfrm>
            <a:off x="3490564" y="1214874"/>
            <a:ext cx="1" cy="180271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微软雅黑" panose="020B0503020204020204" pitchFamily="34" charset="-122"/>
              <a:ea typeface="微软雅黑" panose="020B0503020204020204" pitchFamily="34" charset="-122"/>
            </a:endParaRPr>
          </a:p>
        </p:txBody>
      </p:sp>
      <p:sp>
        <p:nvSpPr>
          <p:cNvPr id="34820" name="Line 7"/>
          <p:cNvSpPr>
            <a:spLocks noChangeShapeType="1"/>
          </p:cNvSpPr>
          <p:nvPr/>
        </p:nvSpPr>
        <p:spPr bwMode="auto">
          <a:xfrm>
            <a:off x="3490565" y="3017588"/>
            <a:ext cx="372098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微软雅黑" panose="020B0503020204020204" pitchFamily="34" charset="-122"/>
              <a:ea typeface="微软雅黑" panose="020B0503020204020204" pitchFamily="34" charset="-122"/>
            </a:endParaRPr>
          </a:p>
        </p:txBody>
      </p:sp>
      <p:sp>
        <p:nvSpPr>
          <p:cNvPr id="34823" name="Line 10"/>
          <p:cNvSpPr>
            <a:spLocks noChangeShapeType="1"/>
          </p:cNvSpPr>
          <p:nvPr/>
        </p:nvSpPr>
        <p:spPr bwMode="auto">
          <a:xfrm>
            <a:off x="3490565" y="1306502"/>
            <a:ext cx="581404" cy="171108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微软雅黑" panose="020B0503020204020204" pitchFamily="34" charset="-122"/>
              <a:ea typeface="微软雅黑" panose="020B0503020204020204" pitchFamily="34" charset="-122"/>
            </a:endParaRPr>
          </a:p>
        </p:txBody>
      </p:sp>
      <p:sp>
        <p:nvSpPr>
          <p:cNvPr id="34824" name="Line 11"/>
          <p:cNvSpPr>
            <a:spLocks noChangeShapeType="1"/>
          </p:cNvSpPr>
          <p:nvPr/>
        </p:nvSpPr>
        <p:spPr bwMode="auto">
          <a:xfrm>
            <a:off x="3490565" y="1306502"/>
            <a:ext cx="1627930" cy="171108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微软雅黑" panose="020B0503020204020204" pitchFamily="34" charset="-122"/>
              <a:ea typeface="微软雅黑" panose="020B0503020204020204" pitchFamily="34" charset="-122"/>
            </a:endParaRPr>
          </a:p>
        </p:txBody>
      </p:sp>
      <p:sp>
        <p:nvSpPr>
          <p:cNvPr id="34825" name="Line 12"/>
          <p:cNvSpPr>
            <a:spLocks noChangeShapeType="1"/>
          </p:cNvSpPr>
          <p:nvPr/>
        </p:nvSpPr>
        <p:spPr bwMode="auto">
          <a:xfrm>
            <a:off x="3490565" y="1306502"/>
            <a:ext cx="3546562" cy="171108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微软雅黑" panose="020B0503020204020204" pitchFamily="34" charset="-122"/>
              <a:ea typeface="微软雅黑" panose="020B0503020204020204" pitchFamily="34" charset="-122"/>
            </a:endParaRPr>
          </a:p>
        </p:txBody>
      </p:sp>
      <p:sp>
        <p:nvSpPr>
          <p:cNvPr id="34829" name="Line 16"/>
          <p:cNvSpPr>
            <a:spLocks noChangeShapeType="1"/>
          </p:cNvSpPr>
          <p:nvPr/>
        </p:nvSpPr>
        <p:spPr bwMode="auto">
          <a:xfrm>
            <a:off x="3839407" y="2391386"/>
            <a:ext cx="0" cy="2868586"/>
          </a:xfrm>
          <a:prstGeom prst="line">
            <a:avLst/>
          </a:prstGeom>
          <a:noFill/>
          <a:ln w="9525">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微软雅黑" panose="020B0503020204020204" pitchFamily="34" charset="-122"/>
              <a:ea typeface="微软雅黑" panose="020B0503020204020204" pitchFamily="34" charset="-122"/>
            </a:endParaRPr>
          </a:p>
        </p:txBody>
      </p:sp>
      <p:sp>
        <p:nvSpPr>
          <p:cNvPr id="34830" name="Line 17"/>
          <p:cNvSpPr>
            <a:spLocks noChangeShapeType="1"/>
          </p:cNvSpPr>
          <p:nvPr/>
        </p:nvSpPr>
        <p:spPr bwMode="auto">
          <a:xfrm>
            <a:off x="4478951" y="2341060"/>
            <a:ext cx="0" cy="2918912"/>
          </a:xfrm>
          <a:prstGeom prst="line">
            <a:avLst/>
          </a:prstGeom>
          <a:noFill/>
          <a:ln w="9525">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微软雅黑" panose="020B0503020204020204" pitchFamily="34" charset="-122"/>
              <a:ea typeface="微软雅黑" panose="020B0503020204020204" pitchFamily="34" charset="-122"/>
            </a:endParaRPr>
          </a:p>
        </p:txBody>
      </p:sp>
      <p:sp>
        <p:nvSpPr>
          <p:cNvPr id="34831" name="Line 18"/>
          <p:cNvSpPr>
            <a:spLocks noChangeShapeType="1"/>
          </p:cNvSpPr>
          <p:nvPr/>
        </p:nvSpPr>
        <p:spPr bwMode="auto">
          <a:xfrm>
            <a:off x="5467337" y="2262697"/>
            <a:ext cx="0" cy="2969238"/>
          </a:xfrm>
          <a:prstGeom prst="line">
            <a:avLst/>
          </a:prstGeom>
          <a:noFill/>
          <a:ln w="9525">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微软雅黑" panose="020B0503020204020204" pitchFamily="34" charset="-122"/>
              <a:ea typeface="微软雅黑" panose="020B0503020204020204" pitchFamily="34" charset="-122"/>
            </a:endParaRPr>
          </a:p>
        </p:txBody>
      </p:sp>
      <p:sp>
        <p:nvSpPr>
          <p:cNvPr id="34832" name="Text Box 19"/>
          <p:cNvSpPr txBox="1">
            <a:spLocks noChangeArrowheads="1"/>
          </p:cNvSpPr>
          <p:nvPr/>
        </p:nvSpPr>
        <p:spPr bwMode="auto">
          <a:xfrm>
            <a:off x="6775495" y="3057429"/>
            <a:ext cx="1017456" cy="223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600" dirty="0">
                <a:latin typeface="微软雅黑" panose="020B0503020204020204" pitchFamily="34" charset="-122"/>
                <a:ea typeface="微软雅黑" panose="020B0503020204020204" pitchFamily="34" charset="-122"/>
              </a:rPr>
              <a:t>Pepsi</a:t>
            </a:r>
          </a:p>
        </p:txBody>
      </p:sp>
      <p:grpSp>
        <p:nvGrpSpPr>
          <p:cNvPr id="13" name="组合 12">
            <a:extLst>
              <a:ext uri="{FF2B5EF4-FFF2-40B4-BE49-F238E27FC236}">
                <a16:creationId xmlns:a16="http://schemas.microsoft.com/office/drawing/2014/main" id="{6D7086A1-89DE-49CF-9692-258BD7084ADD}"/>
              </a:ext>
            </a:extLst>
          </p:cNvPr>
          <p:cNvGrpSpPr/>
          <p:nvPr/>
        </p:nvGrpSpPr>
        <p:grpSpPr>
          <a:xfrm>
            <a:off x="3432425" y="3973784"/>
            <a:ext cx="2674457" cy="805217"/>
            <a:chOff x="3432425" y="3973784"/>
            <a:chExt cx="2674457" cy="805217"/>
          </a:xfrm>
        </p:grpSpPr>
        <p:sp>
          <p:nvSpPr>
            <p:cNvPr id="34839" name="Line 26"/>
            <p:cNvSpPr>
              <a:spLocks noChangeShapeType="1"/>
            </p:cNvSpPr>
            <p:nvPr/>
          </p:nvSpPr>
          <p:spPr bwMode="auto">
            <a:xfrm>
              <a:off x="3432425" y="3973784"/>
              <a:ext cx="2616316" cy="0"/>
            </a:xfrm>
            <a:prstGeom prst="line">
              <a:avLst/>
            </a:prstGeom>
            <a:noFill/>
            <a:ln w="9525">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微软雅黑" panose="020B0503020204020204" pitchFamily="34" charset="-122"/>
                <a:ea typeface="微软雅黑" panose="020B0503020204020204" pitchFamily="34" charset="-122"/>
              </a:endParaRPr>
            </a:p>
          </p:txBody>
        </p:sp>
        <p:sp>
          <p:nvSpPr>
            <p:cNvPr id="34840" name="Line 27"/>
            <p:cNvSpPr>
              <a:spLocks noChangeShapeType="1"/>
            </p:cNvSpPr>
            <p:nvPr/>
          </p:nvSpPr>
          <p:spPr bwMode="auto">
            <a:xfrm>
              <a:off x="3432425" y="4326066"/>
              <a:ext cx="2674457" cy="0"/>
            </a:xfrm>
            <a:prstGeom prst="line">
              <a:avLst/>
            </a:prstGeom>
            <a:noFill/>
            <a:ln w="9525">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微软雅黑" panose="020B0503020204020204" pitchFamily="34" charset="-122"/>
                <a:ea typeface="微软雅黑" panose="020B0503020204020204" pitchFamily="34" charset="-122"/>
              </a:endParaRPr>
            </a:p>
          </p:txBody>
        </p:sp>
        <p:sp>
          <p:nvSpPr>
            <p:cNvPr id="34841" name="Line 28"/>
            <p:cNvSpPr>
              <a:spLocks noChangeShapeType="1"/>
            </p:cNvSpPr>
            <p:nvPr/>
          </p:nvSpPr>
          <p:spPr bwMode="auto">
            <a:xfrm>
              <a:off x="3432425" y="4779001"/>
              <a:ext cx="2674457" cy="0"/>
            </a:xfrm>
            <a:prstGeom prst="line">
              <a:avLst/>
            </a:prstGeom>
            <a:noFill/>
            <a:ln w="9525">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微软雅黑" panose="020B0503020204020204" pitchFamily="34" charset="-122"/>
                <a:ea typeface="微软雅黑" panose="020B0503020204020204" pitchFamily="34" charset="-122"/>
              </a:endParaRPr>
            </a:p>
          </p:txBody>
        </p:sp>
      </p:grpSp>
      <p:sp>
        <p:nvSpPr>
          <p:cNvPr id="34842" name="Line 29"/>
          <p:cNvSpPr>
            <a:spLocks noChangeShapeType="1"/>
          </p:cNvSpPr>
          <p:nvPr/>
        </p:nvSpPr>
        <p:spPr bwMode="auto">
          <a:xfrm>
            <a:off x="3432425" y="3772479"/>
            <a:ext cx="2441895" cy="1258152"/>
          </a:xfrm>
          <a:prstGeom prst="line">
            <a:avLst/>
          </a:prstGeom>
          <a:noFill/>
          <a:ln w="31750">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微软雅黑" panose="020B0503020204020204" pitchFamily="34" charset="-122"/>
              <a:ea typeface="微软雅黑" panose="020B0503020204020204" pitchFamily="34" charset="-122"/>
            </a:endParaRPr>
          </a:p>
        </p:txBody>
      </p:sp>
      <p:grpSp>
        <p:nvGrpSpPr>
          <p:cNvPr id="6" name="组合 5">
            <a:extLst>
              <a:ext uri="{FF2B5EF4-FFF2-40B4-BE49-F238E27FC236}">
                <a16:creationId xmlns:a16="http://schemas.microsoft.com/office/drawing/2014/main" id="{4810CA63-B6BF-487F-9734-B4939DA795C9}"/>
              </a:ext>
            </a:extLst>
          </p:cNvPr>
          <p:cNvGrpSpPr/>
          <p:nvPr/>
        </p:nvGrpSpPr>
        <p:grpSpPr>
          <a:xfrm>
            <a:off x="3490565" y="1809762"/>
            <a:ext cx="988386" cy="1147015"/>
            <a:chOff x="3490565" y="1809762"/>
            <a:chExt cx="988386" cy="1147015"/>
          </a:xfrm>
        </p:grpSpPr>
        <p:sp>
          <p:nvSpPr>
            <p:cNvPr id="34826" name="Arc 13"/>
            <p:cNvSpPr>
              <a:spLocks/>
            </p:cNvSpPr>
            <p:nvPr/>
          </p:nvSpPr>
          <p:spPr bwMode="auto">
            <a:xfrm flipH="1" flipV="1">
              <a:off x="3781267" y="1809762"/>
              <a:ext cx="697684" cy="1147015"/>
            </a:xfrm>
            <a:custGeom>
              <a:avLst/>
              <a:gdLst>
                <a:gd name="T0" fmla="*/ 137541 w 21600"/>
                <a:gd name="T1" fmla="*/ 0 h 21354"/>
                <a:gd name="T2" fmla="*/ 914400 w 21600"/>
                <a:gd name="T3" fmla="*/ 1736725 h 21354"/>
                <a:gd name="T4" fmla="*/ 0 w 21600"/>
                <a:gd name="T5" fmla="*/ 1736725 h 21354"/>
                <a:gd name="T6" fmla="*/ 0 60000 65536"/>
                <a:gd name="T7" fmla="*/ 0 60000 65536"/>
                <a:gd name="T8" fmla="*/ 0 60000 65536"/>
              </a:gdLst>
              <a:ahLst/>
              <a:cxnLst>
                <a:cxn ang="T6">
                  <a:pos x="T0" y="T1"/>
                </a:cxn>
                <a:cxn ang="T7">
                  <a:pos x="T2" y="T3"/>
                </a:cxn>
                <a:cxn ang="T8">
                  <a:pos x="T4" y="T5"/>
                </a:cxn>
              </a:cxnLst>
              <a:rect l="0" t="0" r="r" b="b"/>
              <a:pathLst>
                <a:path w="21600" h="21354" fill="none" extrusionOk="0">
                  <a:moveTo>
                    <a:pt x="3249" y="-1"/>
                  </a:moveTo>
                  <a:cubicBezTo>
                    <a:pt x="13802" y="1605"/>
                    <a:pt x="21600" y="10679"/>
                    <a:pt x="21600" y="21354"/>
                  </a:cubicBezTo>
                </a:path>
                <a:path w="21600" h="21354" stroke="0" extrusionOk="0">
                  <a:moveTo>
                    <a:pt x="3249" y="-1"/>
                  </a:moveTo>
                  <a:cubicBezTo>
                    <a:pt x="13802" y="1605"/>
                    <a:pt x="21600" y="10679"/>
                    <a:pt x="21600" y="21354"/>
                  </a:cubicBezTo>
                  <a:lnTo>
                    <a:pt x="0" y="21354"/>
                  </a:lnTo>
                  <a:lnTo>
                    <a:pt x="3249" y="-1"/>
                  </a:ln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34846" name="Text Box 33"/>
            <p:cNvSpPr txBox="1">
              <a:spLocks noChangeArrowheads="1"/>
            </p:cNvSpPr>
            <p:nvPr/>
          </p:nvSpPr>
          <p:spPr bwMode="auto">
            <a:xfrm>
              <a:off x="3490565" y="2262697"/>
              <a:ext cx="348842" cy="223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600">
                  <a:latin typeface="微软雅黑" panose="020B0503020204020204" pitchFamily="34" charset="-122"/>
                  <a:ea typeface="微软雅黑" panose="020B0503020204020204" pitchFamily="34" charset="-122"/>
                </a:rPr>
                <a:t>A</a:t>
              </a:r>
            </a:p>
          </p:txBody>
        </p:sp>
        <p:sp>
          <p:nvSpPr>
            <p:cNvPr id="34849" name="Oval 36"/>
            <p:cNvSpPr>
              <a:spLocks noChangeArrowheads="1"/>
            </p:cNvSpPr>
            <p:nvPr/>
          </p:nvSpPr>
          <p:spPr bwMode="auto">
            <a:xfrm>
              <a:off x="3781267" y="2313023"/>
              <a:ext cx="116281" cy="100652"/>
            </a:xfrm>
            <a:prstGeom prst="ellipse">
              <a:avLst/>
            </a:prstGeom>
            <a:solidFill>
              <a:srgbClr val="BB1528"/>
            </a:solidFill>
            <a:ln w="9525">
              <a:solidFill>
                <a:srgbClr val="BB1528"/>
              </a:solidFill>
              <a:round/>
              <a:headEnd/>
              <a:tailEnd/>
            </a:ln>
            <a:effec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600">
                <a:latin typeface="微软雅黑" panose="020B0503020204020204" pitchFamily="34" charset="-122"/>
                <a:ea typeface="微软雅黑" panose="020B0503020204020204" pitchFamily="34" charset="-122"/>
              </a:endParaRPr>
            </a:p>
          </p:txBody>
        </p:sp>
      </p:grpSp>
      <p:grpSp>
        <p:nvGrpSpPr>
          <p:cNvPr id="14" name="组合 13">
            <a:extLst>
              <a:ext uri="{FF2B5EF4-FFF2-40B4-BE49-F238E27FC236}">
                <a16:creationId xmlns:a16="http://schemas.microsoft.com/office/drawing/2014/main" id="{42C1C7FF-754A-4358-AC44-5DB0350DA329}"/>
              </a:ext>
            </a:extLst>
          </p:cNvPr>
          <p:cNvGrpSpPr/>
          <p:nvPr/>
        </p:nvGrpSpPr>
        <p:grpSpPr>
          <a:xfrm>
            <a:off x="3781267" y="3621501"/>
            <a:ext cx="465122" cy="402608"/>
            <a:chOff x="3781267" y="3621501"/>
            <a:chExt cx="465122" cy="402608"/>
          </a:xfrm>
        </p:grpSpPr>
        <p:sp>
          <p:nvSpPr>
            <p:cNvPr id="34843" name="Oval 30"/>
            <p:cNvSpPr>
              <a:spLocks noChangeArrowheads="1"/>
            </p:cNvSpPr>
            <p:nvPr/>
          </p:nvSpPr>
          <p:spPr bwMode="auto">
            <a:xfrm>
              <a:off x="3781267" y="3923457"/>
              <a:ext cx="116281" cy="100652"/>
            </a:xfrm>
            <a:prstGeom prst="ellipse">
              <a:avLst/>
            </a:prstGeom>
            <a:solidFill>
              <a:srgbClr val="BB1528"/>
            </a:solidFill>
            <a:ln w="9525">
              <a:solidFill>
                <a:srgbClr val="BB1528"/>
              </a:solidFill>
              <a:round/>
              <a:headEnd/>
              <a:tailEnd/>
            </a:ln>
            <a:effec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600">
                <a:latin typeface="微软雅黑" panose="020B0503020204020204" pitchFamily="34" charset="-122"/>
                <a:ea typeface="微软雅黑" panose="020B0503020204020204" pitchFamily="34" charset="-122"/>
              </a:endParaRPr>
            </a:p>
          </p:txBody>
        </p:sp>
        <p:sp>
          <p:nvSpPr>
            <p:cNvPr id="34852" name="Text Box 39"/>
            <p:cNvSpPr txBox="1">
              <a:spLocks noChangeArrowheads="1"/>
            </p:cNvSpPr>
            <p:nvPr/>
          </p:nvSpPr>
          <p:spPr bwMode="auto">
            <a:xfrm>
              <a:off x="3897547" y="3621501"/>
              <a:ext cx="348842" cy="223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600">
                  <a:latin typeface="微软雅黑" panose="020B0503020204020204" pitchFamily="34" charset="-122"/>
                  <a:ea typeface="微软雅黑" panose="020B0503020204020204" pitchFamily="34" charset="-122"/>
                </a:rPr>
                <a:t>a</a:t>
              </a:r>
            </a:p>
          </p:txBody>
        </p:sp>
      </p:grpSp>
      <p:grpSp>
        <p:nvGrpSpPr>
          <p:cNvPr id="15" name="组合 14">
            <a:extLst>
              <a:ext uri="{FF2B5EF4-FFF2-40B4-BE49-F238E27FC236}">
                <a16:creationId xmlns:a16="http://schemas.microsoft.com/office/drawing/2014/main" id="{9264DD57-548A-4931-8FB8-ABF1327824BF}"/>
              </a:ext>
            </a:extLst>
          </p:cNvPr>
          <p:cNvGrpSpPr/>
          <p:nvPr/>
        </p:nvGrpSpPr>
        <p:grpSpPr>
          <a:xfrm>
            <a:off x="4420811" y="4024110"/>
            <a:ext cx="523263" cy="352282"/>
            <a:chOff x="4420811" y="4024110"/>
            <a:chExt cx="523263" cy="352282"/>
          </a:xfrm>
        </p:grpSpPr>
        <p:sp>
          <p:nvSpPr>
            <p:cNvPr id="34844" name="Oval 31"/>
            <p:cNvSpPr>
              <a:spLocks noChangeArrowheads="1"/>
            </p:cNvSpPr>
            <p:nvPr/>
          </p:nvSpPr>
          <p:spPr bwMode="auto">
            <a:xfrm>
              <a:off x="4420811" y="4275740"/>
              <a:ext cx="116281" cy="100652"/>
            </a:xfrm>
            <a:prstGeom prst="ellipse">
              <a:avLst/>
            </a:prstGeom>
            <a:solidFill>
              <a:srgbClr val="BB1528"/>
            </a:solidFill>
            <a:ln w="9525">
              <a:solidFill>
                <a:srgbClr val="BB1528"/>
              </a:solidFill>
              <a:round/>
              <a:headEnd/>
              <a:tailEnd/>
            </a:ln>
            <a:effec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600">
                <a:latin typeface="微软雅黑" panose="020B0503020204020204" pitchFamily="34" charset="-122"/>
                <a:ea typeface="微软雅黑" panose="020B0503020204020204" pitchFamily="34" charset="-122"/>
              </a:endParaRPr>
            </a:p>
          </p:txBody>
        </p:sp>
        <p:sp>
          <p:nvSpPr>
            <p:cNvPr id="34853" name="Text Box 40"/>
            <p:cNvSpPr txBox="1">
              <a:spLocks noChangeArrowheads="1"/>
            </p:cNvSpPr>
            <p:nvPr/>
          </p:nvSpPr>
          <p:spPr bwMode="auto">
            <a:xfrm>
              <a:off x="4595232" y="4024110"/>
              <a:ext cx="348842" cy="223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600">
                  <a:latin typeface="微软雅黑" panose="020B0503020204020204" pitchFamily="34" charset="-122"/>
                  <a:ea typeface="微软雅黑" panose="020B0503020204020204" pitchFamily="34" charset="-122"/>
                </a:rPr>
                <a:t>b</a:t>
              </a:r>
            </a:p>
          </p:txBody>
        </p:sp>
      </p:grpSp>
      <p:grpSp>
        <p:nvGrpSpPr>
          <p:cNvPr id="16" name="组合 15">
            <a:extLst>
              <a:ext uri="{FF2B5EF4-FFF2-40B4-BE49-F238E27FC236}">
                <a16:creationId xmlns:a16="http://schemas.microsoft.com/office/drawing/2014/main" id="{95FA90E9-B9A8-4E13-BDFB-478ECC0E126F}"/>
              </a:ext>
            </a:extLst>
          </p:cNvPr>
          <p:cNvGrpSpPr/>
          <p:nvPr/>
        </p:nvGrpSpPr>
        <p:grpSpPr>
          <a:xfrm>
            <a:off x="5409197" y="4477044"/>
            <a:ext cx="406982" cy="352283"/>
            <a:chOff x="5409197" y="4477044"/>
            <a:chExt cx="406982" cy="352283"/>
          </a:xfrm>
        </p:grpSpPr>
        <p:sp>
          <p:nvSpPr>
            <p:cNvPr id="34845" name="Oval 32"/>
            <p:cNvSpPr>
              <a:spLocks noChangeArrowheads="1"/>
            </p:cNvSpPr>
            <p:nvPr/>
          </p:nvSpPr>
          <p:spPr bwMode="auto">
            <a:xfrm>
              <a:off x="5409197" y="4728675"/>
              <a:ext cx="116281" cy="100652"/>
            </a:xfrm>
            <a:prstGeom prst="ellipse">
              <a:avLst/>
            </a:prstGeom>
            <a:solidFill>
              <a:srgbClr val="BB1528"/>
            </a:solidFill>
            <a:ln w="9525">
              <a:solidFill>
                <a:srgbClr val="BB1528"/>
              </a:solidFill>
              <a:round/>
              <a:headEnd/>
              <a:tailEnd/>
            </a:ln>
            <a:effec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600">
                <a:latin typeface="微软雅黑" panose="020B0503020204020204" pitchFamily="34" charset="-122"/>
                <a:ea typeface="微软雅黑" panose="020B0503020204020204" pitchFamily="34" charset="-122"/>
              </a:endParaRPr>
            </a:p>
          </p:txBody>
        </p:sp>
        <p:sp>
          <p:nvSpPr>
            <p:cNvPr id="34854" name="Text Box 41"/>
            <p:cNvSpPr txBox="1">
              <a:spLocks noChangeArrowheads="1"/>
            </p:cNvSpPr>
            <p:nvPr/>
          </p:nvSpPr>
          <p:spPr bwMode="auto">
            <a:xfrm>
              <a:off x="5583618" y="4477044"/>
              <a:ext cx="232561" cy="223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600">
                  <a:latin typeface="微软雅黑" panose="020B0503020204020204" pitchFamily="34" charset="-122"/>
                  <a:ea typeface="微软雅黑" panose="020B0503020204020204" pitchFamily="34" charset="-122"/>
                </a:rPr>
                <a:t>c</a:t>
              </a:r>
            </a:p>
          </p:txBody>
        </p:sp>
      </p:grpSp>
      <p:grpSp>
        <p:nvGrpSpPr>
          <p:cNvPr id="9" name="组合 8">
            <a:extLst>
              <a:ext uri="{FF2B5EF4-FFF2-40B4-BE49-F238E27FC236}">
                <a16:creationId xmlns:a16="http://schemas.microsoft.com/office/drawing/2014/main" id="{1305A203-1337-4182-8D19-33B7CEF3B36A}"/>
              </a:ext>
            </a:extLst>
          </p:cNvPr>
          <p:cNvGrpSpPr/>
          <p:nvPr/>
        </p:nvGrpSpPr>
        <p:grpSpPr>
          <a:xfrm>
            <a:off x="4071969" y="1608458"/>
            <a:ext cx="1686069" cy="1233480"/>
            <a:chOff x="4071969" y="1608458"/>
            <a:chExt cx="1686069" cy="1233480"/>
          </a:xfrm>
        </p:grpSpPr>
        <p:grpSp>
          <p:nvGrpSpPr>
            <p:cNvPr id="7" name="组合 6">
              <a:extLst>
                <a:ext uri="{FF2B5EF4-FFF2-40B4-BE49-F238E27FC236}">
                  <a16:creationId xmlns:a16="http://schemas.microsoft.com/office/drawing/2014/main" id="{C4D94830-6461-4D4D-A628-4CC006B939A8}"/>
                </a:ext>
              </a:extLst>
            </p:cNvPr>
            <p:cNvGrpSpPr/>
            <p:nvPr/>
          </p:nvGrpSpPr>
          <p:grpSpPr>
            <a:xfrm>
              <a:off x="4071969" y="1608458"/>
              <a:ext cx="1279088" cy="1046363"/>
              <a:chOff x="4071969" y="1608458"/>
              <a:chExt cx="1279088" cy="1046363"/>
            </a:xfrm>
          </p:grpSpPr>
          <p:sp>
            <p:nvSpPr>
              <p:cNvPr id="34827" name="Arc 14"/>
              <p:cNvSpPr>
                <a:spLocks/>
              </p:cNvSpPr>
              <p:nvPr/>
            </p:nvSpPr>
            <p:spPr bwMode="auto">
              <a:xfrm flipH="1" flipV="1">
                <a:off x="4130109" y="1608458"/>
                <a:ext cx="1220948" cy="1046363"/>
              </a:xfrm>
              <a:custGeom>
                <a:avLst/>
                <a:gdLst>
                  <a:gd name="T0" fmla="*/ 240697 w 21600"/>
                  <a:gd name="T1" fmla="*/ 0 h 21354"/>
                  <a:gd name="T2" fmla="*/ 1600200 w 21600"/>
                  <a:gd name="T3" fmla="*/ 1584325 h 21354"/>
                  <a:gd name="T4" fmla="*/ 0 w 21600"/>
                  <a:gd name="T5" fmla="*/ 1584325 h 21354"/>
                  <a:gd name="T6" fmla="*/ 0 60000 65536"/>
                  <a:gd name="T7" fmla="*/ 0 60000 65536"/>
                  <a:gd name="T8" fmla="*/ 0 60000 65536"/>
                </a:gdLst>
                <a:ahLst/>
                <a:cxnLst>
                  <a:cxn ang="T6">
                    <a:pos x="T0" y="T1"/>
                  </a:cxn>
                  <a:cxn ang="T7">
                    <a:pos x="T2" y="T3"/>
                  </a:cxn>
                  <a:cxn ang="T8">
                    <a:pos x="T4" y="T5"/>
                  </a:cxn>
                </a:cxnLst>
                <a:rect l="0" t="0" r="r" b="b"/>
                <a:pathLst>
                  <a:path w="21600" h="21354" fill="none" extrusionOk="0">
                    <a:moveTo>
                      <a:pt x="3249" y="-1"/>
                    </a:moveTo>
                    <a:cubicBezTo>
                      <a:pt x="13802" y="1605"/>
                      <a:pt x="21600" y="10679"/>
                      <a:pt x="21600" y="21354"/>
                    </a:cubicBezTo>
                  </a:path>
                  <a:path w="21600" h="21354" stroke="0" extrusionOk="0">
                    <a:moveTo>
                      <a:pt x="3249" y="-1"/>
                    </a:moveTo>
                    <a:cubicBezTo>
                      <a:pt x="13802" y="1605"/>
                      <a:pt x="21600" y="10679"/>
                      <a:pt x="21600" y="21354"/>
                    </a:cubicBezTo>
                    <a:lnTo>
                      <a:pt x="0" y="21354"/>
                    </a:lnTo>
                    <a:lnTo>
                      <a:pt x="3249" y="-1"/>
                    </a:ln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34847" name="Text Box 34"/>
              <p:cNvSpPr txBox="1">
                <a:spLocks noChangeArrowheads="1"/>
              </p:cNvSpPr>
              <p:nvPr/>
            </p:nvSpPr>
            <p:spPr bwMode="auto">
              <a:xfrm>
                <a:off x="4071969" y="2262697"/>
                <a:ext cx="348842" cy="223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600" dirty="0">
                    <a:latin typeface="微软雅黑" panose="020B0503020204020204" pitchFamily="34" charset="-122"/>
                    <a:ea typeface="微软雅黑" panose="020B0503020204020204" pitchFamily="34" charset="-122"/>
                  </a:rPr>
                  <a:t>B</a:t>
                </a:r>
              </a:p>
            </p:txBody>
          </p:sp>
          <p:sp>
            <p:nvSpPr>
              <p:cNvPr id="34850" name="Oval 37"/>
              <p:cNvSpPr>
                <a:spLocks noChangeArrowheads="1"/>
              </p:cNvSpPr>
              <p:nvPr/>
            </p:nvSpPr>
            <p:spPr bwMode="auto">
              <a:xfrm>
                <a:off x="4420811" y="2313023"/>
                <a:ext cx="116281" cy="100652"/>
              </a:xfrm>
              <a:prstGeom prst="ellipse">
                <a:avLst/>
              </a:prstGeom>
              <a:solidFill>
                <a:srgbClr val="BB1528"/>
              </a:solidFill>
              <a:ln w="9525">
                <a:solidFill>
                  <a:srgbClr val="BB1528"/>
                </a:solidFill>
                <a:round/>
                <a:headEnd/>
                <a:tailEnd/>
              </a:ln>
              <a:effec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600">
                  <a:latin typeface="微软雅黑" panose="020B0503020204020204" pitchFamily="34" charset="-122"/>
                  <a:ea typeface="微软雅黑" panose="020B0503020204020204" pitchFamily="34" charset="-122"/>
                </a:endParaRPr>
              </a:p>
            </p:txBody>
          </p:sp>
        </p:grpSp>
        <p:sp>
          <p:nvSpPr>
            <p:cNvPr id="41" name="Text Box 34"/>
            <p:cNvSpPr txBox="1">
              <a:spLocks noChangeArrowheads="1"/>
            </p:cNvSpPr>
            <p:nvPr/>
          </p:nvSpPr>
          <p:spPr bwMode="auto">
            <a:xfrm>
              <a:off x="5002214" y="2618341"/>
              <a:ext cx="755824" cy="223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600" dirty="0">
                  <a:latin typeface="微软雅黑" panose="020B0503020204020204" pitchFamily="34" charset="-122"/>
                  <a:ea typeface="微软雅黑" panose="020B0503020204020204" pitchFamily="34" charset="-122"/>
                </a:rPr>
                <a:t>BL</a:t>
              </a:r>
              <a:r>
                <a:rPr lang="en-US" altLang="zh-CN" sz="1600" baseline="-25000" dirty="0">
                  <a:latin typeface="微软雅黑" panose="020B0503020204020204" pitchFamily="34" charset="-122"/>
                  <a:ea typeface="微软雅黑" panose="020B0503020204020204" pitchFamily="34" charset="-122"/>
                </a:rPr>
                <a:t>2</a:t>
              </a:r>
            </a:p>
          </p:txBody>
        </p:sp>
      </p:grpSp>
      <p:grpSp>
        <p:nvGrpSpPr>
          <p:cNvPr id="10" name="组合 9">
            <a:extLst>
              <a:ext uri="{FF2B5EF4-FFF2-40B4-BE49-F238E27FC236}">
                <a16:creationId xmlns:a16="http://schemas.microsoft.com/office/drawing/2014/main" id="{4DF93AD6-DEF4-4389-B15B-D9E073E4986B}"/>
              </a:ext>
            </a:extLst>
          </p:cNvPr>
          <p:cNvGrpSpPr/>
          <p:nvPr/>
        </p:nvGrpSpPr>
        <p:grpSpPr>
          <a:xfrm>
            <a:off x="4711513" y="1306502"/>
            <a:ext cx="2674455" cy="1473387"/>
            <a:chOff x="4711513" y="1306502"/>
            <a:chExt cx="2674455" cy="1473387"/>
          </a:xfrm>
        </p:grpSpPr>
        <p:grpSp>
          <p:nvGrpSpPr>
            <p:cNvPr id="8" name="组合 7">
              <a:extLst>
                <a:ext uri="{FF2B5EF4-FFF2-40B4-BE49-F238E27FC236}">
                  <a16:creationId xmlns:a16="http://schemas.microsoft.com/office/drawing/2014/main" id="{8CD462D5-6F36-49F5-93F6-A162078574C5}"/>
                </a:ext>
              </a:extLst>
            </p:cNvPr>
            <p:cNvGrpSpPr/>
            <p:nvPr/>
          </p:nvGrpSpPr>
          <p:grpSpPr>
            <a:xfrm>
              <a:off x="4711513" y="1306502"/>
              <a:ext cx="2383755" cy="1297993"/>
              <a:chOff x="4711513" y="1306502"/>
              <a:chExt cx="2383755" cy="1297993"/>
            </a:xfrm>
          </p:grpSpPr>
          <p:sp>
            <p:nvSpPr>
              <p:cNvPr id="34828" name="Arc 15"/>
              <p:cNvSpPr>
                <a:spLocks/>
              </p:cNvSpPr>
              <p:nvPr/>
            </p:nvSpPr>
            <p:spPr bwMode="auto">
              <a:xfrm flipH="1" flipV="1">
                <a:off x="4711513" y="1306502"/>
                <a:ext cx="2383755" cy="1297993"/>
              </a:xfrm>
              <a:custGeom>
                <a:avLst/>
                <a:gdLst>
                  <a:gd name="T0" fmla="*/ 469932 w 21600"/>
                  <a:gd name="T1" fmla="*/ 0 h 21354"/>
                  <a:gd name="T2" fmla="*/ 3124200 w 21600"/>
                  <a:gd name="T3" fmla="*/ 1965325 h 21354"/>
                  <a:gd name="T4" fmla="*/ 0 w 21600"/>
                  <a:gd name="T5" fmla="*/ 1965325 h 21354"/>
                  <a:gd name="T6" fmla="*/ 0 60000 65536"/>
                  <a:gd name="T7" fmla="*/ 0 60000 65536"/>
                  <a:gd name="T8" fmla="*/ 0 60000 65536"/>
                </a:gdLst>
                <a:ahLst/>
                <a:cxnLst>
                  <a:cxn ang="T6">
                    <a:pos x="T0" y="T1"/>
                  </a:cxn>
                  <a:cxn ang="T7">
                    <a:pos x="T2" y="T3"/>
                  </a:cxn>
                  <a:cxn ang="T8">
                    <a:pos x="T4" y="T5"/>
                  </a:cxn>
                </a:cxnLst>
                <a:rect l="0" t="0" r="r" b="b"/>
                <a:pathLst>
                  <a:path w="21600" h="21354" fill="none" extrusionOk="0">
                    <a:moveTo>
                      <a:pt x="3249" y="-1"/>
                    </a:moveTo>
                    <a:cubicBezTo>
                      <a:pt x="13802" y="1605"/>
                      <a:pt x="21600" y="10679"/>
                      <a:pt x="21600" y="21354"/>
                    </a:cubicBezTo>
                  </a:path>
                  <a:path w="21600" h="21354" stroke="0" extrusionOk="0">
                    <a:moveTo>
                      <a:pt x="3249" y="-1"/>
                    </a:moveTo>
                    <a:cubicBezTo>
                      <a:pt x="13802" y="1605"/>
                      <a:pt x="21600" y="10679"/>
                      <a:pt x="21600" y="21354"/>
                    </a:cubicBezTo>
                    <a:lnTo>
                      <a:pt x="0" y="21354"/>
                    </a:lnTo>
                    <a:lnTo>
                      <a:pt x="3249" y="-1"/>
                    </a:ln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34848" name="Text Box 35"/>
              <p:cNvSpPr txBox="1">
                <a:spLocks noChangeArrowheads="1"/>
              </p:cNvSpPr>
              <p:nvPr/>
            </p:nvSpPr>
            <p:spPr bwMode="auto">
              <a:xfrm>
                <a:off x="5002214" y="2212371"/>
                <a:ext cx="348842" cy="223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600">
                    <a:latin typeface="微软雅黑" panose="020B0503020204020204" pitchFamily="34" charset="-122"/>
                    <a:ea typeface="微软雅黑" panose="020B0503020204020204" pitchFamily="34" charset="-122"/>
                  </a:rPr>
                  <a:t>C</a:t>
                </a:r>
              </a:p>
            </p:txBody>
          </p:sp>
          <p:sp>
            <p:nvSpPr>
              <p:cNvPr id="34851" name="Oval 38"/>
              <p:cNvSpPr>
                <a:spLocks noChangeArrowheads="1"/>
              </p:cNvSpPr>
              <p:nvPr/>
            </p:nvSpPr>
            <p:spPr bwMode="auto">
              <a:xfrm>
                <a:off x="5409197" y="2212371"/>
                <a:ext cx="116281" cy="100652"/>
              </a:xfrm>
              <a:prstGeom prst="ellipse">
                <a:avLst/>
              </a:prstGeom>
              <a:solidFill>
                <a:srgbClr val="BB1528"/>
              </a:solidFill>
              <a:ln w="9525">
                <a:solidFill>
                  <a:srgbClr val="BB1528"/>
                </a:solidFill>
                <a:round/>
                <a:headEnd/>
                <a:tailEnd/>
              </a:ln>
              <a:effec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600">
                  <a:latin typeface="微软雅黑" panose="020B0503020204020204" pitchFamily="34" charset="-122"/>
                  <a:ea typeface="微软雅黑" panose="020B0503020204020204" pitchFamily="34" charset="-122"/>
                </a:endParaRPr>
              </a:p>
            </p:txBody>
          </p:sp>
        </p:grpSp>
        <p:sp>
          <p:nvSpPr>
            <p:cNvPr id="42" name="Text Box 34"/>
            <p:cNvSpPr txBox="1">
              <a:spLocks noChangeArrowheads="1"/>
            </p:cNvSpPr>
            <p:nvPr/>
          </p:nvSpPr>
          <p:spPr bwMode="auto">
            <a:xfrm>
              <a:off x="6630144" y="2556292"/>
              <a:ext cx="755824" cy="223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600" dirty="0">
                  <a:latin typeface="微软雅黑" panose="020B0503020204020204" pitchFamily="34" charset="-122"/>
                  <a:ea typeface="微软雅黑" panose="020B0503020204020204" pitchFamily="34" charset="-122"/>
                </a:rPr>
                <a:t>BL</a:t>
              </a:r>
              <a:r>
                <a:rPr lang="en-US" altLang="zh-CN" sz="1600" baseline="-25000" dirty="0">
                  <a:latin typeface="微软雅黑" panose="020B0503020204020204" pitchFamily="34" charset="-122"/>
                  <a:ea typeface="微软雅黑" panose="020B0503020204020204" pitchFamily="34" charset="-122"/>
                </a:rPr>
                <a:t>3</a:t>
              </a:r>
            </a:p>
          </p:txBody>
        </p:sp>
      </p:grpSp>
      <p:grpSp>
        <p:nvGrpSpPr>
          <p:cNvPr id="5" name="组合 4">
            <a:extLst>
              <a:ext uri="{FF2B5EF4-FFF2-40B4-BE49-F238E27FC236}">
                <a16:creationId xmlns:a16="http://schemas.microsoft.com/office/drawing/2014/main" id="{A74DFDA3-1097-47EB-8890-F4FF5460969D}"/>
              </a:ext>
            </a:extLst>
          </p:cNvPr>
          <p:cNvGrpSpPr/>
          <p:nvPr/>
        </p:nvGrpSpPr>
        <p:grpSpPr>
          <a:xfrm>
            <a:off x="2376275" y="1803692"/>
            <a:ext cx="1288711" cy="249024"/>
            <a:chOff x="2376275" y="1803692"/>
            <a:chExt cx="1288711" cy="249024"/>
          </a:xfrm>
        </p:grpSpPr>
        <p:sp>
          <p:nvSpPr>
            <p:cNvPr id="40" name="Text Box 34"/>
            <p:cNvSpPr txBox="1">
              <a:spLocks noChangeArrowheads="1"/>
            </p:cNvSpPr>
            <p:nvPr/>
          </p:nvSpPr>
          <p:spPr bwMode="auto">
            <a:xfrm>
              <a:off x="2376275" y="1803692"/>
              <a:ext cx="823588" cy="2490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600" dirty="0">
                  <a:latin typeface="微软雅黑" panose="020B0503020204020204" pitchFamily="34" charset="-122"/>
                  <a:ea typeface="微软雅黑" panose="020B0503020204020204" pitchFamily="34" charset="-122"/>
                </a:rPr>
                <a:t>BL</a:t>
              </a:r>
              <a:r>
                <a:rPr lang="en-US" altLang="zh-CN" sz="1600" baseline="-25000" dirty="0">
                  <a:latin typeface="微软雅黑" panose="020B0503020204020204" pitchFamily="34" charset="-122"/>
                  <a:ea typeface="微软雅黑" panose="020B0503020204020204" pitchFamily="34" charset="-122"/>
                </a:rPr>
                <a:t>1</a:t>
              </a:r>
            </a:p>
          </p:txBody>
        </p:sp>
        <p:cxnSp>
          <p:nvCxnSpPr>
            <p:cNvPr id="3" name="直接箭头连接符 2"/>
            <p:cNvCxnSpPr>
              <a:cxnSpLocks/>
            </p:cNvCxnSpPr>
            <p:nvPr/>
          </p:nvCxnSpPr>
          <p:spPr>
            <a:xfrm>
              <a:off x="2762250" y="1918042"/>
              <a:ext cx="902736" cy="1"/>
            </a:xfrm>
            <a:prstGeom prst="straightConnector1">
              <a:avLst/>
            </a:prstGeom>
            <a:ln w="19050">
              <a:solidFill>
                <a:schemeClr val="accent4">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2" name="组合 11">
            <a:extLst>
              <a:ext uri="{FF2B5EF4-FFF2-40B4-BE49-F238E27FC236}">
                <a16:creationId xmlns:a16="http://schemas.microsoft.com/office/drawing/2014/main" id="{AADCAA50-E353-43D2-A3BF-8EC7116CDD19}"/>
              </a:ext>
            </a:extLst>
          </p:cNvPr>
          <p:cNvGrpSpPr/>
          <p:nvPr/>
        </p:nvGrpSpPr>
        <p:grpSpPr>
          <a:xfrm>
            <a:off x="2865655" y="3319545"/>
            <a:ext cx="4927296" cy="2126074"/>
            <a:chOff x="2865655" y="3319545"/>
            <a:chExt cx="4927296" cy="2126074"/>
          </a:xfrm>
        </p:grpSpPr>
        <p:sp>
          <p:nvSpPr>
            <p:cNvPr id="34836" name="Text Box 23"/>
            <p:cNvSpPr txBox="1">
              <a:spLocks noChangeArrowheads="1"/>
            </p:cNvSpPr>
            <p:nvPr/>
          </p:nvSpPr>
          <p:spPr bwMode="auto">
            <a:xfrm>
              <a:off x="2891899" y="3845098"/>
              <a:ext cx="823589" cy="2490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600" dirty="0">
                  <a:latin typeface="微软雅黑" panose="020B0503020204020204" pitchFamily="34" charset="-122"/>
                  <a:ea typeface="微软雅黑" panose="020B0503020204020204" pitchFamily="34" charset="-122"/>
                </a:rPr>
                <a:t>2.4</a:t>
              </a:r>
            </a:p>
          </p:txBody>
        </p:sp>
        <p:sp>
          <p:nvSpPr>
            <p:cNvPr id="34837" name="Text Box 24"/>
            <p:cNvSpPr txBox="1">
              <a:spLocks noChangeArrowheads="1"/>
            </p:cNvSpPr>
            <p:nvPr/>
          </p:nvSpPr>
          <p:spPr bwMode="auto">
            <a:xfrm>
              <a:off x="2891898" y="4237441"/>
              <a:ext cx="823590" cy="2490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600" dirty="0">
                  <a:latin typeface="微软雅黑" panose="020B0503020204020204" pitchFamily="34" charset="-122"/>
                  <a:ea typeface="微软雅黑" panose="020B0503020204020204" pitchFamily="34" charset="-122"/>
                </a:rPr>
                <a:t>2.2</a:t>
              </a:r>
            </a:p>
          </p:txBody>
        </p:sp>
        <p:sp>
          <p:nvSpPr>
            <p:cNvPr id="34838" name="Text Box 25"/>
            <p:cNvSpPr txBox="1">
              <a:spLocks noChangeArrowheads="1"/>
            </p:cNvSpPr>
            <p:nvPr/>
          </p:nvSpPr>
          <p:spPr bwMode="auto">
            <a:xfrm>
              <a:off x="2865655" y="4652402"/>
              <a:ext cx="823590" cy="2490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600" dirty="0">
                  <a:latin typeface="微软雅黑" panose="020B0503020204020204" pitchFamily="34" charset="-122"/>
                  <a:ea typeface="微软雅黑" panose="020B0503020204020204" pitchFamily="34" charset="-122"/>
                </a:rPr>
                <a:t>2.0</a:t>
              </a:r>
            </a:p>
          </p:txBody>
        </p:sp>
        <p:grpSp>
          <p:nvGrpSpPr>
            <p:cNvPr id="11" name="组合 10">
              <a:extLst>
                <a:ext uri="{FF2B5EF4-FFF2-40B4-BE49-F238E27FC236}">
                  <a16:creationId xmlns:a16="http://schemas.microsoft.com/office/drawing/2014/main" id="{5A77061D-8524-42DA-818D-B6A2A7243B7D}"/>
                </a:ext>
              </a:extLst>
            </p:cNvPr>
            <p:cNvGrpSpPr/>
            <p:nvPr/>
          </p:nvGrpSpPr>
          <p:grpSpPr>
            <a:xfrm>
              <a:off x="3432425" y="3319545"/>
              <a:ext cx="4360526" cy="1912391"/>
              <a:chOff x="3432425" y="3319545"/>
              <a:chExt cx="4360526" cy="1912391"/>
            </a:xfrm>
          </p:grpSpPr>
          <p:sp>
            <p:nvSpPr>
              <p:cNvPr id="34821" name="Line 8"/>
              <p:cNvSpPr>
                <a:spLocks noChangeShapeType="1"/>
              </p:cNvSpPr>
              <p:nvPr/>
            </p:nvSpPr>
            <p:spPr bwMode="auto">
              <a:xfrm>
                <a:off x="3432425" y="3319545"/>
                <a:ext cx="0" cy="19123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微软雅黑" panose="020B0503020204020204" pitchFamily="34" charset="-122"/>
                  <a:ea typeface="微软雅黑" panose="020B0503020204020204" pitchFamily="34" charset="-122"/>
                </a:endParaRPr>
              </a:p>
            </p:txBody>
          </p:sp>
          <p:sp>
            <p:nvSpPr>
              <p:cNvPr id="34822" name="Line 9"/>
              <p:cNvSpPr>
                <a:spLocks noChangeShapeType="1"/>
              </p:cNvSpPr>
              <p:nvPr/>
            </p:nvSpPr>
            <p:spPr bwMode="auto">
              <a:xfrm>
                <a:off x="3432425" y="5231935"/>
                <a:ext cx="383726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微软雅黑" panose="020B0503020204020204" pitchFamily="34" charset="-122"/>
                  <a:ea typeface="微软雅黑" panose="020B0503020204020204" pitchFamily="34" charset="-122"/>
                </a:endParaRPr>
              </a:p>
            </p:txBody>
          </p:sp>
          <p:sp>
            <p:nvSpPr>
              <p:cNvPr id="39" name="Text Box 19"/>
              <p:cNvSpPr txBox="1">
                <a:spLocks noChangeArrowheads="1"/>
              </p:cNvSpPr>
              <p:nvPr/>
            </p:nvSpPr>
            <p:spPr bwMode="auto">
              <a:xfrm>
                <a:off x="6746424" y="4779001"/>
                <a:ext cx="1046527" cy="223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600" dirty="0">
                    <a:latin typeface="微软雅黑" panose="020B0503020204020204" pitchFamily="34" charset="-122"/>
                    <a:ea typeface="微软雅黑" panose="020B0503020204020204" pitchFamily="34" charset="-122"/>
                  </a:rPr>
                  <a:t>Pepsi</a:t>
                </a:r>
              </a:p>
            </p:txBody>
          </p:sp>
        </p:grpSp>
        <p:sp>
          <p:nvSpPr>
            <p:cNvPr id="45" name="Text Box 34"/>
            <p:cNvSpPr txBox="1">
              <a:spLocks noChangeArrowheads="1"/>
            </p:cNvSpPr>
            <p:nvPr/>
          </p:nvSpPr>
          <p:spPr bwMode="auto">
            <a:xfrm>
              <a:off x="3664853" y="5222019"/>
              <a:ext cx="755824" cy="223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600" dirty="0">
                  <a:latin typeface="微软雅黑" panose="020B0503020204020204" pitchFamily="34" charset="-122"/>
                  <a:ea typeface="微软雅黑" panose="020B0503020204020204" pitchFamily="34" charset="-122"/>
                </a:rPr>
                <a:t>10</a:t>
              </a:r>
              <a:endParaRPr lang="en-US" altLang="zh-CN" sz="1600" baseline="-25000" dirty="0">
                <a:latin typeface="微软雅黑" panose="020B0503020204020204" pitchFamily="34" charset="-122"/>
                <a:ea typeface="微软雅黑" panose="020B0503020204020204" pitchFamily="34" charset="-122"/>
              </a:endParaRPr>
            </a:p>
          </p:txBody>
        </p:sp>
        <p:sp>
          <p:nvSpPr>
            <p:cNvPr id="46" name="Text Box 34"/>
            <p:cNvSpPr txBox="1">
              <a:spLocks noChangeArrowheads="1"/>
            </p:cNvSpPr>
            <p:nvPr/>
          </p:nvSpPr>
          <p:spPr bwMode="auto">
            <a:xfrm>
              <a:off x="4375121" y="5222019"/>
              <a:ext cx="755824" cy="223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600" dirty="0">
                  <a:latin typeface="微软雅黑" panose="020B0503020204020204" pitchFamily="34" charset="-122"/>
                  <a:ea typeface="微软雅黑" panose="020B0503020204020204" pitchFamily="34" charset="-122"/>
                </a:rPr>
                <a:t>15</a:t>
              </a:r>
              <a:endParaRPr lang="en-US" altLang="zh-CN" sz="1600" baseline="-25000" dirty="0">
                <a:latin typeface="微软雅黑" panose="020B0503020204020204" pitchFamily="34" charset="-122"/>
                <a:ea typeface="微软雅黑" panose="020B0503020204020204" pitchFamily="34" charset="-122"/>
              </a:endParaRPr>
            </a:p>
          </p:txBody>
        </p:sp>
        <p:sp>
          <p:nvSpPr>
            <p:cNvPr id="47" name="Text Box 34"/>
            <p:cNvSpPr txBox="1">
              <a:spLocks noChangeArrowheads="1"/>
            </p:cNvSpPr>
            <p:nvPr/>
          </p:nvSpPr>
          <p:spPr bwMode="auto">
            <a:xfrm>
              <a:off x="5350921" y="5222022"/>
              <a:ext cx="755824" cy="223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600" dirty="0">
                  <a:latin typeface="微软雅黑" panose="020B0503020204020204" pitchFamily="34" charset="-122"/>
                  <a:ea typeface="微软雅黑" panose="020B0503020204020204" pitchFamily="34" charset="-122"/>
                </a:rPr>
                <a:t>20</a:t>
              </a:r>
              <a:endParaRPr lang="en-US" altLang="zh-CN" sz="1600" baseline="-25000" dirty="0">
                <a:latin typeface="微软雅黑" panose="020B0503020204020204" pitchFamily="34" charset="-122"/>
                <a:ea typeface="微软雅黑" panose="020B0503020204020204" pitchFamily="34" charset="-122"/>
              </a:endParaRPr>
            </a:p>
          </p:txBody>
        </p:sp>
      </p:grpSp>
      <p:sp>
        <p:nvSpPr>
          <p:cNvPr id="53" name="矩形 52">
            <a:extLst>
              <a:ext uri="{FF2B5EF4-FFF2-40B4-BE49-F238E27FC236}">
                <a16:creationId xmlns:a16="http://schemas.microsoft.com/office/drawing/2014/main" id="{A2F6D5A7-492D-4F80-A397-C716AD41C507}"/>
              </a:ext>
            </a:extLst>
          </p:cNvPr>
          <p:cNvSpPr/>
          <p:nvPr/>
        </p:nvSpPr>
        <p:spPr>
          <a:xfrm>
            <a:off x="6537411" y="0"/>
            <a:ext cx="2606590" cy="369332"/>
          </a:xfrm>
          <a:prstGeom prst="rect">
            <a:avLst/>
          </a:prstGeom>
        </p:spPr>
        <p:txBody>
          <a:bodyPr wrap="squar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 第四节  消费者均衡</a:t>
            </a:r>
          </a:p>
        </p:txBody>
      </p:sp>
      <p:sp>
        <p:nvSpPr>
          <p:cNvPr id="54" name="矩形 53">
            <a:extLst>
              <a:ext uri="{FF2B5EF4-FFF2-40B4-BE49-F238E27FC236}">
                <a16:creationId xmlns:a16="http://schemas.microsoft.com/office/drawing/2014/main" id="{B37F0446-F274-43DF-AB62-32762989FDB2}"/>
              </a:ext>
            </a:extLst>
          </p:cNvPr>
          <p:cNvSpPr/>
          <p:nvPr/>
        </p:nvSpPr>
        <p:spPr>
          <a:xfrm>
            <a:off x="467544" y="548680"/>
            <a:ext cx="5089855"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三、价格变动对消费者均衡的影响</a:t>
            </a:r>
          </a:p>
        </p:txBody>
      </p:sp>
      <p:grpSp>
        <p:nvGrpSpPr>
          <p:cNvPr id="61" name="组合 60">
            <a:extLst>
              <a:ext uri="{FF2B5EF4-FFF2-40B4-BE49-F238E27FC236}">
                <a16:creationId xmlns:a16="http://schemas.microsoft.com/office/drawing/2014/main" id="{7FB9EBAB-954E-4FD2-A13F-E3F791396C4A}"/>
              </a:ext>
            </a:extLst>
          </p:cNvPr>
          <p:cNvGrpSpPr/>
          <p:nvPr/>
        </p:nvGrpSpPr>
        <p:grpSpPr>
          <a:xfrm>
            <a:off x="428158" y="5584216"/>
            <a:ext cx="7960191" cy="547315"/>
            <a:chOff x="467544" y="1161144"/>
            <a:chExt cx="3806023" cy="659493"/>
          </a:xfrm>
        </p:grpSpPr>
        <p:sp>
          <p:nvSpPr>
            <p:cNvPr id="62" name="MH_Text_1">
              <a:extLst>
                <a:ext uri="{FF2B5EF4-FFF2-40B4-BE49-F238E27FC236}">
                  <a16:creationId xmlns:a16="http://schemas.microsoft.com/office/drawing/2014/main" id="{54547003-C075-47B9-AA17-8C723DCBB223}"/>
                </a:ext>
              </a:extLst>
            </p:cNvPr>
            <p:cNvSpPr/>
            <p:nvPr>
              <p:custDataLst>
                <p:tags r:id="rId1"/>
              </p:custDataLst>
            </p:nvPr>
          </p:nvSpPr>
          <p:spPr bwMode="auto">
            <a:xfrm>
              <a:off x="467544" y="1161144"/>
              <a:ext cx="3806023" cy="659493"/>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algn="ctr">
                <a:defRPr/>
              </a:pPr>
              <a:r>
                <a:rPr lang="zh-CN" altLang="en-US" sz="2000" spc="150" dirty="0">
                  <a:solidFill>
                    <a:srgbClr val="000000"/>
                  </a:solidFill>
                  <a:latin typeface="微软雅黑" panose="020B0503020204020204" pitchFamily="34" charset="-122"/>
                  <a:ea typeface="微软雅黑" panose="020B0503020204020204" pitchFamily="34" charset="-122"/>
                </a:rPr>
                <a:t>价格变化对消费者选择的影响：需求曲线为什么向右下方倾斜？</a:t>
              </a:r>
            </a:p>
          </p:txBody>
        </p:sp>
        <p:sp>
          <p:nvSpPr>
            <p:cNvPr id="64" name="MH_Other_2">
              <a:extLst>
                <a:ext uri="{FF2B5EF4-FFF2-40B4-BE49-F238E27FC236}">
                  <a16:creationId xmlns:a16="http://schemas.microsoft.com/office/drawing/2014/main" id="{6232B30A-AEF4-487B-B512-30B79D99D635}"/>
                </a:ext>
              </a:extLst>
            </p:cNvPr>
            <p:cNvSpPr/>
            <p:nvPr>
              <p:custDataLst>
                <p:tags r:id="rId2"/>
              </p:custDataLst>
            </p:nvPr>
          </p:nvSpPr>
          <p:spPr bwMode="auto">
            <a:xfrm rot="10800000">
              <a:off x="4164266" y="1217968"/>
              <a:ext cx="81435" cy="207887"/>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
        <p:nvSpPr>
          <p:cNvPr id="2" name="标注: 线形 1">
            <a:extLst>
              <a:ext uri="{FF2B5EF4-FFF2-40B4-BE49-F238E27FC236}">
                <a16:creationId xmlns:a16="http://schemas.microsoft.com/office/drawing/2014/main" id="{359FE4E8-D061-4C2C-A318-045AE95A653C}"/>
              </a:ext>
            </a:extLst>
          </p:cNvPr>
          <p:cNvSpPr/>
          <p:nvPr/>
        </p:nvSpPr>
        <p:spPr bwMode="auto">
          <a:xfrm>
            <a:off x="6902839" y="3935734"/>
            <a:ext cx="2131957" cy="612648"/>
          </a:xfrm>
          <a:prstGeom prst="borderCallout1">
            <a:avLst>
              <a:gd name="adj1" fmla="val 48601"/>
              <a:gd name="adj2" fmla="val -535"/>
              <a:gd name="adj3" fmla="val 112500"/>
              <a:gd name="adj4" fmla="val -3833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这是针对单个消费者得到的</a:t>
            </a:r>
          </a:p>
        </p:txBody>
      </p:sp>
    </p:spTree>
    <p:extLst>
      <p:ext uri="{BB962C8B-B14F-4D97-AF65-F5344CB8AC3E}">
        <p14:creationId xmlns:p14="http://schemas.microsoft.com/office/powerpoint/2010/main" val="2634824432"/>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4833"/>
                                        </p:tgtEl>
                                        <p:attrNameLst>
                                          <p:attrName>style.visibility</p:attrName>
                                        </p:attrNameLst>
                                      </p:cBhvr>
                                      <p:to>
                                        <p:strVal val="visible"/>
                                      </p:to>
                                    </p:set>
                                    <p:animEffect transition="in" filter="fade">
                                      <p:cBhvr>
                                        <p:cTn id="7" dur="500"/>
                                        <p:tgtEl>
                                          <p:spTgt spid="3483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4819"/>
                                        </p:tgtEl>
                                        <p:attrNameLst>
                                          <p:attrName>style.visibility</p:attrName>
                                        </p:attrNameLst>
                                      </p:cBhvr>
                                      <p:to>
                                        <p:strVal val="visible"/>
                                      </p:to>
                                    </p:set>
                                    <p:animEffect transition="in" filter="fade">
                                      <p:cBhvr>
                                        <p:cTn id="12" dur="500"/>
                                        <p:tgtEl>
                                          <p:spTgt spid="3481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4820"/>
                                        </p:tgtEl>
                                        <p:attrNameLst>
                                          <p:attrName>style.visibility</p:attrName>
                                        </p:attrNameLst>
                                      </p:cBhvr>
                                      <p:to>
                                        <p:strVal val="visible"/>
                                      </p:to>
                                    </p:set>
                                    <p:animEffect transition="in" filter="fade">
                                      <p:cBhvr>
                                        <p:cTn id="15" dur="500"/>
                                        <p:tgtEl>
                                          <p:spTgt spid="348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4832"/>
                                        </p:tgtEl>
                                        <p:attrNameLst>
                                          <p:attrName>style.visibility</p:attrName>
                                        </p:attrNameLst>
                                      </p:cBhvr>
                                      <p:to>
                                        <p:strVal val="visible"/>
                                      </p:to>
                                    </p:set>
                                    <p:animEffect transition="in" filter="fade">
                                      <p:cBhvr>
                                        <p:cTn id="18" dur="500"/>
                                        <p:tgtEl>
                                          <p:spTgt spid="3483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4823"/>
                                        </p:tgtEl>
                                        <p:attrNameLst>
                                          <p:attrName>style.visibility</p:attrName>
                                        </p:attrNameLst>
                                      </p:cBhvr>
                                      <p:to>
                                        <p:strVal val="visible"/>
                                      </p:to>
                                    </p:set>
                                    <p:animEffect transition="in" filter="fade">
                                      <p:cBhvr>
                                        <p:cTn id="28" dur="500"/>
                                        <p:tgtEl>
                                          <p:spTgt spid="34823"/>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4824"/>
                                        </p:tgtEl>
                                        <p:attrNameLst>
                                          <p:attrName>style.visibility</p:attrName>
                                        </p:attrNameLst>
                                      </p:cBhvr>
                                      <p:to>
                                        <p:strVal val="visible"/>
                                      </p:to>
                                    </p:set>
                                    <p:animEffect transition="in" filter="fade">
                                      <p:cBhvr>
                                        <p:cTn id="33" dur="500"/>
                                        <p:tgtEl>
                                          <p:spTgt spid="34824"/>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4825"/>
                                        </p:tgtEl>
                                        <p:attrNameLst>
                                          <p:attrName>style.visibility</p:attrName>
                                        </p:attrNameLst>
                                      </p:cBhvr>
                                      <p:to>
                                        <p:strVal val="visible"/>
                                      </p:to>
                                    </p:set>
                                    <p:animEffect transition="in" filter="fade">
                                      <p:cBhvr>
                                        <p:cTn id="38" dur="500"/>
                                        <p:tgtEl>
                                          <p:spTgt spid="34825"/>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6"/>
                                        </p:tgtEl>
                                        <p:attrNameLst>
                                          <p:attrName>style.visibility</p:attrName>
                                        </p:attrNameLst>
                                      </p:cBhvr>
                                      <p:to>
                                        <p:strVal val="visible"/>
                                      </p:to>
                                    </p:set>
                                    <p:animEffect transition="in" filter="fade">
                                      <p:cBhvr>
                                        <p:cTn id="43" dur="500"/>
                                        <p:tgtEl>
                                          <p:spTgt spid="6"/>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9"/>
                                        </p:tgtEl>
                                        <p:attrNameLst>
                                          <p:attrName>style.visibility</p:attrName>
                                        </p:attrNameLst>
                                      </p:cBhvr>
                                      <p:to>
                                        <p:strVal val="visible"/>
                                      </p:to>
                                    </p:set>
                                    <p:animEffect transition="in" filter="fade">
                                      <p:cBhvr>
                                        <p:cTn id="48" dur="500"/>
                                        <p:tgtEl>
                                          <p:spTgt spid="9"/>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10"/>
                                        </p:tgtEl>
                                        <p:attrNameLst>
                                          <p:attrName>style.visibility</p:attrName>
                                        </p:attrNameLst>
                                      </p:cBhvr>
                                      <p:to>
                                        <p:strVal val="visible"/>
                                      </p:to>
                                    </p:set>
                                    <p:animEffect transition="in" filter="fade">
                                      <p:cBhvr>
                                        <p:cTn id="53" dur="500"/>
                                        <p:tgtEl>
                                          <p:spTgt spid="10"/>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34835"/>
                                        </p:tgtEl>
                                        <p:attrNameLst>
                                          <p:attrName>style.visibility</p:attrName>
                                        </p:attrNameLst>
                                      </p:cBhvr>
                                      <p:to>
                                        <p:strVal val="visible"/>
                                      </p:to>
                                    </p:set>
                                    <p:animEffect transition="in" filter="fade">
                                      <p:cBhvr>
                                        <p:cTn id="58" dur="500"/>
                                        <p:tgtEl>
                                          <p:spTgt spid="34835"/>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12"/>
                                        </p:tgtEl>
                                        <p:attrNameLst>
                                          <p:attrName>style.visibility</p:attrName>
                                        </p:attrNameLst>
                                      </p:cBhvr>
                                      <p:to>
                                        <p:strVal val="visible"/>
                                      </p:to>
                                    </p:set>
                                    <p:animEffect transition="in" filter="fade">
                                      <p:cBhvr>
                                        <p:cTn id="63" dur="500"/>
                                        <p:tgtEl>
                                          <p:spTgt spid="12"/>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13"/>
                                        </p:tgtEl>
                                        <p:attrNameLst>
                                          <p:attrName>style.visibility</p:attrName>
                                        </p:attrNameLst>
                                      </p:cBhvr>
                                      <p:to>
                                        <p:strVal val="visible"/>
                                      </p:to>
                                    </p:set>
                                    <p:animEffect transition="in" filter="fade">
                                      <p:cBhvr>
                                        <p:cTn id="68" dur="500"/>
                                        <p:tgtEl>
                                          <p:spTgt spid="13"/>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34842"/>
                                        </p:tgtEl>
                                        <p:attrNameLst>
                                          <p:attrName>style.visibility</p:attrName>
                                        </p:attrNameLst>
                                      </p:cBhvr>
                                      <p:to>
                                        <p:strVal val="visible"/>
                                      </p:to>
                                    </p:set>
                                    <p:animEffect transition="in" filter="fade">
                                      <p:cBhvr>
                                        <p:cTn id="73" dur="500"/>
                                        <p:tgtEl>
                                          <p:spTgt spid="34842"/>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14"/>
                                        </p:tgtEl>
                                        <p:attrNameLst>
                                          <p:attrName>style.visibility</p:attrName>
                                        </p:attrNameLst>
                                      </p:cBhvr>
                                      <p:to>
                                        <p:strVal val="visible"/>
                                      </p:to>
                                    </p:set>
                                    <p:animEffect transition="in" filter="fade">
                                      <p:cBhvr>
                                        <p:cTn id="78" dur="500"/>
                                        <p:tgtEl>
                                          <p:spTgt spid="14"/>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nodeType="clickEffect">
                                  <p:stCondLst>
                                    <p:cond delay="0"/>
                                  </p:stCondLst>
                                  <p:childTnLst>
                                    <p:set>
                                      <p:cBhvr>
                                        <p:cTn id="82" dur="1" fill="hold">
                                          <p:stCondLst>
                                            <p:cond delay="0"/>
                                          </p:stCondLst>
                                        </p:cTn>
                                        <p:tgtEl>
                                          <p:spTgt spid="15"/>
                                        </p:tgtEl>
                                        <p:attrNameLst>
                                          <p:attrName>style.visibility</p:attrName>
                                        </p:attrNameLst>
                                      </p:cBhvr>
                                      <p:to>
                                        <p:strVal val="visible"/>
                                      </p:to>
                                    </p:set>
                                    <p:animEffect transition="in" filter="fade">
                                      <p:cBhvr>
                                        <p:cTn id="83" dur="500"/>
                                        <p:tgtEl>
                                          <p:spTgt spid="15"/>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nodeType="clickEffect">
                                  <p:stCondLst>
                                    <p:cond delay="0"/>
                                  </p:stCondLst>
                                  <p:childTnLst>
                                    <p:set>
                                      <p:cBhvr>
                                        <p:cTn id="87" dur="1" fill="hold">
                                          <p:stCondLst>
                                            <p:cond delay="0"/>
                                          </p:stCondLst>
                                        </p:cTn>
                                        <p:tgtEl>
                                          <p:spTgt spid="16"/>
                                        </p:tgtEl>
                                        <p:attrNameLst>
                                          <p:attrName>style.visibility</p:attrName>
                                        </p:attrNameLst>
                                      </p:cBhvr>
                                      <p:to>
                                        <p:strVal val="visible"/>
                                      </p:to>
                                    </p:set>
                                    <p:animEffect transition="in" filter="fade">
                                      <p:cBhvr>
                                        <p:cTn id="88" dur="500"/>
                                        <p:tgtEl>
                                          <p:spTgt spid="16"/>
                                        </p:tgtEl>
                                      </p:cBhvr>
                                    </p:animEffec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grpId="0" nodeType="clickEffect">
                                  <p:stCondLst>
                                    <p:cond delay="0"/>
                                  </p:stCondLst>
                                  <p:childTnLst>
                                    <p:set>
                                      <p:cBhvr>
                                        <p:cTn id="92" dur="1" fill="hold">
                                          <p:stCondLst>
                                            <p:cond delay="0"/>
                                          </p:stCondLst>
                                        </p:cTn>
                                        <p:tgtEl>
                                          <p:spTgt spid="34829"/>
                                        </p:tgtEl>
                                        <p:attrNameLst>
                                          <p:attrName>style.visibility</p:attrName>
                                        </p:attrNameLst>
                                      </p:cBhvr>
                                      <p:to>
                                        <p:strVal val="visible"/>
                                      </p:to>
                                    </p:set>
                                    <p:animEffect transition="in" filter="fade">
                                      <p:cBhvr>
                                        <p:cTn id="93" dur="500"/>
                                        <p:tgtEl>
                                          <p:spTgt spid="34829"/>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4830"/>
                                        </p:tgtEl>
                                        <p:attrNameLst>
                                          <p:attrName>style.visibility</p:attrName>
                                        </p:attrNameLst>
                                      </p:cBhvr>
                                      <p:to>
                                        <p:strVal val="visible"/>
                                      </p:to>
                                    </p:set>
                                    <p:animEffect transition="in" filter="fade">
                                      <p:cBhvr>
                                        <p:cTn id="96" dur="500"/>
                                        <p:tgtEl>
                                          <p:spTgt spid="34830"/>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4831"/>
                                        </p:tgtEl>
                                        <p:attrNameLst>
                                          <p:attrName>style.visibility</p:attrName>
                                        </p:attrNameLst>
                                      </p:cBhvr>
                                      <p:to>
                                        <p:strVal val="visible"/>
                                      </p:to>
                                    </p:set>
                                    <p:animEffect transition="in" filter="fade">
                                      <p:cBhvr>
                                        <p:cTn id="99" dur="500"/>
                                        <p:tgtEl>
                                          <p:spTgt spid="34831"/>
                                        </p:tgtEl>
                                      </p:cBhvr>
                                    </p:animEffect>
                                  </p:childTnLst>
                                </p:cTn>
                              </p:par>
                            </p:childTnLst>
                          </p:cTn>
                        </p:par>
                      </p:childTnLst>
                    </p:cTn>
                  </p:par>
                  <p:par>
                    <p:cTn id="100" fill="hold">
                      <p:stCondLst>
                        <p:cond delay="indefinite"/>
                      </p:stCondLst>
                      <p:childTnLst>
                        <p:par>
                          <p:cTn id="101" fill="hold">
                            <p:stCondLst>
                              <p:cond delay="0"/>
                            </p:stCondLst>
                            <p:childTnLst>
                              <p:par>
                                <p:cTn id="102" presetID="16" presetClass="entr" presetSubtype="21" fill="hold" nodeType="clickEffect">
                                  <p:stCondLst>
                                    <p:cond delay="0"/>
                                  </p:stCondLst>
                                  <p:childTnLst>
                                    <p:set>
                                      <p:cBhvr>
                                        <p:cTn id="103" dur="1" fill="hold">
                                          <p:stCondLst>
                                            <p:cond delay="0"/>
                                          </p:stCondLst>
                                        </p:cTn>
                                        <p:tgtEl>
                                          <p:spTgt spid="61"/>
                                        </p:tgtEl>
                                        <p:attrNameLst>
                                          <p:attrName>style.visibility</p:attrName>
                                        </p:attrNameLst>
                                      </p:cBhvr>
                                      <p:to>
                                        <p:strVal val="visible"/>
                                      </p:to>
                                    </p:set>
                                    <p:animEffect transition="in" filter="barn(inVertical)">
                                      <p:cBhvr>
                                        <p:cTn id="104"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33" grpId="0"/>
      <p:bldP spid="34835" grpId="0"/>
      <p:bldP spid="34819" grpId="0" animBg="1"/>
      <p:bldP spid="34820" grpId="0" animBg="1"/>
      <p:bldP spid="34823" grpId="0" animBg="1"/>
      <p:bldP spid="34824" grpId="0" animBg="1"/>
      <p:bldP spid="34825" grpId="0" animBg="1"/>
      <p:bldP spid="34829" grpId="0" animBg="1"/>
      <p:bldP spid="34830" grpId="0" animBg="1"/>
      <p:bldP spid="34831" grpId="0" animBg="1"/>
      <p:bldP spid="34832" grpId="0"/>
      <p:bldP spid="34842"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a:extLst>
              <a:ext uri="{FF2B5EF4-FFF2-40B4-BE49-F238E27FC236}">
                <a16:creationId xmlns:a16="http://schemas.microsoft.com/office/drawing/2014/main" id="{BF4D983E-8133-41F1-9BE9-0E9923022B01}"/>
              </a:ext>
            </a:extLst>
          </p:cNvPr>
          <p:cNvSpPr/>
          <p:nvPr/>
        </p:nvSpPr>
        <p:spPr>
          <a:xfrm>
            <a:off x="582297" y="451158"/>
            <a:ext cx="8308685" cy="646331"/>
          </a:xfrm>
          <a:prstGeom prst="rect">
            <a:avLst/>
          </a:prstGeom>
        </p:spPr>
        <p:txBody>
          <a:bodyPr wrap="none">
            <a:spAutoFit/>
          </a:bodyPr>
          <a:lstStyle/>
          <a:p>
            <a:r>
              <a:rPr lang="zh-CN" altLang="zh-CN" sz="3600" b="1" dirty="0">
                <a:latin typeface="微软雅黑" panose="020B0503020204020204" pitchFamily="34" charset="-122"/>
                <a:ea typeface="微软雅黑" panose="020B0503020204020204" pitchFamily="34" charset="-122"/>
                <a:cs typeface="+mj-cs"/>
              </a:rPr>
              <a:t>第</a:t>
            </a:r>
            <a:r>
              <a:rPr lang="zh-CN" altLang="en-US" sz="3600" b="1" dirty="0">
                <a:latin typeface="微软雅黑" panose="020B0503020204020204" pitchFamily="34" charset="-122"/>
                <a:ea typeface="微软雅黑" panose="020B0503020204020204" pitchFamily="34" charset="-122"/>
                <a:cs typeface="+mj-cs"/>
              </a:rPr>
              <a:t>五</a:t>
            </a:r>
            <a:r>
              <a:rPr lang="zh-CN" altLang="zh-CN" sz="3600" b="1" dirty="0">
                <a:latin typeface="微软雅黑" panose="020B0503020204020204" pitchFamily="34" charset="-122"/>
                <a:ea typeface="微软雅黑" panose="020B0503020204020204" pitchFamily="34" charset="-122"/>
                <a:cs typeface="+mj-cs"/>
              </a:rPr>
              <a:t>节</a:t>
            </a:r>
            <a:r>
              <a:rPr lang="en-US" altLang="zh-CN" sz="3600" b="1" dirty="0">
                <a:latin typeface="微软雅黑" panose="020B0503020204020204" pitchFamily="34" charset="-122"/>
                <a:ea typeface="微软雅黑" panose="020B0503020204020204" pitchFamily="34" charset="-122"/>
                <a:cs typeface="+mj-cs"/>
              </a:rPr>
              <a:t>  </a:t>
            </a:r>
            <a:r>
              <a:rPr lang="zh-CN" altLang="en-US" sz="3600" b="1" dirty="0">
                <a:latin typeface="微软雅黑" panose="020B0503020204020204" pitchFamily="34" charset="-122"/>
                <a:ea typeface="微软雅黑" panose="020B0503020204020204" pitchFamily="34" charset="-122"/>
                <a:cs typeface="+mj-cs"/>
              </a:rPr>
              <a:t>价格变动的替代效应和收入效应</a:t>
            </a:r>
          </a:p>
        </p:txBody>
      </p:sp>
      <p:sp>
        <p:nvSpPr>
          <p:cNvPr id="15" name="MH_Other_1">
            <a:extLst>
              <a:ext uri="{FF2B5EF4-FFF2-40B4-BE49-F238E27FC236}">
                <a16:creationId xmlns:a16="http://schemas.microsoft.com/office/drawing/2014/main" id="{3F273994-9FA2-4681-A9F4-62B14F615156}"/>
              </a:ext>
            </a:extLst>
          </p:cNvPr>
          <p:cNvSpPr>
            <a:spLocks/>
          </p:cNvSpPr>
          <p:nvPr>
            <p:custDataLst>
              <p:tags r:id="rId1"/>
            </p:custDataLst>
          </p:nvPr>
        </p:nvSpPr>
        <p:spPr bwMode="gray">
          <a:xfrm>
            <a:off x="1868696" y="1705609"/>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16" name="MH_SubTitle_1">
            <a:extLst>
              <a:ext uri="{FF2B5EF4-FFF2-40B4-BE49-F238E27FC236}">
                <a16:creationId xmlns:a16="http://schemas.microsoft.com/office/drawing/2014/main" id="{CCC3EB89-2EC6-4FB7-B7FC-E261ECACCE95}"/>
              </a:ext>
            </a:extLst>
          </p:cNvPr>
          <p:cNvSpPr>
            <a:spLocks noChangeArrowheads="1"/>
          </p:cNvSpPr>
          <p:nvPr>
            <p:custDataLst>
              <p:tags r:id="rId2"/>
            </p:custDataLst>
          </p:nvPr>
        </p:nvSpPr>
        <p:spPr bwMode="gray">
          <a:xfrm>
            <a:off x="1800433" y="1403984"/>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一</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sp>
        <p:nvSpPr>
          <p:cNvPr id="17" name="MH_Other_2">
            <a:extLst>
              <a:ext uri="{FF2B5EF4-FFF2-40B4-BE49-F238E27FC236}">
                <a16:creationId xmlns:a16="http://schemas.microsoft.com/office/drawing/2014/main" id="{92590F3D-B89A-443C-8C7C-C95FE8634D43}"/>
              </a:ext>
            </a:extLst>
          </p:cNvPr>
          <p:cNvSpPr>
            <a:spLocks/>
          </p:cNvSpPr>
          <p:nvPr>
            <p:custDataLst>
              <p:tags r:id="rId3"/>
            </p:custDataLst>
          </p:nvPr>
        </p:nvSpPr>
        <p:spPr bwMode="gray">
          <a:xfrm>
            <a:off x="1868696" y="2589846"/>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18" name="MH_SubTitle_2">
            <a:extLst>
              <a:ext uri="{FF2B5EF4-FFF2-40B4-BE49-F238E27FC236}">
                <a16:creationId xmlns:a16="http://schemas.microsoft.com/office/drawing/2014/main" id="{3030B084-69B3-41F4-BDBB-AD2A7EA41E1D}"/>
              </a:ext>
            </a:extLst>
          </p:cNvPr>
          <p:cNvSpPr>
            <a:spLocks noChangeArrowheads="1"/>
          </p:cNvSpPr>
          <p:nvPr>
            <p:custDataLst>
              <p:tags r:id="rId4"/>
            </p:custDataLst>
          </p:nvPr>
        </p:nvSpPr>
        <p:spPr bwMode="gray">
          <a:xfrm>
            <a:off x="1800433" y="2288221"/>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二</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sp>
        <p:nvSpPr>
          <p:cNvPr id="19" name="MH_Other_3">
            <a:extLst>
              <a:ext uri="{FF2B5EF4-FFF2-40B4-BE49-F238E27FC236}">
                <a16:creationId xmlns:a16="http://schemas.microsoft.com/office/drawing/2014/main" id="{3D388658-D262-4911-8864-2ABE8EDBAD2A}"/>
              </a:ext>
            </a:extLst>
          </p:cNvPr>
          <p:cNvSpPr>
            <a:spLocks/>
          </p:cNvSpPr>
          <p:nvPr>
            <p:custDataLst>
              <p:tags r:id="rId5"/>
            </p:custDataLst>
          </p:nvPr>
        </p:nvSpPr>
        <p:spPr bwMode="gray">
          <a:xfrm>
            <a:off x="1868696" y="3474084"/>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20" name="MH_SubTitle_3">
            <a:extLst>
              <a:ext uri="{FF2B5EF4-FFF2-40B4-BE49-F238E27FC236}">
                <a16:creationId xmlns:a16="http://schemas.microsoft.com/office/drawing/2014/main" id="{231A6A0A-46F0-4CD5-9763-119DD99A9C34}"/>
              </a:ext>
            </a:extLst>
          </p:cNvPr>
          <p:cNvSpPr>
            <a:spLocks noChangeArrowheads="1"/>
          </p:cNvSpPr>
          <p:nvPr>
            <p:custDataLst>
              <p:tags r:id="rId6"/>
            </p:custDataLst>
          </p:nvPr>
        </p:nvSpPr>
        <p:spPr bwMode="gray">
          <a:xfrm>
            <a:off x="1800433" y="3172459"/>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三</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sp>
        <p:nvSpPr>
          <p:cNvPr id="21" name="MH_Other_4">
            <a:extLst>
              <a:ext uri="{FF2B5EF4-FFF2-40B4-BE49-F238E27FC236}">
                <a16:creationId xmlns:a16="http://schemas.microsoft.com/office/drawing/2014/main" id="{04598C16-6605-4648-8379-8A6A65CEE823}"/>
              </a:ext>
            </a:extLst>
          </p:cNvPr>
          <p:cNvSpPr>
            <a:spLocks/>
          </p:cNvSpPr>
          <p:nvPr>
            <p:custDataLst>
              <p:tags r:id="rId7"/>
            </p:custDataLst>
          </p:nvPr>
        </p:nvSpPr>
        <p:spPr bwMode="gray">
          <a:xfrm>
            <a:off x="1868696" y="4358321"/>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22" name="MH_SubTitle_4">
            <a:extLst>
              <a:ext uri="{FF2B5EF4-FFF2-40B4-BE49-F238E27FC236}">
                <a16:creationId xmlns:a16="http://schemas.microsoft.com/office/drawing/2014/main" id="{7EE5E71B-9D3A-4E49-86E1-76BC15ADE8D1}"/>
              </a:ext>
            </a:extLst>
          </p:cNvPr>
          <p:cNvSpPr>
            <a:spLocks noChangeArrowheads="1"/>
          </p:cNvSpPr>
          <p:nvPr>
            <p:custDataLst>
              <p:tags r:id="rId8"/>
            </p:custDataLst>
          </p:nvPr>
        </p:nvSpPr>
        <p:spPr bwMode="gray">
          <a:xfrm>
            <a:off x="1800433" y="4058284"/>
            <a:ext cx="1158875" cy="354012"/>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四</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cxnSp>
        <p:nvCxnSpPr>
          <p:cNvPr id="23" name="MH_Other_5">
            <a:extLst>
              <a:ext uri="{FF2B5EF4-FFF2-40B4-BE49-F238E27FC236}">
                <a16:creationId xmlns:a16="http://schemas.microsoft.com/office/drawing/2014/main" id="{2C6E1521-1BBF-409C-9A7A-BA154A1A825D}"/>
              </a:ext>
            </a:extLst>
          </p:cNvPr>
          <p:cNvCxnSpPr>
            <a:cxnSpLocks/>
            <a:stCxn id="16" idx="2"/>
            <a:endCxn id="18" idx="0"/>
          </p:cNvCxnSpPr>
          <p:nvPr>
            <p:custDataLst>
              <p:tags r:id="rId9"/>
            </p:custDataLst>
          </p:nvPr>
        </p:nvCxnSpPr>
        <p:spPr>
          <a:xfrm>
            <a:off x="2379871" y="1759584"/>
            <a:ext cx="0" cy="528637"/>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cxnSp>
        <p:nvCxnSpPr>
          <p:cNvPr id="24" name="MH_Other_6">
            <a:extLst>
              <a:ext uri="{FF2B5EF4-FFF2-40B4-BE49-F238E27FC236}">
                <a16:creationId xmlns:a16="http://schemas.microsoft.com/office/drawing/2014/main" id="{B220BF15-7031-47BF-A47C-B1D5CCB14BFE}"/>
              </a:ext>
            </a:extLst>
          </p:cNvPr>
          <p:cNvCxnSpPr>
            <a:stCxn id="18" idx="2"/>
            <a:endCxn id="20" idx="0"/>
          </p:cNvCxnSpPr>
          <p:nvPr>
            <p:custDataLst>
              <p:tags r:id="rId10"/>
            </p:custDataLst>
          </p:nvPr>
        </p:nvCxnSpPr>
        <p:spPr>
          <a:xfrm>
            <a:off x="2379871" y="2643821"/>
            <a:ext cx="0" cy="528638"/>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cxnSp>
        <p:nvCxnSpPr>
          <p:cNvPr id="25" name="MH_Other_7">
            <a:extLst>
              <a:ext uri="{FF2B5EF4-FFF2-40B4-BE49-F238E27FC236}">
                <a16:creationId xmlns:a16="http://schemas.microsoft.com/office/drawing/2014/main" id="{4F496F16-E25B-4B6E-BB60-EEEB5C447833}"/>
              </a:ext>
            </a:extLst>
          </p:cNvPr>
          <p:cNvCxnSpPr>
            <a:stCxn id="20" idx="2"/>
            <a:endCxn id="22" idx="0"/>
          </p:cNvCxnSpPr>
          <p:nvPr>
            <p:custDataLst>
              <p:tags r:id="rId11"/>
            </p:custDataLst>
          </p:nvPr>
        </p:nvCxnSpPr>
        <p:spPr>
          <a:xfrm>
            <a:off x="2379871" y="3528059"/>
            <a:ext cx="0" cy="530225"/>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sp>
        <p:nvSpPr>
          <p:cNvPr id="26" name="MH_Other_8">
            <a:extLst>
              <a:ext uri="{FF2B5EF4-FFF2-40B4-BE49-F238E27FC236}">
                <a16:creationId xmlns:a16="http://schemas.microsoft.com/office/drawing/2014/main" id="{AAC76B6D-C03B-4728-824F-8BCBD2DF2979}"/>
              </a:ext>
            </a:extLst>
          </p:cNvPr>
          <p:cNvSpPr>
            <a:spLocks/>
          </p:cNvSpPr>
          <p:nvPr>
            <p:custDataLst>
              <p:tags r:id="rId12"/>
            </p:custDataLst>
          </p:nvPr>
        </p:nvSpPr>
        <p:spPr bwMode="gray">
          <a:xfrm>
            <a:off x="1868696" y="5215571"/>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27" name="MH_SubTitle_5">
            <a:extLst>
              <a:ext uri="{FF2B5EF4-FFF2-40B4-BE49-F238E27FC236}">
                <a16:creationId xmlns:a16="http://schemas.microsoft.com/office/drawing/2014/main" id="{C5BB7256-145A-49C0-B75B-A3579B3394ED}"/>
              </a:ext>
            </a:extLst>
          </p:cNvPr>
          <p:cNvSpPr>
            <a:spLocks noChangeArrowheads="1"/>
          </p:cNvSpPr>
          <p:nvPr>
            <p:custDataLst>
              <p:tags r:id="rId13"/>
            </p:custDataLst>
          </p:nvPr>
        </p:nvSpPr>
        <p:spPr bwMode="gray">
          <a:xfrm>
            <a:off x="1800433" y="4913946"/>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五</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cxnSp>
        <p:nvCxnSpPr>
          <p:cNvPr id="28" name="MH_Other_9">
            <a:extLst>
              <a:ext uri="{FF2B5EF4-FFF2-40B4-BE49-F238E27FC236}">
                <a16:creationId xmlns:a16="http://schemas.microsoft.com/office/drawing/2014/main" id="{1D44D7DA-E300-4E8F-AEA9-8B8A0DB9620C}"/>
              </a:ext>
            </a:extLst>
          </p:cNvPr>
          <p:cNvCxnSpPr>
            <a:cxnSpLocks/>
            <a:endCxn id="27" idx="0"/>
          </p:cNvCxnSpPr>
          <p:nvPr>
            <p:custDataLst>
              <p:tags r:id="rId14"/>
            </p:custDataLst>
          </p:nvPr>
        </p:nvCxnSpPr>
        <p:spPr>
          <a:xfrm>
            <a:off x="2379871" y="4385309"/>
            <a:ext cx="0" cy="528637"/>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sp>
        <p:nvSpPr>
          <p:cNvPr id="29" name="矩形 28">
            <a:extLst>
              <a:ext uri="{FF2B5EF4-FFF2-40B4-BE49-F238E27FC236}">
                <a16:creationId xmlns:a16="http://schemas.microsoft.com/office/drawing/2014/main" id="{A24AAEDB-322E-4C5F-BEC3-2A2B09663F82}"/>
              </a:ext>
            </a:extLst>
          </p:cNvPr>
          <p:cNvSpPr/>
          <p:nvPr/>
        </p:nvSpPr>
        <p:spPr>
          <a:xfrm>
            <a:off x="3164588" y="1315194"/>
            <a:ext cx="2954655" cy="461665"/>
          </a:xfrm>
          <a:prstGeom prst="rect">
            <a:avLst/>
          </a:prstGeom>
        </p:spPr>
        <p:txBody>
          <a:bodyPr wrap="none">
            <a:spAutoFit/>
          </a:bodyPr>
          <a:lstStyle/>
          <a:p>
            <a:r>
              <a:rPr lang="zh-CN" altLang="en-US" sz="2400" dirty="0">
                <a:latin typeface="微软雅黑" panose="020B0503020204020204" pitchFamily="34" charset="-122"/>
                <a:ea typeface="微软雅黑" panose="020B0503020204020204" pitchFamily="34" charset="-122"/>
              </a:rPr>
              <a:t>替代效应和收入效应</a:t>
            </a:r>
          </a:p>
        </p:txBody>
      </p:sp>
      <p:sp>
        <p:nvSpPr>
          <p:cNvPr id="30" name="矩形 29">
            <a:extLst>
              <a:ext uri="{FF2B5EF4-FFF2-40B4-BE49-F238E27FC236}">
                <a16:creationId xmlns:a16="http://schemas.microsoft.com/office/drawing/2014/main" id="{691F9384-26A2-436F-BC04-E33867D1C0C8}"/>
              </a:ext>
            </a:extLst>
          </p:cNvPr>
          <p:cNvSpPr/>
          <p:nvPr/>
        </p:nvSpPr>
        <p:spPr>
          <a:xfrm>
            <a:off x="3160793" y="2236164"/>
            <a:ext cx="4185761" cy="461665"/>
          </a:xfrm>
          <a:prstGeom prst="rect">
            <a:avLst/>
          </a:prstGeom>
        </p:spPr>
        <p:txBody>
          <a:bodyPr wrap="none">
            <a:spAutoFit/>
          </a:bodyPr>
          <a:lstStyle/>
          <a:p>
            <a:r>
              <a:rPr lang="zh-CN" altLang="en-US" sz="2400" dirty="0">
                <a:latin typeface="微软雅黑" panose="020B0503020204020204" pitchFamily="34" charset="-122"/>
                <a:ea typeface="微软雅黑" panose="020B0503020204020204" pitchFamily="34" charset="-122"/>
              </a:rPr>
              <a:t>正常品的替代效应和收入效应</a:t>
            </a:r>
            <a:endParaRPr lang="zh-CN" altLang="en-US" sz="2400" spc="150" dirty="0">
              <a:latin typeface="微软雅黑" panose="020B0503020204020204" pitchFamily="34" charset="-122"/>
              <a:ea typeface="微软雅黑" panose="020B0503020204020204" pitchFamily="34" charset="-122"/>
            </a:endParaRPr>
          </a:p>
        </p:txBody>
      </p:sp>
      <p:sp>
        <p:nvSpPr>
          <p:cNvPr id="31" name="矩形 30">
            <a:extLst>
              <a:ext uri="{FF2B5EF4-FFF2-40B4-BE49-F238E27FC236}">
                <a16:creationId xmlns:a16="http://schemas.microsoft.com/office/drawing/2014/main" id="{55CC0329-788F-47D9-A3D4-6FF726C5ECB5}"/>
              </a:ext>
            </a:extLst>
          </p:cNvPr>
          <p:cNvSpPr/>
          <p:nvPr/>
        </p:nvSpPr>
        <p:spPr>
          <a:xfrm>
            <a:off x="3160793" y="3121509"/>
            <a:ext cx="4185761" cy="461665"/>
          </a:xfrm>
          <a:prstGeom prst="rect">
            <a:avLst/>
          </a:prstGeom>
        </p:spPr>
        <p:txBody>
          <a:bodyPr wrap="none">
            <a:spAutoFit/>
          </a:bodyPr>
          <a:lstStyle/>
          <a:p>
            <a:r>
              <a:rPr lang="zh-CN" altLang="en-US" sz="2400" dirty="0">
                <a:latin typeface="微软雅黑" panose="020B0503020204020204" pitchFamily="34" charset="-122"/>
                <a:ea typeface="微软雅黑" panose="020B0503020204020204" pitchFamily="34" charset="-122"/>
              </a:rPr>
              <a:t>低档品的替代效应和收入效应</a:t>
            </a:r>
            <a:endParaRPr lang="zh-CN" altLang="en-US" sz="2400" spc="150" dirty="0">
              <a:latin typeface="微软雅黑" panose="020B0503020204020204" pitchFamily="34" charset="-122"/>
              <a:ea typeface="微软雅黑" panose="020B0503020204020204" pitchFamily="34" charset="-122"/>
            </a:endParaRPr>
          </a:p>
        </p:txBody>
      </p:sp>
      <p:sp>
        <p:nvSpPr>
          <p:cNvPr id="32" name="矩形 31">
            <a:extLst>
              <a:ext uri="{FF2B5EF4-FFF2-40B4-BE49-F238E27FC236}">
                <a16:creationId xmlns:a16="http://schemas.microsoft.com/office/drawing/2014/main" id="{2350C358-06BC-43FB-BB6E-C6635D3EB057}"/>
              </a:ext>
            </a:extLst>
          </p:cNvPr>
          <p:cNvSpPr/>
          <p:nvPr/>
        </p:nvSpPr>
        <p:spPr>
          <a:xfrm>
            <a:off x="3160793" y="4015316"/>
            <a:ext cx="4493538" cy="461665"/>
          </a:xfrm>
          <a:prstGeom prst="rect">
            <a:avLst/>
          </a:prstGeom>
        </p:spPr>
        <p:txBody>
          <a:bodyPr wrap="none">
            <a:spAutoFit/>
          </a:bodyPr>
          <a:lstStyle/>
          <a:p>
            <a:pPr>
              <a:buFontTx/>
              <a:buNone/>
            </a:pPr>
            <a:r>
              <a:rPr lang="zh-CN" altLang="en-US" sz="2400" dirty="0">
                <a:latin typeface="微软雅黑" panose="020B0503020204020204" pitchFamily="34" charset="-122"/>
                <a:ea typeface="微软雅黑" panose="020B0503020204020204" pitchFamily="34" charset="-122"/>
              </a:rPr>
              <a:t>吉芬商品的替代效应和收入效应</a:t>
            </a:r>
            <a:endParaRPr lang="zh-CN" altLang="en-US" sz="2400" spc="150" dirty="0">
              <a:latin typeface="微软雅黑" panose="020B0503020204020204" pitchFamily="34" charset="-122"/>
              <a:ea typeface="微软雅黑" panose="020B0503020204020204" pitchFamily="34" charset="-122"/>
            </a:endParaRPr>
          </a:p>
        </p:txBody>
      </p:sp>
      <p:sp>
        <p:nvSpPr>
          <p:cNvPr id="33" name="矩形 32">
            <a:extLst>
              <a:ext uri="{FF2B5EF4-FFF2-40B4-BE49-F238E27FC236}">
                <a16:creationId xmlns:a16="http://schemas.microsoft.com/office/drawing/2014/main" id="{84BE5835-0484-41C0-BD89-7784E504FABA}"/>
              </a:ext>
            </a:extLst>
          </p:cNvPr>
          <p:cNvSpPr/>
          <p:nvPr/>
        </p:nvSpPr>
        <p:spPr>
          <a:xfrm>
            <a:off x="3160793" y="4898256"/>
            <a:ext cx="3262432" cy="461665"/>
          </a:xfrm>
          <a:prstGeom prst="rect">
            <a:avLst/>
          </a:prstGeom>
        </p:spPr>
        <p:txBody>
          <a:bodyPr wrap="none">
            <a:spAutoFit/>
          </a:bodyPr>
          <a:lstStyle/>
          <a:p>
            <a:pPr>
              <a:buFontTx/>
              <a:buNone/>
            </a:pPr>
            <a:r>
              <a:rPr lang="zh-CN" altLang="en-US" sz="2400" dirty="0">
                <a:latin typeface="微软雅黑" panose="020B0503020204020204" pitchFamily="34" charset="-122"/>
                <a:ea typeface="微软雅黑" panose="020B0503020204020204" pitchFamily="34" charset="-122"/>
              </a:rPr>
              <a:t>消费者需求曲线的形状</a:t>
            </a:r>
            <a:endParaRPr lang="en-US" altLang="zh-CN" sz="2400" spc="150" dirty="0">
              <a:latin typeface="微软雅黑" panose="020B0503020204020204" pitchFamily="34" charset="-122"/>
              <a:ea typeface="微软雅黑" panose="020B0503020204020204" pitchFamily="34" charset="-122"/>
            </a:endParaRPr>
          </a:p>
        </p:txBody>
      </p:sp>
      <p:sp>
        <p:nvSpPr>
          <p:cNvPr id="2" name="标注: 线形 1">
            <a:extLst>
              <a:ext uri="{FF2B5EF4-FFF2-40B4-BE49-F238E27FC236}">
                <a16:creationId xmlns:a16="http://schemas.microsoft.com/office/drawing/2014/main" id="{935139D4-95E2-46AB-8E6F-4E9C3601084D}"/>
              </a:ext>
            </a:extLst>
          </p:cNvPr>
          <p:cNvSpPr/>
          <p:nvPr/>
        </p:nvSpPr>
        <p:spPr bwMode="auto">
          <a:xfrm>
            <a:off x="6205145" y="1138730"/>
            <a:ext cx="2898372" cy="1899061"/>
          </a:xfrm>
          <a:prstGeom prst="borderCallout1">
            <a:avLst>
              <a:gd name="adj1" fmla="val 50118"/>
              <a:gd name="adj2" fmla="val -1109"/>
              <a:gd name="adj3" fmla="val -702"/>
              <a:gd name="adj4" fmla="val -15005"/>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一种商品价格变动引起该商品需求量变动，但变动方向不能立刻确认，因为存在多种效应，不同效应对需求量的影响方向不明，需要分解分析。</a:t>
            </a:r>
          </a:p>
        </p:txBody>
      </p:sp>
    </p:spTree>
    <p:extLst>
      <p:ext uri="{BB962C8B-B14F-4D97-AF65-F5344CB8AC3E}">
        <p14:creationId xmlns:p14="http://schemas.microsoft.com/office/powerpoint/2010/main" val="1548171600"/>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left)">
                                      <p:cBhvr>
                                        <p:cTn id="12" dur="500"/>
                                        <p:tgtEl>
                                          <p:spTgt spid="15"/>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wipe(left)">
                                      <p:cBhvr>
                                        <p:cTn id="15" dur="500"/>
                                        <p:tgtEl>
                                          <p:spTgt spid="16"/>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29"/>
                                        </p:tgtEl>
                                        <p:attrNameLst>
                                          <p:attrName>style.visibility</p:attrName>
                                        </p:attrNameLst>
                                      </p:cBhvr>
                                      <p:to>
                                        <p:strVal val="visible"/>
                                      </p:to>
                                    </p:set>
                                    <p:animEffect transition="in" filter="wipe(left)">
                                      <p:cBhvr>
                                        <p:cTn id="18" dur="500"/>
                                        <p:tgtEl>
                                          <p:spTgt spid="29"/>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wipe(up)">
                                      <p:cBhvr>
                                        <p:cTn id="23" dur="500"/>
                                        <p:tgtEl>
                                          <p:spTgt spid="23"/>
                                        </p:tgtEl>
                                      </p:cBhvr>
                                    </p:animEffect>
                                  </p:childTnLst>
                                </p:cTn>
                              </p:par>
                              <p:par>
                                <p:cTn id="24" presetID="22" presetClass="entr" presetSubtype="1"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wipe(up)">
                                      <p:cBhvr>
                                        <p:cTn id="26" dur="500"/>
                                        <p:tgtEl>
                                          <p:spTgt spid="17"/>
                                        </p:tgtEl>
                                      </p:cBhvr>
                                    </p:animEffect>
                                  </p:childTnLst>
                                </p:cTn>
                              </p:par>
                              <p:par>
                                <p:cTn id="27" presetID="22" presetClass="entr" presetSubtype="1"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wipe(up)">
                                      <p:cBhvr>
                                        <p:cTn id="29" dur="500"/>
                                        <p:tgtEl>
                                          <p:spTgt spid="18"/>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30"/>
                                        </p:tgtEl>
                                        <p:attrNameLst>
                                          <p:attrName>style.visibility</p:attrName>
                                        </p:attrNameLst>
                                      </p:cBhvr>
                                      <p:to>
                                        <p:strVal val="visible"/>
                                      </p:to>
                                    </p:set>
                                    <p:animEffect transition="in" filter="wipe(left)">
                                      <p:cBhvr>
                                        <p:cTn id="32" dur="500"/>
                                        <p:tgtEl>
                                          <p:spTgt spid="3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wipe(up)">
                                      <p:cBhvr>
                                        <p:cTn id="37" dur="500"/>
                                        <p:tgtEl>
                                          <p:spTgt spid="24"/>
                                        </p:tgtEl>
                                      </p:cBhvr>
                                    </p:animEffect>
                                  </p:childTnLst>
                                </p:cTn>
                              </p:par>
                              <p:par>
                                <p:cTn id="38" presetID="22" presetClass="entr" presetSubtype="1" fill="hold" grpId="0"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wipe(up)">
                                      <p:cBhvr>
                                        <p:cTn id="40" dur="500"/>
                                        <p:tgtEl>
                                          <p:spTgt spid="19"/>
                                        </p:tgtEl>
                                      </p:cBhvr>
                                    </p:animEffect>
                                  </p:childTnLst>
                                </p:cTn>
                              </p:par>
                              <p:par>
                                <p:cTn id="41" presetID="22" presetClass="entr" presetSubtype="1"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wipe(up)">
                                      <p:cBhvr>
                                        <p:cTn id="43" dur="500"/>
                                        <p:tgtEl>
                                          <p:spTgt spid="20"/>
                                        </p:tgtEl>
                                      </p:cBhvr>
                                    </p:animEffect>
                                  </p:childTnLst>
                                </p:cTn>
                              </p:par>
                              <p:par>
                                <p:cTn id="44" presetID="22" presetClass="entr" presetSubtype="8" fill="hold" grpId="0" nodeType="withEffect">
                                  <p:stCondLst>
                                    <p:cond delay="0"/>
                                  </p:stCondLst>
                                  <p:childTnLst>
                                    <p:set>
                                      <p:cBhvr>
                                        <p:cTn id="45" dur="1" fill="hold">
                                          <p:stCondLst>
                                            <p:cond delay="0"/>
                                          </p:stCondLst>
                                        </p:cTn>
                                        <p:tgtEl>
                                          <p:spTgt spid="31"/>
                                        </p:tgtEl>
                                        <p:attrNameLst>
                                          <p:attrName>style.visibility</p:attrName>
                                        </p:attrNameLst>
                                      </p:cBhvr>
                                      <p:to>
                                        <p:strVal val="visible"/>
                                      </p:to>
                                    </p:set>
                                    <p:animEffect transition="in" filter="wipe(left)">
                                      <p:cBhvr>
                                        <p:cTn id="46" dur="500"/>
                                        <p:tgtEl>
                                          <p:spTgt spid="31"/>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nodeType="clickEffect">
                                  <p:stCondLst>
                                    <p:cond delay="0"/>
                                  </p:stCondLst>
                                  <p:childTnLst>
                                    <p:set>
                                      <p:cBhvr>
                                        <p:cTn id="50" dur="1" fill="hold">
                                          <p:stCondLst>
                                            <p:cond delay="0"/>
                                          </p:stCondLst>
                                        </p:cTn>
                                        <p:tgtEl>
                                          <p:spTgt spid="25"/>
                                        </p:tgtEl>
                                        <p:attrNameLst>
                                          <p:attrName>style.visibility</p:attrName>
                                        </p:attrNameLst>
                                      </p:cBhvr>
                                      <p:to>
                                        <p:strVal val="visible"/>
                                      </p:to>
                                    </p:set>
                                    <p:animEffect transition="in" filter="wipe(up)">
                                      <p:cBhvr>
                                        <p:cTn id="51" dur="500"/>
                                        <p:tgtEl>
                                          <p:spTgt spid="25"/>
                                        </p:tgtEl>
                                      </p:cBhvr>
                                    </p:animEffect>
                                  </p:childTnLst>
                                </p:cTn>
                              </p:par>
                              <p:par>
                                <p:cTn id="52" presetID="22" presetClass="entr" presetSubtype="1" fill="hold" grpId="0"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wipe(up)">
                                      <p:cBhvr>
                                        <p:cTn id="54" dur="500"/>
                                        <p:tgtEl>
                                          <p:spTgt spid="21"/>
                                        </p:tgtEl>
                                      </p:cBhvr>
                                    </p:animEffect>
                                  </p:childTnLst>
                                </p:cTn>
                              </p:par>
                              <p:par>
                                <p:cTn id="55" presetID="22" presetClass="entr" presetSubtype="1"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wipe(up)">
                                      <p:cBhvr>
                                        <p:cTn id="57" dur="500"/>
                                        <p:tgtEl>
                                          <p:spTgt spid="22"/>
                                        </p:tgtEl>
                                      </p:cBhvr>
                                    </p:animEffect>
                                  </p:childTnLst>
                                </p:cTn>
                              </p:par>
                              <p:par>
                                <p:cTn id="58" presetID="22" presetClass="entr" presetSubtype="8" fill="hold" grpId="0" nodeType="withEffect">
                                  <p:stCondLst>
                                    <p:cond delay="0"/>
                                  </p:stCondLst>
                                  <p:childTnLst>
                                    <p:set>
                                      <p:cBhvr>
                                        <p:cTn id="59" dur="1" fill="hold">
                                          <p:stCondLst>
                                            <p:cond delay="0"/>
                                          </p:stCondLst>
                                        </p:cTn>
                                        <p:tgtEl>
                                          <p:spTgt spid="32"/>
                                        </p:tgtEl>
                                        <p:attrNameLst>
                                          <p:attrName>style.visibility</p:attrName>
                                        </p:attrNameLst>
                                      </p:cBhvr>
                                      <p:to>
                                        <p:strVal val="visible"/>
                                      </p:to>
                                    </p:set>
                                    <p:animEffect transition="in" filter="wipe(left)">
                                      <p:cBhvr>
                                        <p:cTn id="60" dur="500"/>
                                        <p:tgtEl>
                                          <p:spTgt spid="32"/>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1" fill="hold" nodeType="clickEffect">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wipe(up)">
                                      <p:cBhvr>
                                        <p:cTn id="65" dur="500"/>
                                        <p:tgtEl>
                                          <p:spTgt spid="28"/>
                                        </p:tgtEl>
                                      </p:cBhvr>
                                    </p:animEffect>
                                  </p:childTnLst>
                                </p:cTn>
                              </p:par>
                              <p:par>
                                <p:cTn id="66" presetID="22" presetClass="entr" presetSubtype="1" fill="hold" grpId="0" nodeType="withEffect">
                                  <p:stCondLst>
                                    <p:cond delay="0"/>
                                  </p:stCondLst>
                                  <p:childTnLst>
                                    <p:set>
                                      <p:cBhvr>
                                        <p:cTn id="67" dur="1" fill="hold">
                                          <p:stCondLst>
                                            <p:cond delay="0"/>
                                          </p:stCondLst>
                                        </p:cTn>
                                        <p:tgtEl>
                                          <p:spTgt spid="26"/>
                                        </p:tgtEl>
                                        <p:attrNameLst>
                                          <p:attrName>style.visibility</p:attrName>
                                        </p:attrNameLst>
                                      </p:cBhvr>
                                      <p:to>
                                        <p:strVal val="visible"/>
                                      </p:to>
                                    </p:set>
                                    <p:animEffect transition="in" filter="wipe(up)">
                                      <p:cBhvr>
                                        <p:cTn id="68" dur="500"/>
                                        <p:tgtEl>
                                          <p:spTgt spid="26"/>
                                        </p:tgtEl>
                                      </p:cBhvr>
                                    </p:animEffect>
                                  </p:childTnLst>
                                </p:cTn>
                              </p:par>
                              <p:par>
                                <p:cTn id="69" presetID="22" presetClass="entr" presetSubtype="1" fill="hold" grpId="0" nodeType="withEffect">
                                  <p:stCondLst>
                                    <p:cond delay="0"/>
                                  </p:stCondLst>
                                  <p:childTnLst>
                                    <p:set>
                                      <p:cBhvr>
                                        <p:cTn id="70" dur="1" fill="hold">
                                          <p:stCondLst>
                                            <p:cond delay="0"/>
                                          </p:stCondLst>
                                        </p:cTn>
                                        <p:tgtEl>
                                          <p:spTgt spid="27"/>
                                        </p:tgtEl>
                                        <p:attrNameLst>
                                          <p:attrName>style.visibility</p:attrName>
                                        </p:attrNameLst>
                                      </p:cBhvr>
                                      <p:to>
                                        <p:strVal val="visible"/>
                                      </p:to>
                                    </p:set>
                                    <p:animEffect transition="in" filter="wipe(up)">
                                      <p:cBhvr>
                                        <p:cTn id="71" dur="500"/>
                                        <p:tgtEl>
                                          <p:spTgt spid="27"/>
                                        </p:tgtEl>
                                      </p:cBhvr>
                                    </p:animEffect>
                                  </p:childTnLst>
                                </p:cTn>
                              </p:par>
                            </p:childTnLst>
                          </p:cTn>
                        </p:par>
                        <p:par>
                          <p:cTn id="72" fill="hold">
                            <p:stCondLst>
                              <p:cond delay="500"/>
                            </p:stCondLst>
                            <p:childTnLst>
                              <p:par>
                                <p:cTn id="73" presetID="22" presetClass="entr" presetSubtype="8" fill="hold" grpId="0" nodeType="afterEffect">
                                  <p:stCondLst>
                                    <p:cond delay="0"/>
                                  </p:stCondLst>
                                  <p:childTnLst>
                                    <p:set>
                                      <p:cBhvr>
                                        <p:cTn id="74" dur="1" fill="hold">
                                          <p:stCondLst>
                                            <p:cond delay="0"/>
                                          </p:stCondLst>
                                        </p:cTn>
                                        <p:tgtEl>
                                          <p:spTgt spid="33"/>
                                        </p:tgtEl>
                                        <p:attrNameLst>
                                          <p:attrName>style.visibility</p:attrName>
                                        </p:attrNameLst>
                                      </p:cBhvr>
                                      <p:to>
                                        <p:strVal val="visible"/>
                                      </p:to>
                                    </p:set>
                                    <p:animEffect transition="in" filter="wipe(left)">
                                      <p:cBhvr>
                                        <p:cTn id="75"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animBg="1"/>
      <p:bldP spid="16" grpId="0" animBg="1"/>
      <p:bldP spid="17" grpId="0" animBg="1"/>
      <p:bldP spid="18" grpId="0" animBg="1"/>
      <p:bldP spid="19" grpId="0" animBg="1"/>
      <p:bldP spid="20" grpId="0" animBg="1"/>
      <p:bldP spid="21" grpId="0" animBg="1"/>
      <p:bldP spid="22" grpId="0" animBg="1"/>
      <p:bldP spid="26" grpId="0" animBg="1"/>
      <p:bldP spid="27" grpId="0" animBg="1"/>
      <p:bldP spid="29" grpId="0"/>
      <p:bldP spid="30" grpId="0"/>
      <p:bldP spid="31" grpId="0"/>
      <p:bldP spid="32" grpId="0"/>
      <p:bldP spid="33"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a:extLst>
              <a:ext uri="{FF2B5EF4-FFF2-40B4-BE49-F238E27FC236}">
                <a16:creationId xmlns:a16="http://schemas.microsoft.com/office/drawing/2014/main" id="{8E0DA833-4A92-449C-B710-CCCDF7EA1EBE}"/>
              </a:ext>
            </a:extLst>
          </p:cNvPr>
          <p:cNvGrpSpPr/>
          <p:nvPr/>
        </p:nvGrpSpPr>
        <p:grpSpPr>
          <a:xfrm>
            <a:off x="430743" y="3825101"/>
            <a:ext cx="2483619" cy="461665"/>
            <a:chOff x="467544" y="1161144"/>
            <a:chExt cx="3806023" cy="659493"/>
          </a:xfrm>
        </p:grpSpPr>
        <p:sp>
          <p:nvSpPr>
            <p:cNvPr id="17" name="MH_Text_1">
              <a:extLst>
                <a:ext uri="{FF2B5EF4-FFF2-40B4-BE49-F238E27FC236}">
                  <a16:creationId xmlns:a16="http://schemas.microsoft.com/office/drawing/2014/main" id="{D74D34F9-3840-4A23-A7AB-5DC3CDEF2D21}"/>
                </a:ext>
              </a:extLst>
            </p:cNvPr>
            <p:cNvSpPr/>
            <p:nvPr>
              <p:custDataLst>
                <p:tags r:id="rId3"/>
              </p:custDataLst>
            </p:nvPr>
          </p:nvSpPr>
          <p:spPr bwMode="auto">
            <a:xfrm>
              <a:off x="467544" y="1161144"/>
              <a:ext cx="3806023" cy="659493"/>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algn="ctr">
                <a:defRPr/>
              </a:pPr>
              <a:r>
                <a:rPr lang="zh-CN" altLang="en-US" sz="2000" spc="150" dirty="0">
                  <a:solidFill>
                    <a:srgbClr val="000000"/>
                  </a:solidFill>
                  <a:latin typeface="微软雅黑" panose="020B0503020204020204" pitchFamily="34" charset="-122"/>
                  <a:ea typeface="微软雅黑" panose="020B0503020204020204" pitchFamily="34" charset="-122"/>
                </a:rPr>
                <a:t>收入效应</a:t>
              </a:r>
            </a:p>
          </p:txBody>
        </p:sp>
        <p:sp>
          <p:nvSpPr>
            <p:cNvPr id="18" name="MH_Other_2">
              <a:extLst>
                <a:ext uri="{FF2B5EF4-FFF2-40B4-BE49-F238E27FC236}">
                  <a16:creationId xmlns:a16="http://schemas.microsoft.com/office/drawing/2014/main" id="{113E9C7C-76C4-4F17-B001-540EEEA126D5}"/>
                </a:ext>
              </a:extLst>
            </p:cNvPr>
            <p:cNvSpPr/>
            <p:nvPr>
              <p:custDataLst>
                <p:tags r:id="rId4"/>
              </p:custDataLst>
            </p:nvPr>
          </p:nvSpPr>
          <p:spPr bwMode="auto">
            <a:xfrm rot="10800000">
              <a:off x="4004344" y="1240922"/>
              <a:ext cx="189743" cy="162838"/>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
        <p:nvSpPr>
          <p:cNvPr id="40962" name="Rectangle 3"/>
          <p:cNvSpPr>
            <a:spLocks noGrp="1" noChangeArrowheads="1"/>
          </p:cNvSpPr>
          <p:nvPr>
            <p:ph type="body" idx="4294967295"/>
          </p:nvPr>
        </p:nvSpPr>
        <p:spPr>
          <a:xfrm>
            <a:off x="638858" y="1158998"/>
            <a:ext cx="7685745" cy="966686"/>
          </a:xfrm>
        </p:spPr>
        <p:txBody>
          <a:bodyPr/>
          <a:lstStyle/>
          <a:p>
            <a:pPr marL="508000" lvl="2" indent="12700" defTabSz="457200" eaLnBrk="1" hangingPunct="1">
              <a:lnSpc>
                <a:spcPts val="3100"/>
              </a:lnSpc>
              <a:spcBef>
                <a:spcPct val="0"/>
              </a:spcBef>
              <a:spcAft>
                <a:spcPts val="1200"/>
              </a:spcAft>
              <a:buNone/>
              <a:defRPr/>
            </a:pPr>
            <a:r>
              <a:rPr lang="zh-CN" altLang="en-US" sz="2000" spc="150" dirty="0">
                <a:solidFill>
                  <a:srgbClr val="000000"/>
                </a:solidFill>
                <a:latin typeface="微软雅黑" panose="020B0503020204020204" pitchFamily="34" charset="-122"/>
                <a:ea typeface="微软雅黑" panose="020B0503020204020204" pitchFamily="34" charset="-122"/>
              </a:rPr>
              <a:t>在效用最大化动机的驱动下，价格变化会通过替代效应与收入效应促使消费者改变对商品的消费量：</a:t>
            </a:r>
          </a:p>
          <a:p>
            <a:pPr marL="514350" lvl="1" indent="0" eaLnBrk="1" hangingPunct="1">
              <a:lnSpc>
                <a:spcPts val="3100"/>
              </a:lnSpc>
              <a:buNone/>
            </a:pPr>
            <a:endParaRPr lang="en-US" altLang="zh-CN" sz="2000" dirty="0"/>
          </a:p>
          <a:p>
            <a:pPr eaLnBrk="1" hangingPunct="1">
              <a:lnSpc>
                <a:spcPts val="3100"/>
              </a:lnSpc>
            </a:pPr>
            <a:endParaRPr lang="en-US" altLang="zh-CN" sz="2000" b="0" dirty="0">
              <a:solidFill>
                <a:schemeClr val="tx1"/>
              </a:solidFill>
            </a:endParaRPr>
          </a:p>
        </p:txBody>
      </p:sp>
      <p:sp>
        <p:nvSpPr>
          <p:cNvPr id="9" name="矩形 8">
            <a:extLst>
              <a:ext uri="{FF2B5EF4-FFF2-40B4-BE49-F238E27FC236}">
                <a16:creationId xmlns:a16="http://schemas.microsoft.com/office/drawing/2014/main" id="{3F4586B0-9CB4-4673-8E2D-4EAEA11B8A8F}"/>
              </a:ext>
            </a:extLst>
          </p:cNvPr>
          <p:cNvSpPr/>
          <p:nvPr/>
        </p:nvSpPr>
        <p:spPr>
          <a:xfrm>
            <a:off x="4381159" y="0"/>
            <a:ext cx="4762842" cy="369332"/>
          </a:xfrm>
          <a:prstGeom prst="rect">
            <a:avLst/>
          </a:prstGeom>
        </p:spPr>
        <p:txBody>
          <a:bodyPr wrap="squar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 第五节  价格变动的替代效应和收入效应</a:t>
            </a:r>
          </a:p>
        </p:txBody>
      </p:sp>
      <p:sp>
        <p:nvSpPr>
          <p:cNvPr id="10" name="矩形 9">
            <a:extLst>
              <a:ext uri="{FF2B5EF4-FFF2-40B4-BE49-F238E27FC236}">
                <a16:creationId xmlns:a16="http://schemas.microsoft.com/office/drawing/2014/main" id="{61A7A094-A8B8-4EA8-BC7D-1B164ECAEAF6}"/>
              </a:ext>
            </a:extLst>
          </p:cNvPr>
          <p:cNvSpPr/>
          <p:nvPr/>
        </p:nvSpPr>
        <p:spPr>
          <a:xfrm>
            <a:off x="467544" y="548680"/>
            <a:ext cx="4762842"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一、替代效应和收入效应的含义</a:t>
            </a:r>
          </a:p>
        </p:txBody>
      </p:sp>
      <p:sp>
        <p:nvSpPr>
          <p:cNvPr id="3" name="矩形 2">
            <a:extLst>
              <a:ext uri="{FF2B5EF4-FFF2-40B4-BE49-F238E27FC236}">
                <a16:creationId xmlns:a16="http://schemas.microsoft.com/office/drawing/2014/main" id="{22EC843C-B8BD-4BFC-9AC3-32B6341B9023}"/>
              </a:ext>
            </a:extLst>
          </p:cNvPr>
          <p:cNvSpPr/>
          <p:nvPr/>
        </p:nvSpPr>
        <p:spPr>
          <a:xfrm>
            <a:off x="866820" y="2767042"/>
            <a:ext cx="7198785" cy="836896"/>
          </a:xfrm>
          <a:prstGeom prst="rect">
            <a:avLst/>
          </a:prstGeom>
        </p:spPr>
        <p:txBody>
          <a:bodyPr wrap="square">
            <a:spAutoFit/>
          </a:bodyPr>
          <a:lstStyle/>
          <a:p>
            <a:pPr marL="538163" lvl="3" indent="-261938" defTabSz="457200" eaLnBrk="1" hangingPunct="1">
              <a:lnSpc>
                <a:spcPts val="3100"/>
              </a:lnSpc>
              <a:spcAft>
                <a:spcPts val="1200"/>
              </a:spcAft>
              <a:buFont typeface="Wingdings" panose="05000000000000000000" pitchFamily="2" charset="2"/>
              <a:buChar char="Ø"/>
              <a:defRPr/>
            </a:pPr>
            <a:r>
              <a:rPr lang="zh-CN" altLang="en-US" spc="150" dirty="0">
                <a:solidFill>
                  <a:srgbClr val="000000"/>
                </a:solidFill>
                <a:latin typeface="微软雅黑" panose="020B0503020204020204" pitchFamily="34" charset="-122"/>
                <a:ea typeface="微软雅黑" panose="020B0503020204020204" pitchFamily="34" charset="-122"/>
              </a:rPr>
              <a:t>一种商品价格变化会改变相对价格，会鼓励消费者用变得相对便宜的商品去替代相对昂贵的商品。</a:t>
            </a:r>
          </a:p>
        </p:txBody>
      </p:sp>
      <p:sp>
        <p:nvSpPr>
          <p:cNvPr id="12" name="矩形 11">
            <a:extLst>
              <a:ext uri="{FF2B5EF4-FFF2-40B4-BE49-F238E27FC236}">
                <a16:creationId xmlns:a16="http://schemas.microsoft.com/office/drawing/2014/main" id="{F6A17E22-0264-4848-AF5A-1C998FA8198F}"/>
              </a:ext>
            </a:extLst>
          </p:cNvPr>
          <p:cNvSpPr/>
          <p:nvPr/>
        </p:nvSpPr>
        <p:spPr>
          <a:xfrm>
            <a:off x="876433" y="4376089"/>
            <a:ext cx="7293787" cy="1631985"/>
          </a:xfrm>
          <a:prstGeom prst="rect">
            <a:avLst/>
          </a:prstGeom>
        </p:spPr>
        <p:txBody>
          <a:bodyPr wrap="square">
            <a:spAutoFit/>
          </a:bodyPr>
          <a:lstStyle/>
          <a:p>
            <a:pPr marL="538163" lvl="3" indent="-261938" defTabSz="457200" eaLnBrk="1" hangingPunct="1">
              <a:lnSpc>
                <a:spcPts val="3100"/>
              </a:lnSpc>
              <a:spcAft>
                <a:spcPts val="600"/>
              </a:spcAft>
              <a:buFont typeface="Wingdings" panose="05000000000000000000" pitchFamily="2" charset="2"/>
              <a:buChar char="Ø"/>
              <a:defRPr/>
            </a:pPr>
            <a:r>
              <a:rPr lang="zh-CN" altLang="en-US" spc="150" dirty="0">
                <a:solidFill>
                  <a:srgbClr val="000000"/>
                </a:solidFill>
                <a:latin typeface="微软雅黑" panose="020B0503020204020204" pitchFamily="34" charset="-122"/>
                <a:ea typeface="微软雅黑" panose="020B0503020204020204" pitchFamily="34" charset="-122"/>
              </a:rPr>
              <a:t>一种商品价格变化会改变消费者收入的购买力，促使消费者购买更多或更少的商品，以保证效用最大化。如果是正常商品，降低价格带来的收入购买力增加会带来需求增加；如果是低劣商品，需求会减少。</a:t>
            </a:r>
            <a:endParaRPr lang="en-US" altLang="zh-CN" spc="150" dirty="0">
              <a:solidFill>
                <a:srgbClr val="000000"/>
              </a:solidFill>
              <a:latin typeface="微软雅黑" panose="020B0503020204020204" pitchFamily="34" charset="-122"/>
              <a:ea typeface="微软雅黑" panose="020B0503020204020204" pitchFamily="34" charset="-122"/>
            </a:endParaRPr>
          </a:p>
        </p:txBody>
      </p:sp>
      <p:grpSp>
        <p:nvGrpSpPr>
          <p:cNvPr id="13" name="组合 12">
            <a:extLst>
              <a:ext uri="{FF2B5EF4-FFF2-40B4-BE49-F238E27FC236}">
                <a16:creationId xmlns:a16="http://schemas.microsoft.com/office/drawing/2014/main" id="{0026F3F4-2020-42B6-8436-EE06AB6CDF43}"/>
              </a:ext>
            </a:extLst>
          </p:cNvPr>
          <p:cNvGrpSpPr/>
          <p:nvPr/>
        </p:nvGrpSpPr>
        <p:grpSpPr>
          <a:xfrm>
            <a:off x="430743" y="2157727"/>
            <a:ext cx="2483619" cy="461665"/>
            <a:chOff x="467544" y="1161144"/>
            <a:chExt cx="3806023" cy="659493"/>
          </a:xfrm>
        </p:grpSpPr>
        <p:sp>
          <p:nvSpPr>
            <p:cNvPr id="14" name="MH_Text_1">
              <a:extLst>
                <a:ext uri="{FF2B5EF4-FFF2-40B4-BE49-F238E27FC236}">
                  <a16:creationId xmlns:a16="http://schemas.microsoft.com/office/drawing/2014/main" id="{AFBEE3C5-0D9A-457C-AEC8-BF3DFBCA7ED7}"/>
                </a:ext>
              </a:extLst>
            </p:cNvPr>
            <p:cNvSpPr/>
            <p:nvPr>
              <p:custDataLst>
                <p:tags r:id="rId1"/>
              </p:custDataLst>
            </p:nvPr>
          </p:nvSpPr>
          <p:spPr bwMode="auto">
            <a:xfrm>
              <a:off x="467544" y="1161144"/>
              <a:ext cx="3806023" cy="659493"/>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algn="ctr">
                <a:defRPr/>
              </a:pPr>
              <a:r>
                <a:rPr lang="zh-CN" altLang="en-US" sz="2000" spc="150" dirty="0">
                  <a:solidFill>
                    <a:srgbClr val="000000"/>
                  </a:solidFill>
                  <a:latin typeface="微软雅黑" panose="020B0503020204020204" pitchFamily="34" charset="-122"/>
                  <a:ea typeface="微软雅黑" panose="020B0503020204020204" pitchFamily="34" charset="-122"/>
                </a:rPr>
                <a:t>替代效应</a:t>
              </a:r>
            </a:p>
          </p:txBody>
        </p:sp>
        <p:sp>
          <p:nvSpPr>
            <p:cNvPr id="15" name="MH_Other_2">
              <a:extLst>
                <a:ext uri="{FF2B5EF4-FFF2-40B4-BE49-F238E27FC236}">
                  <a16:creationId xmlns:a16="http://schemas.microsoft.com/office/drawing/2014/main" id="{F2CBFFA4-F7C7-4072-9549-8E8D9D9BF22D}"/>
                </a:ext>
              </a:extLst>
            </p:cNvPr>
            <p:cNvSpPr/>
            <p:nvPr>
              <p:custDataLst>
                <p:tags r:id="rId2"/>
              </p:custDataLst>
            </p:nvPr>
          </p:nvSpPr>
          <p:spPr bwMode="auto">
            <a:xfrm rot="10800000">
              <a:off x="4004344" y="1240922"/>
              <a:ext cx="189743" cy="162838"/>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40962">
                                            <p:txEl>
                                              <p:pRg st="0" end="0"/>
                                            </p:txEl>
                                          </p:spTgt>
                                        </p:tgtEl>
                                        <p:attrNameLst>
                                          <p:attrName>style.visibility</p:attrName>
                                        </p:attrNameLst>
                                      </p:cBhvr>
                                      <p:to>
                                        <p:strVal val="visible"/>
                                      </p:to>
                                    </p:set>
                                    <p:animEffect transition="in" filter="strips(downRight)">
                                      <p:cBhvr>
                                        <p:cTn id="12" dur="500"/>
                                        <p:tgtEl>
                                          <p:spTgt spid="4096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barn(inVertical)">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1000"/>
                                        <p:tgtEl>
                                          <p:spTgt spid="3"/>
                                        </p:tgtEl>
                                      </p:cBhvr>
                                    </p:animEffect>
                                    <p:anim calcmode="lin" valueType="num">
                                      <p:cBhvr>
                                        <p:cTn id="23" dur="1000" fill="hold"/>
                                        <p:tgtEl>
                                          <p:spTgt spid="3"/>
                                        </p:tgtEl>
                                        <p:attrNameLst>
                                          <p:attrName>ppt_x</p:attrName>
                                        </p:attrNameLst>
                                      </p:cBhvr>
                                      <p:tavLst>
                                        <p:tav tm="0">
                                          <p:val>
                                            <p:strVal val="#ppt_x"/>
                                          </p:val>
                                        </p:tav>
                                        <p:tav tm="100000">
                                          <p:val>
                                            <p:strVal val="#ppt_x"/>
                                          </p:val>
                                        </p:tav>
                                      </p:tavLst>
                                    </p:anim>
                                    <p:anim calcmode="lin" valueType="num">
                                      <p:cBhvr>
                                        <p:cTn id="2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nodeType="click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barn(inVertical)">
                                      <p:cBhvr>
                                        <p:cTn id="29" dur="500"/>
                                        <p:tgtEl>
                                          <p:spTgt spid="16"/>
                                        </p:tgtEl>
                                      </p:cBhvr>
                                    </p:animEffect>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1000"/>
                                        <p:tgtEl>
                                          <p:spTgt spid="12"/>
                                        </p:tgtEl>
                                      </p:cBhvr>
                                    </p:animEffect>
                                    <p:anim calcmode="lin" valueType="num">
                                      <p:cBhvr>
                                        <p:cTn id="35" dur="1000" fill="hold"/>
                                        <p:tgtEl>
                                          <p:spTgt spid="12"/>
                                        </p:tgtEl>
                                        <p:attrNameLst>
                                          <p:attrName>ppt_x</p:attrName>
                                        </p:attrNameLst>
                                      </p:cBhvr>
                                      <p:tavLst>
                                        <p:tav tm="0">
                                          <p:val>
                                            <p:strVal val="#ppt_x"/>
                                          </p:val>
                                        </p:tav>
                                        <p:tav tm="100000">
                                          <p:val>
                                            <p:strVal val="#ppt_x"/>
                                          </p:val>
                                        </p:tav>
                                      </p:tavLst>
                                    </p:anim>
                                    <p:anim calcmode="lin" valueType="num">
                                      <p:cBhvr>
                                        <p:cTn id="36"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2" grpId="0" uiExpand="1" build="p" autoUpdateAnimBg="0"/>
      <p:bldP spid="10" grpId="0" animBg="1"/>
      <p:bldP spid="3" grpId="0"/>
      <p:bldP spid="12"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ectangle 3">
            <a:extLst>
              <a:ext uri="{FF2B5EF4-FFF2-40B4-BE49-F238E27FC236}">
                <a16:creationId xmlns:a16="http://schemas.microsoft.com/office/drawing/2014/main" id="{0E3B2510-BBDF-4306-89E4-979039604FDA}"/>
              </a:ext>
            </a:extLst>
          </p:cNvPr>
          <p:cNvSpPr txBox="1">
            <a:spLocks noChangeArrowheads="1"/>
          </p:cNvSpPr>
          <p:nvPr/>
        </p:nvSpPr>
        <p:spPr bwMode="auto">
          <a:xfrm>
            <a:off x="729127" y="1158998"/>
            <a:ext cx="7685745" cy="595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08000" lvl="2" indent="12700" defTabSz="457200" eaLnBrk="1" hangingPunct="1">
              <a:lnSpc>
                <a:spcPts val="3100"/>
              </a:lnSpc>
              <a:spcBef>
                <a:spcPct val="0"/>
              </a:spcBef>
              <a:spcAft>
                <a:spcPts val="1200"/>
              </a:spcAft>
              <a:buFontTx/>
              <a:buNone/>
              <a:defRPr/>
            </a:pPr>
            <a:r>
              <a:rPr lang="zh-CN" altLang="en-US" sz="2000" spc="150" dirty="0">
                <a:solidFill>
                  <a:srgbClr val="000000"/>
                </a:solidFill>
                <a:latin typeface="微软雅黑" panose="020B0503020204020204" pitchFamily="34" charset="-122"/>
                <a:ea typeface="微软雅黑" panose="020B0503020204020204" pitchFamily="34" charset="-122"/>
              </a:rPr>
              <a:t>在效用最大化动机的驱动下，价格变化会通过替代效应与收入效应促使消费者改变对商品的消费量：</a:t>
            </a:r>
          </a:p>
          <a:p>
            <a:pPr marL="514350" lvl="1" indent="0" eaLnBrk="1" hangingPunct="1">
              <a:lnSpc>
                <a:spcPts val="3100"/>
              </a:lnSpc>
              <a:buFontTx/>
              <a:buNone/>
            </a:pPr>
            <a:endParaRPr lang="en-US" altLang="zh-CN" sz="2000" dirty="0"/>
          </a:p>
          <a:p>
            <a:pPr eaLnBrk="1" hangingPunct="1">
              <a:lnSpc>
                <a:spcPts val="3100"/>
              </a:lnSpc>
              <a:buFontTx/>
            </a:pPr>
            <a:endParaRPr lang="en-US" altLang="zh-CN" sz="2000" b="0" dirty="0">
              <a:solidFill>
                <a:schemeClr val="tx1"/>
              </a:solidFill>
            </a:endParaRPr>
          </a:p>
        </p:txBody>
      </p:sp>
      <p:grpSp>
        <p:nvGrpSpPr>
          <p:cNvPr id="12" name="组合 11">
            <a:extLst>
              <a:ext uri="{FF2B5EF4-FFF2-40B4-BE49-F238E27FC236}">
                <a16:creationId xmlns:a16="http://schemas.microsoft.com/office/drawing/2014/main" id="{641D81F0-7BCE-49A6-AADC-4E4105394FF6}"/>
              </a:ext>
            </a:extLst>
          </p:cNvPr>
          <p:cNvGrpSpPr/>
          <p:nvPr/>
        </p:nvGrpSpPr>
        <p:grpSpPr>
          <a:xfrm>
            <a:off x="5372866" y="4080708"/>
            <a:ext cx="301607" cy="1620325"/>
            <a:chOff x="5372866" y="4080708"/>
            <a:chExt cx="301607" cy="1620325"/>
          </a:xfrm>
        </p:grpSpPr>
        <p:cxnSp>
          <p:nvCxnSpPr>
            <p:cNvPr id="41998" name="直接连接符 65"/>
            <p:cNvCxnSpPr>
              <a:cxnSpLocks noChangeShapeType="1"/>
            </p:cNvCxnSpPr>
            <p:nvPr/>
          </p:nvCxnSpPr>
          <p:spPr bwMode="auto">
            <a:xfrm rot="16200000" flipH="1">
              <a:off x="4856955" y="4686340"/>
              <a:ext cx="1247775" cy="36512"/>
            </a:xfrm>
            <a:prstGeom prst="line">
              <a:avLst/>
            </a:prstGeom>
            <a:noFill/>
            <a:ln w="9525" cmpd="sng">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42002" name="Object 18"/>
            <p:cNvGraphicFramePr>
              <a:graphicFrameLocks noChangeAspect="1"/>
            </p:cNvGraphicFramePr>
            <p:nvPr>
              <p:extLst>
                <p:ext uri="{D42A27DB-BD31-4B8C-83A1-F6EECF244321}">
                  <p14:modId xmlns:p14="http://schemas.microsoft.com/office/powerpoint/2010/main" val="3023635784"/>
                </p:ext>
              </p:extLst>
            </p:nvPr>
          </p:nvGraphicFramePr>
          <p:xfrm>
            <a:off x="5372866" y="5380404"/>
            <a:ext cx="301607" cy="320629"/>
          </p:xfrm>
          <a:graphic>
            <a:graphicData uri="http://schemas.openxmlformats.org/presentationml/2006/ole">
              <mc:AlternateContent xmlns:mc="http://schemas.openxmlformats.org/markup-compatibility/2006">
                <mc:Choice xmlns:v="urn:schemas-microsoft-com:vml" Requires="v">
                  <p:oleObj spid="_x0000_s42479" r:id="rId5" imgW="216217" imgH="228917" progId="">
                    <p:embed/>
                  </p:oleObj>
                </mc:Choice>
                <mc:Fallback>
                  <p:oleObj r:id="rId5" imgW="216217" imgH="228917" progId="">
                    <p:embed/>
                    <p:pic>
                      <p:nvPicPr>
                        <p:cNvPr id="0" name="Object 1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72866" y="5380404"/>
                          <a:ext cx="301607" cy="320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4" name="组合 13">
            <a:extLst>
              <a:ext uri="{FF2B5EF4-FFF2-40B4-BE49-F238E27FC236}">
                <a16:creationId xmlns:a16="http://schemas.microsoft.com/office/drawing/2014/main" id="{F7EBB227-8BE9-48C3-90D1-6B07CF93B686}"/>
              </a:ext>
            </a:extLst>
          </p:cNvPr>
          <p:cNvGrpSpPr/>
          <p:nvPr/>
        </p:nvGrpSpPr>
        <p:grpSpPr>
          <a:xfrm>
            <a:off x="7120759" y="4845885"/>
            <a:ext cx="320656" cy="855568"/>
            <a:chOff x="7120759" y="4845885"/>
            <a:chExt cx="320656" cy="855568"/>
          </a:xfrm>
        </p:grpSpPr>
        <p:cxnSp>
          <p:nvCxnSpPr>
            <p:cNvPr id="42000" name="直接连接符 67"/>
            <p:cNvCxnSpPr>
              <a:cxnSpLocks noChangeShapeType="1"/>
            </p:cNvCxnSpPr>
            <p:nvPr/>
          </p:nvCxnSpPr>
          <p:spPr bwMode="auto">
            <a:xfrm rot="16200000" flipH="1">
              <a:off x="6956424" y="5068135"/>
              <a:ext cx="482600" cy="38100"/>
            </a:xfrm>
            <a:prstGeom prst="line">
              <a:avLst/>
            </a:prstGeom>
            <a:noFill/>
            <a:ln w="9525" cmpd="sng">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42003" name="Object 19"/>
            <p:cNvGraphicFramePr>
              <a:graphicFrameLocks noChangeAspect="1"/>
            </p:cNvGraphicFramePr>
            <p:nvPr>
              <p:extLst>
                <p:ext uri="{D42A27DB-BD31-4B8C-83A1-F6EECF244321}">
                  <p14:modId xmlns:p14="http://schemas.microsoft.com/office/powerpoint/2010/main" val="3227204111"/>
                </p:ext>
              </p:extLst>
            </p:nvPr>
          </p:nvGraphicFramePr>
          <p:xfrm>
            <a:off x="7120759" y="5380824"/>
            <a:ext cx="320656" cy="320629"/>
          </p:xfrm>
          <a:graphic>
            <a:graphicData uri="http://schemas.openxmlformats.org/presentationml/2006/ole">
              <mc:AlternateContent xmlns:mc="http://schemas.openxmlformats.org/markup-compatibility/2006">
                <mc:Choice xmlns:v="urn:schemas-microsoft-com:vml" Requires="v">
                  <p:oleObj spid="_x0000_s42480" r:id="rId7" imgW="229215" imgH="229215" progId="">
                    <p:embed/>
                  </p:oleObj>
                </mc:Choice>
                <mc:Fallback>
                  <p:oleObj r:id="rId7" imgW="229215" imgH="229215" progId="">
                    <p:embed/>
                    <p:pic>
                      <p:nvPicPr>
                        <p:cNvPr id="0" name="Object 1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120759" y="5380824"/>
                          <a:ext cx="320656" cy="320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3" name="组合 12">
            <a:extLst>
              <a:ext uri="{FF2B5EF4-FFF2-40B4-BE49-F238E27FC236}">
                <a16:creationId xmlns:a16="http://schemas.microsoft.com/office/drawing/2014/main" id="{7BA2D848-2E4C-49E6-B6C8-90C21FEAEB1F}"/>
              </a:ext>
            </a:extLst>
          </p:cNvPr>
          <p:cNvGrpSpPr/>
          <p:nvPr/>
        </p:nvGrpSpPr>
        <p:grpSpPr>
          <a:xfrm>
            <a:off x="5914786" y="4696658"/>
            <a:ext cx="301607" cy="1003953"/>
            <a:chOff x="5914786" y="4696658"/>
            <a:chExt cx="301607" cy="1003953"/>
          </a:xfrm>
        </p:grpSpPr>
        <p:cxnSp>
          <p:nvCxnSpPr>
            <p:cNvPr id="41999" name="直接连接符 66"/>
            <p:cNvCxnSpPr>
              <a:cxnSpLocks noChangeShapeType="1"/>
            </p:cNvCxnSpPr>
            <p:nvPr/>
          </p:nvCxnSpPr>
          <p:spPr bwMode="auto">
            <a:xfrm rot="16200000" flipH="1">
              <a:off x="5753098" y="4985582"/>
              <a:ext cx="614362" cy="36513"/>
            </a:xfrm>
            <a:prstGeom prst="line">
              <a:avLst/>
            </a:prstGeom>
            <a:noFill/>
            <a:ln w="9525" cmpd="sng">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42004" name="Object 20"/>
            <p:cNvGraphicFramePr>
              <a:graphicFrameLocks noChangeAspect="1"/>
            </p:cNvGraphicFramePr>
            <p:nvPr>
              <p:extLst>
                <p:ext uri="{D42A27DB-BD31-4B8C-83A1-F6EECF244321}">
                  <p14:modId xmlns:p14="http://schemas.microsoft.com/office/powerpoint/2010/main" val="3856877812"/>
                </p:ext>
              </p:extLst>
            </p:nvPr>
          </p:nvGraphicFramePr>
          <p:xfrm>
            <a:off x="5914786" y="5379982"/>
            <a:ext cx="301607" cy="320629"/>
          </p:xfrm>
          <a:graphic>
            <a:graphicData uri="http://schemas.openxmlformats.org/presentationml/2006/ole">
              <mc:AlternateContent xmlns:mc="http://schemas.openxmlformats.org/markup-compatibility/2006">
                <mc:Choice xmlns:v="urn:schemas-microsoft-com:vml" Requires="v">
                  <p:oleObj spid="_x0000_s42481" r:id="rId9" imgW="216217" imgH="228917" progId="">
                    <p:embed/>
                  </p:oleObj>
                </mc:Choice>
                <mc:Fallback>
                  <p:oleObj r:id="rId9" imgW="216217" imgH="228917" progId="">
                    <p:embed/>
                    <p:pic>
                      <p:nvPicPr>
                        <p:cNvPr id="0" name="Object 2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914786" y="5379982"/>
                          <a:ext cx="301607" cy="320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42009" name="Object 25"/>
          <p:cNvGraphicFramePr>
            <a:graphicFrameLocks noChangeAspect="1"/>
          </p:cNvGraphicFramePr>
          <p:nvPr>
            <p:extLst>
              <p:ext uri="{D42A27DB-BD31-4B8C-83A1-F6EECF244321}">
                <p14:modId xmlns:p14="http://schemas.microsoft.com/office/powerpoint/2010/main" val="3724011457"/>
              </p:ext>
            </p:extLst>
          </p:nvPr>
        </p:nvGraphicFramePr>
        <p:xfrm>
          <a:off x="4677259" y="3247695"/>
          <a:ext cx="212712" cy="230154"/>
        </p:xfrm>
        <a:graphic>
          <a:graphicData uri="http://schemas.openxmlformats.org/presentationml/2006/ole">
            <mc:AlternateContent xmlns:mc="http://schemas.openxmlformats.org/markup-compatibility/2006">
              <mc:Choice xmlns:v="urn:schemas-microsoft-com:vml" Requires="v">
                <p:oleObj spid="_x0000_s42482" r:id="rId11" imgW="152783" imgH="165489" progId="">
                  <p:embed/>
                </p:oleObj>
              </mc:Choice>
              <mc:Fallback>
                <p:oleObj r:id="rId11" imgW="152783" imgH="165489" progId="">
                  <p:embed/>
                  <p:pic>
                    <p:nvPicPr>
                      <p:cNvPr id="0" name="Object 2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677259" y="3247695"/>
                        <a:ext cx="212712" cy="230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2010" name="Object 26"/>
          <p:cNvGraphicFramePr>
            <a:graphicFrameLocks noChangeAspect="1"/>
          </p:cNvGraphicFramePr>
          <p:nvPr>
            <p:extLst>
              <p:ext uri="{D42A27DB-BD31-4B8C-83A1-F6EECF244321}">
                <p14:modId xmlns:p14="http://schemas.microsoft.com/office/powerpoint/2010/main" val="585174075"/>
              </p:ext>
            </p:extLst>
          </p:nvPr>
        </p:nvGraphicFramePr>
        <p:xfrm>
          <a:off x="4646612" y="3769616"/>
          <a:ext cx="247635" cy="230154"/>
        </p:xfrm>
        <a:graphic>
          <a:graphicData uri="http://schemas.openxmlformats.org/presentationml/2006/ole">
            <mc:AlternateContent xmlns:mc="http://schemas.openxmlformats.org/markup-compatibility/2006">
              <mc:Choice xmlns:v="urn:schemas-microsoft-com:vml" Requires="v">
                <p:oleObj spid="_x0000_s42483" r:id="rId13" imgW="178117" imgH="165417" progId="">
                  <p:embed/>
                </p:oleObj>
              </mc:Choice>
              <mc:Fallback>
                <p:oleObj r:id="rId13" imgW="178117" imgH="165417" progId="">
                  <p:embed/>
                  <p:pic>
                    <p:nvPicPr>
                      <p:cNvPr id="0" name="Object 2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646612" y="3769616"/>
                        <a:ext cx="247635" cy="230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 name="组合 1">
            <a:extLst>
              <a:ext uri="{FF2B5EF4-FFF2-40B4-BE49-F238E27FC236}">
                <a16:creationId xmlns:a16="http://schemas.microsoft.com/office/drawing/2014/main" id="{403E80E1-6BF2-4192-BE65-C285DE9F19BD}"/>
              </a:ext>
            </a:extLst>
          </p:cNvPr>
          <p:cNvGrpSpPr/>
          <p:nvPr/>
        </p:nvGrpSpPr>
        <p:grpSpPr>
          <a:xfrm>
            <a:off x="4677128" y="2607508"/>
            <a:ext cx="3846159" cy="3111502"/>
            <a:chOff x="4677128" y="2607508"/>
            <a:chExt cx="3846159" cy="3111502"/>
          </a:xfrm>
        </p:grpSpPr>
        <p:cxnSp>
          <p:nvCxnSpPr>
            <p:cNvPr id="41993" name="直接箭头连接符 60"/>
            <p:cNvCxnSpPr>
              <a:cxnSpLocks noChangeShapeType="1"/>
            </p:cNvCxnSpPr>
            <p:nvPr/>
          </p:nvCxnSpPr>
          <p:spPr bwMode="auto">
            <a:xfrm>
              <a:off x="4957762" y="5311022"/>
              <a:ext cx="3565525" cy="17463"/>
            </a:xfrm>
            <a:prstGeom prst="straightConnector1">
              <a:avLst/>
            </a:prstGeom>
            <a:noFill/>
            <a:ln w="9525" cmpd="sng">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41994" name="直接箭头连接符 61"/>
            <p:cNvCxnSpPr>
              <a:cxnSpLocks noChangeShapeType="1"/>
            </p:cNvCxnSpPr>
            <p:nvPr/>
          </p:nvCxnSpPr>
          <p:spPr bwMode="auto">
            <a:xfrm rot="5400000" flipH="1" flipV="1">
              <a:off x="3586956" y="3959264"/>
              <a:ext cx="2705100" cy="1587"/>
            </a:xfrm>
            <a:prstGeom prst="straightConnector1">
              <a:avLst/>
            </a:prstGeom>
            <a:noFill/>
            <a:ln w="9525" cmpd="sng">
              <a:solidFill>
                <a:srgbClr val="7F7F7F"/>
              </a:solidFill>
              <a:round/>
              <a:headEnd/>
              <a:tailEnd type="stealth" w="med" len="lg"/>
            </a:ln>
            <a:extLst>
              <a:ext uri="{909E8E84-426E-40DD-AFC4-6F175D3DCCD1}">
                <a14:hiddenFill xmlns:a14="http://schemas.microsoft.com/office/drawing/2010/main">
                  <a:noFill/>
                </a14:hiddenFill>
              </a:ext>
            </a:extLst>
          </p:spPr>
        </p:cxnSp>
        <p:graphicFrame>
          <p:nvGraphicFramePr>
            <p:cNvPr id="42001" name="Object 17"/>
            <p:cNvGraphicFramePr>
              <a:graphicFrameLocks noChangeAspect="1"/>
            </p:cNvGraphicFramePr>
            <p:nvPr>
              <p:extLst>
                <p:ext uri="{D42A27DB-BD31-4B8C-83A1-F6EECF244321}">
                  <p14:modId xmlns:p14="http://schemas.microsoft.com/office/powerpoint/2010/main" val="1939895206"/>
                </p:ext>
              </p:extLst>
            </p:nvPr>
          </p:nvGraphicFramePr>
          <p:xfrm>
            <a:off x="4885886" y="5341567"/>
            <a:ext cx="212712" cy="247614"/>
          </p:xfrm>
          <a:graphic>
            <a:graphicData uri="http://schemas.openxmlformats.org/presentationml/2006/ole">
              <mc:AlternateContent xmlns:mc="http://schemas.openxmlformats.org/markup-compatibility/2006">
                <mc:Choice xmlns:v="urn:schemas-microsoft-com:vml" Requires="v">
                  <p:oleObj spid="_x0000_s42484" r:id="rId15" imgW="152717" imgH="178117" progId="">
                    <p:embed/>
                  </p:oleObj>
                </mc:Choice>
                <mc:Fallback>
                  <p:oleObj r:id="rId15" imgW="152717" imgH="178117" progId="">
                    <p:embed/>
                    <p:pic>
                      <p:nvPicPr>
                        <p:cNvPr id="0" name="Object 1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885886" y="5341567"/>
                          <a:ext cx="212712" cy="2476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2005" name="Object 21"/>
            <p:cNvGraphicFramePr>
              <a:graphicFrameLocks noChangeAspect="1"/>
            </p:cNvGraphicFramePr>
            <p:nvPr>
              <p:extLst>
                <p:ext uri="{D42A27DB-BD31-4B8C-83A1-F6EECF244321}">
                  <p14:modId xmlns:p14="http://schemas.microsoft.com/office/powerpoint/2010/main" val="304942331"/>
                </p:ext>
              </p:extLst>
            </p:nvPr>
          </p:nvGraphicFramePr>
          <p:xfrm>
            <a:off x="8220151" y="5398381"/>
            <a:ext cx="249223" cy="320629"/>
          </p:xfrm>
          <a:graphic>
            <a:graphicData uri="http://schemas.openxmlformats.org/presentationml/2006/ole">
              <mc:AlternateContent xmlns:mc="http://schemas.openxmlformats.org/markup-compatibility/2006">
                <mc:Choice xmlns:v="urn:schemas-microsoft-com:vml" Requires="v">
                  <p:oleObj spid="_x0000_s42485" r:id="rId17" imgW="178040" imgH="228818" progId="">
                    <p:embed/>
                  </p:oleObj>
                </mc:Choice>
                <mc:Fallback>
                  <p:oleObj r:id="rId17" imgW="178040" imgH="228818" progId="">
                    <p:embed/>
                    <p:pic>
                      <p:nvPicPr>
                        <p:cNvPr id="0" name="Object 2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220151" y="5398381"/>
                          <a:ext cx="249223" cy="320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2011" name="Object 27"/>
            <p:cNvGraphicFramePr>
              <a:graphicFrameLocks noChangeAspect="1"/>
            </p:cNvGraphicFramePr>
            <p:nvPr>
              <p:extLst>
                <p:ext uri="{D42A27DB-BD31-4B8C-83A1-F6EECF244321}">
                  <p14:modId xmlns:p14="http://schemas.microsoft.com/office/powerpoint/2010/main" val="3650594693"/>
                </p:ext>
              </p:extLst>
            </p:nvPr>
          </p:nvGraphicFramePr>
          <p:xfrm>
            <a:off x="4677128" y="2637470"/>
            <a:ext cx="266684" cy="320629"/>
          </p:xfrm>
          <a:graphic>
            <a:graphicData uri="http://schemas.openxmlformats.org/presentationml/2006/ole">
              <mc:AlternateContent xmlns:mc="http://schemas.openxmlformats.org/markup-compatibility/2006">
                <mc:Choice xmlns:v="urn:schemas-microsoft-com:vml" Requires="v">
                  <p:oleObj spid="_x0000_s42486" r:id="rId19" imgW="190983" imgH="229116" progId="">
                    <p:embed/>
                  </p:oleObj>
                </mc:Choice>
                <mc:Fallback>
                  <p:oleObj r:id="rId19" imgW="190983" imgH="229116" progId="">
                    <p:embed/>
                    <p:pic>
                      <p:nvPicPr>
                        <p:cNvPr id="0" name="Object 27"/>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677128" y="2637470"/>
                          <a:ext cx="266684" cy="320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9" name="组合 8">
            <a:extLst>
              <a:ext uri="{FF2B5EF4-FFF2-40B4-BE49-F238E27FC236}">
                <a16:creationId xmlns:a16="http://schemas.microsoft.com/office/drawing/2014/main" id="{6F995971-154D-4C73-B79B-9440F09E228A}"/>
              </a:ext>
            </a:extLst>
          </p:cNvPr>
          <p:cNvGrpSpPr/>
          <p:nvPr/>
        </p:nvGrpSpPr>
        <p:grpSpPr>
          <a:xfrm>
            <a:off x="4957762" y="3912435"/>
            <a:ext cx="2137339" cy="1770263"/>
            <a:chOff x="4957762" y="3912435"/>
            <a:chExt cx="2137339" cy="1770263"/>
          </a:xfrm>
        </p:grpSpPr>
        <p:cxnSp>
          <p:nvCxnSpPr>
            <p:cNvPr id="41991" name="直接连接符 58"/>
            <p:cNvCxnSpPr>
              <a:cxnSpLocks noChangeShapeType="1"/>
            </p:cNvCxnSpPr>
            <p:nvPr/>
          </p:nvCxnSpPr>
          <p:spPr bwMode="auto">
            <a:xfrm>
              <a:off x="4957762" y="3912435"/>
              <a:ext cx="2052637" cy="1416050"/>
            </a:xfrm>
            <a:prstGeom prst="line">
              <a:avLst/>
            </a:prstGeom>
            <a:ln w="38100">
              <a:solidFill>
                <a:srgbClr val="C00000"/>
              </a:solidFill>
              <a:headEnd/>
              <a:tailEnd/>
            </a:ln>
            <a:extLst>
              <a:ext uri="{909E8E84-426E-40DD-AFC4-6F175D3DCCD1}">
                <a14:hiddenFill xmlns:a14="http://schemas.microsoft.com/office/drawing/2010/main">
                  <a:noFill/>
                </a14:hiddenFill>
              </a:ext>
            </a:extLst>
          </p:spPr>
          <p:style>
            <a:lnRef idx="3">
              <a:schemeClr val="accent2"/>
            </a:lnRef>
            <a:fillRef idx="0">
              <a:schemeClr val="accent2"/>
            </a:fillRef>
            <a:effectRef idx="2">
              <a:schemeClr val="accent2"/>
            </a:effectRef>
            <a:fontRef idx="minor">
              <a:schemeClr val="tx1"/>
            </a:fontRef>
          </p:style>
        </p:cxnSp>
        <p:graphicFrame>
          <p:nvGraphicFramePr>
            <p:cNvPr id="42007" name="Object 23"/>
            <p:cNvGraphicFramePr>
              <a:graphicFrameLocks noChangeAspect="1"/>
            </p:cNvGraphicFramePr>
            <p:nvPr>
              <p:extLst>
                <p:ext uri="{D42A27DB-BD31-4B8C-83A1-F6EECF244321}">
                  <p14:modId xmlns:p14="http://schemas.microsoft.com/office/powerpoint/2010/main" val="2357265261"/>
                </p:ext>
              </p:extLst>
            </p:nvPr>
          </p:nvGraphicFramePr>
          <p:xfrm>
            <a:off x="6847466" y="5362069"/>
            <a:ext cx="247635" cy="320629"/>
          </p:xfrm>
          <a:graphic>
            <a:graphicData uri="http://schemas.openxmlformats.org/presentationml/2006/ole">
              <mc:AlternateContent xmlns:mc="http://schemas.openxmlformats.org/markup-compatibility/2006">
                <mc:Choice xmlns:v="urn:schemas-microsoft-com:vml" Requires="v">
                  <p:oleObj spid="_x0000_s42487" r:id="rId21" imgW="178040" imgH="228818" progId="">
                    <p:embed/>
                  </p:oleObj>
                </mc:Choice>
                <mc:Fallback>
                  <p:oleObj r:id="rId21" imgW="178040" imgH="228818" progId="">
                    <p:embed/>
                    <p:pic>
                      <p:nvPicPr>
                        <p:cNvPr id="0" name="Object 23"/>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847466" y="5362069"/>
                          <a:ext cx="247635" cy="320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2017" name="Object 33"/>
            <p:cNvGraphicFramePr>
              <a:graphicFrameLocks noChangeAspect="1"/>
            </p:cNvGraphicFramePr>
            <p:nvPr>
              <p:extLst>
                <p:ext uri="{D42A27DB-BD31-4B8C-83A1-F6EECF244321}">
                  <p14:modId xmlns:p14="http://schemas.microsoft.com/office/powerpoint/2010/main" val="588909028"/>
                </p:ext>
              </p:extLst>
            </p:nvPr>
          </p:nvGraphicFramePr>
          <p:xfrm>
            <a:off x="5125036" y="4129666"/>
            <a:ext cx="212712" cy="320629"/>
          </p:xfrm>
          <a:graphic>
            <a:graphicData uri="http://schemas.openxmlformats.org/presentationml/2006/ole">
              <mc:AlternateContent xmlns:mc="http://schemas.openxmlformats.org/markup-compatibility/2006">
                <mc:Choice xmlns:v="urn:schemas-microsoft-com:vml" Requires="v">
                  <p:oleObj spid="_x0000_s42488" r:id="rId23" imgW="152783" imgH="229016" progId="">
                    <p:embed/>
                  </p:oleObj>
                </mc:Choice>
                <mc:Fallback>
                  <p:oleObj r:id="rId23" imgW="152783" imgH="229016" progId="">
                    <p:embed/>
                    <p:pic>
                      <p:nvPicPr>
                        <p:cNvPr id="0" name="Object 3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125036" y="4129666"/>
                          <a:ext cx="212712" cy="320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5" name="组合 14">
            <a:extLst>
              <a:ext uri="{FF2B5EF4-FFF2-40B4-BE49-F238E27FC236}">
                <a16:creationId xmlns:a16="http://schemas.microsoft.com/office/drawing/2014/main" id="{5E4DC358-969C-4EFA-B5AD-6673D8C8C1FB}"/>
              </a:ext>
            </a:extLst>
          </p:cNvPr>
          <p:cNvGrpSpPr/>
          <p:nvPr/>
        </p:nvGrpSpPr>
        <p:grpSpPr>
          <a:xfrm>
            <a:off x="5145087" y="858085"/>
            <a:ext cx="4795837" cy="4358246"/>
            <a:chOff x="5145087" y="858085"/>
            <a:chExt cx="4795837" cy="4358246"/>
          </a:xfrm>
        </p:grpSpPr>
        <p:grpSp>
          <p:nvGrpSpPr>
            <p:cNvPr id="10" name="组合 9">
              <a:extLst>
                <a:ext uri="{FF2B5EF4-FFF2-40B4-BE49-F238E27FC236}">
                  <a16:creationId xmlns:a16="http://schemas.microsoft.com/office/drawing/2014/main" id="{01163899-A392-439F-B65F-7399DDC5039F}"/>
                </a:ext>
              </a:extLst>
            </p:cNvPr>
            <p:cNvGrpSpPr/>
            <p:nvPr/>
          </p:nvGrpSpPr>
          <p:grpSpPr>
            <a:xfrm>
              <a:off x="5145087" y="858085"/>
              <a:ext cx="4795837" cy="4267200"/>
              <a:chOff x="5145087" y="858085"/>
              <a:chExt cx="4795837" cy="4267200"/>
            </a:xfrm>
          </p:grpSpPr>
          <p:sp>
            <p:nvSpPr>
              <p:cNvPr id="41996" name="弧形 63"/>
              <p:cNvSpPr>
                <a:spLocks noChangeArrowheads="1"/>
              </p:cNvSpPr>
              <p:nvPr/>
            </p:nvSpPr>
            <p:spPr bwMode="auto">
              <a:xfrm rot="10800000">
                <a:off x="5145087" y="858085"/>
                <a:ext cx="4795837" cy="4267200"/>
              </a:xfrm>
              <a:custGeom>
                <a:avLst/>
                <a:gdLst>
                  <a:gd name="T0" fmla="*/ 3203075 w 4796126"/>
                  <a:gd name="T1" fmla="*/ 123827 h 4267817"/>
                  <a:gd name="T2" fmla="*/ 2398063 w 4796126"/>
                  <a:gd name="T3" fmla="*/ 2133909 h 4267817"/>
                  <a:gd name="T4" fmla="*/ 4789807 w 4796126"/>
                  <a:gd name="T5" fmla="*/ 1979102 h 4267817"/>
                  <a:gd name="T6" fmla="*/ 11796480 60000 65536"/>
                  <a:gd name="T7" fmla="*/ 23592960 60000 65536"/>
                  <a:gd name="T8" fmla="*/ 5898240 60000 65536"/>
                  <a:gd name="T9" fmla="*/ 3203075 w 4796126"/>
                  <a:gd name="T10" fmla="*/ 123827 h 4267817"/>
                  <a:gd name="T11" fmla="*/ 4789807 w 4796126"/>
                  <a:gd name="T12" fmla="*/ 1979102 h 4267817"/>
                </a:gdLst>
                <a:ahLst/>
                <a:cxnLst>
                  <a:cxn ang="T6">
                    <a:pos x="T0" y="T1"/>
                  </a:cxn>
                  <a:cxn ang="T7">
                    <a:pos x="T2" y="T3"/>
                  </a:cxn>
                  <a:cxn ang="T8">
                    <a:pos x="T4" y="T5"/>
                  </a:cxn>
                </a:cxnLst>
                <a:rect l="T9" t="T10" r="T11" b="T12"/>
                <a:pathLst>
                  <a:path w="4796126" h="4267817" stroke="0">
                    <a:moveTo>
                      <a:pt x="3203075" y="123827"/>
                    </a:moveTo>
                    <a:lnTo>
                      <a:pt x="3203074" y="123827"/>
                    </a:lnTo>
                    <a:cubicBezTo>
                      <a:pt x="4098451" y="407766"/>
                      <a:pt x="4720849" y="1135499"/>
                      <a:pt x="4789807" y="1979101"/>
                    </a:cubicBezTo>
                    <a:lnTo>
                      <a:pt x="2398063" y="2133909"/>
                    </a:lnTo>
                    <a:close/>
                  </a:path>
                  <a:path w="4796126" h="4267817" fill="none">
                    <a:moveTo>
                      <a:pt x="3203075" y="123827"/>
                    </a:moveTo>
                    <a:lnTo>
                      <a:pt x="3203074" y="123827"/>
                    </a:lnTo>
                    <a:cubicBezTo>
                      <a:pt x="4098451" y="407766"/>
                      <a:pt x="4720849" y="1135499"/>
                      <a:pt x="4789807" y="1979101"/>
                    </a:cubicBezTo>
                  </a:path>
                </a:pathLst>
              </a:custGeom>
              <a:noFill/>
              <a:ln w="38100" cmpd="sng">
                <a:solidFill>
                  <a:srgbClr val="F3C97F"/>
                </a:solidFill>
                <a:miter lim="800000"/>
                <a:headEnd/>
                <a:tailEnd/>
              </a:ln>
              <a:effectLst>
                <a:outerShdw dist="23000" dir="5400000" algn="ctr" rotWithShape="0">
                  <a:srgbClr val="000000">
                    <a:alpha val="32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400">
                  <a:latin typeface="微软雅黑" panose="020B0503020204020204" pitchFamily="34" charset="-122"/>
                  <a:ea typeface="微软雅黑" panose="020B0503020204020204" pitchFamily="34" charset="-122"/>
                </a:endParaRPr>
              </a:p>
            </p:txBody>
          </p:sp>
          <p:graphicFrame>
            <p:nvGraphicFramePr>
              <p:cNvPr id="42012" name="Object 28"/>
              <p:cNvGraphicFramePr>
                <a:graphicFrameLocks noChangeAspect="1"/>
              </p:cNvGraphicFramePr>
              <p:nvPr>
                <p:extLst>
                  <p:ext uri="{D42A27DB-BD31-4B8C-83A1-F6EECF244321}">
                    <p14:modId xmlns:p14="http://schemas.microsoft.com/office/powerpoint/2010/main" val="2681543012"/>
                  </p:ext>
                </p:extLst>
              </p:nvPr>
            </p:nvGraphicFramePr>
            <p:xfrm>
              <a:off x="5448300" y="3794125"/>
              <a:ext cx="247650" cy="320675"/>
            </p:xfrm>
            <a:graphic>
              <a:graphicData uri="http://schemas.openxmlformats.org/presentationml/2006/ole">
                <mc:AlternateContent xmlns:mc="http://schemas.openxmlformats.org/markup-compatibility/2006">
                  <mc:Choice xmlns:v="urn:schemas-microsoft-com:vml" Requires="v">
                    <p:oleObj spid="_x0000_s42489" r:id="rId25" imgW="178040" imgH="228818" progId="">
                      <p:embed/>
                    </p:oleObj>
                  </mc:Choice>
                  <mc:Fallback>
                    <p:oleObj r:id="rId25" imgW="178040" imgH="228818" progId="">
                      <p:embed/>
                      <p:pic>
                        <p:nvPicPr>
                          <p:cNvPr id="0" name="Object 28"/>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5448300" y="3794125"/>
                            <a:ext cx="24765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2013" name="Object 29"/>
              <p:cNvGraphicFramePr>
                <a:graphicFrameLocks noChangeAspect="1"/>
              </p:cNvGraphicFramePr>
              <p:nvPr>
                <p:extLst>
                  <p:ext uri="{D42A27DB-BD31-4B8C-83A1-F6EECF244321}">
                    <p14:modId xmlns:p14="http://schemas.microsoft.com/office/powerpoint/2010/main" val="266118904"/>
                  </p:ext>
                </p:extLst>
              </p:nvPr>
            </p:nvGraphicFramePr>
            <p:xfrm>
              <a:off x="6057555" y="4428915"/>
              <a:ext cx="266684" cy="320629"/>
            </p:xfrm>
            <a:graphic>
              <a:graphicData uri="http://schemas.openxmlformats.org/presentationml/2006/ole">
                <mc:AlternateContent xmlns:mc="http://schemas.openxmlformats.org/markup-compatibility/2006">
                  <mc:Choice xmlns:v="urn:schemas-microsoft-com:vml" Requires="v">
                    <p:oleObj spid="_x0000_s42490" r:id="rId27" imgW="190983" imgH="229116" progId="">
                      <p:embed/>
                    </p:oleObj>
                  </mc:Choice>
                  <mc:Fallback>
                    <p:oleObj r:id="rId27" imgW="190983" imgH="229116" progId="">
                      <p:embed/>
                      <p:pic>
                        <p:nvPicPr>
                          <p:cNvPr id="0" name="Object 29"/>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6057555" y="4428915"/>
                            <a:ext cx="266684" cy="320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42018" name="Object 34"/>
            <p:cNvGraphicFramePr>
              <a:graphicFrameLocks noChangeAspect="1"/>
            </p:cNvGraphicFramePr>
            <p:nvPr>
              <p:extLst>
                <p:ext uri="{D42A27DB-BD31-4B8C-83A1-F6EECF244321}">
                  <p14:modId xmlns:p14="http://schemas.microsoft.com/office/powerpoint/2010/main" val="596497852"/>
                </p:ext>
              </p:extLst>
            </p:nvPr>
          </p:nvGraphicFramePr>
          <p:xfrm>
            <a:off x="6747688" y="4895702"/>
            <a:ext cx="266684" cy="320629"/>
          </p:xfrm>
          <a:graphic>
            <a:graphicData uri="http://schemas.openxmlformats.org/presentationml/2006/ole">
              <mc:AlternateContent xmlns:mc="http://schemas.openxmlformats.org/markup-compatibility/2006">
                <mc:Choice xmlns:v="urn:schemas-microsoft-com:vml" Requires="v">
                  <p:oleObj spid="_x0000_s42491" r:id="rId29" imgW="190983" imgH="229116" progId="">
                    <p:embed/>
                  </p:oleObj>
                </mc:Choice>
                <mc:Fallback>
                  <p:oleObj r:id="rId29" imgW="190983" imgH="229116" progId="">
                    <p:embed/>
                    <p:pic>
                      <p:nvPicPr>
                        <p:cNvPr id="0" name="Object 34"/>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6747688" y="4895702"/>
                          <a:ext cx="266684" cy="320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7" name="组合 6">
            <a:extLst>
              <a:ext uri="{FF2B5EF4-FFF2-40B4-BE49-F238E27FC236}">
                <a16:creationId xmlns:a16="http://schemas.microsoft.com/office/drawing/2014/main" id="{FAB27300-2427-4431-AC96-E18ED4C9F5D4}"/>
              </a:ext>
            </a:extLst>
          </p:cNvPr>
          <p:cNvGrpSpPr/>
          <p:nvPr/>
        </p:nvGrpSpPr>
        <p:grpSpPr>
          <a:xfrm>
            <a:off x="4938712" y="3296485"/>
            <a:ext cx="1529625" cy="2404061"/>
            <a:chOff x="4938712" y="3296485"/>
            <a:chExt cx="1529625" cy="2404061"/>
          </a:xfrm>
        </p:grpSpPr>
        <p:cxnSp>
          <p:nvCxnSpPr>
            <p:cNvPr id="41989" name="直接连接符 56"/>
            <p:cNvCxnSpPr>
              <a:cxnSpLocks noChangeShapeType="1"/>
            </p:cNvCxnSpPr>
            <p:nvPr/>
          </p:nvCxnSpPr>
          <p:spPr bwMode="auto">
            <a:xfrm rot="16200000" flipH="1">
              <a:off x="4613275" y="3621922"/>
              <a:ext cx="2032000" cy="1381125"/>
            </a:xfrm>
            <a:prstGeom prst="line">
              <a:avLst/>
            </a:prstGeom>
            <a:noFill/>
            <a:ln w="38100" cmpd="sng">
              <a:solidFill>
                <a:srgbClr val="C3C9D7"/>
              </a:solidFill>
              <a:round/>
              <a:headEnd/>
              <a:tailEnd/>
            </a:ln>
            <a:effectLst>
              <a:outerShdw dist="23000" dir="5400000" algn="ctr" rotWithShape="0">
                <a:srgbClr val="000000">
                  <a:alpha val="32999"/>
                </a:srgbClr>
              </a:outerShdw>
            </a:effectLst>
            <a:extLst>
              <a:ext uri="{909E8E84-426E-40DD-AFC4-6F175D3DCCD1}">
                <a14:hiddenFill xmlns:a14="http://schemas.microsoft.com/office/drawing/2010/main">
                  <a:noFill/>
                </a14:hiddenFill>
              </a:ext>
            </a:extLst>
          </p:spPr>
        </p:cxnSp>
        <p:graphicFrame>
          <p:nvGraphicFramePr>
            <p:cNvPr id="42006" name="Object 22"/>
            <p:cNvGraphicFramePr>
              <a:graphicFrameLocks noChangeAspect="1"/>
            </p:cNvGraphicFramePr>
            <p:nvPr>
              <p:extLst>
                <p:ext uri="{D42A27DB-BD31-4B8C-83A1-F6EECF244321}">
                  <p14:modId xmlns:p14="http://schemas.microsoft.com/office/powerpoint/2010/main" val="2171356530"/>
                </p:ext>
              </p:extLst>
            </p:nvPr>
          </p:nvGraphicFramePr>
          <p:xfrm>
            <a:off x="6238163" y="5379917"/>
            <a:ext cx="230174" cy="320629"/>
          </p:xfrm>
          <a:graphic>
            <a:graphicData uri="http://schemas.openxmlformats.org/presentationml/2006/ole">
              <mc:AlternateContent xmlns:mc="http://schemas.openxmlformats.org/markup-compatibility/2006">
                <mc:Choice xmlns:v="urn:schemas-microsoft-com:vml" Requires="v">
                  <p:oleObj spid="_x0000_s42492" r:id="rId31" imgW="165417" imgH="228917" progId="">
                    <p:embed/>
                  </p:oleObj>
                </mc:Choice>
                <mc:Fallback>
                  <p:oleObj r:id="rId31" imgW="165417" imgH="228917" progId="">
                    <p:embed/>
                    <p:pic>
                      <p:nvPicPr>
                        <p:cNvPr id="0" name="Object 22"/>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6238163" y="5379917"/>
                          <a:ext cx="230174" cy="320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2015" name="Object 31"/>
            <p:cNvGraphicFramePr>
              <a:graphicFrameLocks noChangeAspect="1"/>
            </p:cNvGraphicFramePr>
            <p:nvPr>
              <p:extLst>
                <p:ext uri="{D42A27DB-BD31-4B8C-83A1-F6EECF244321}">
                  <p14:modId xmlns:p14="http://schemas.microsoft.com/office/powerpoint/2010/main" val="4167495606"/>
                </p:ext>
              </p:extLst>
            </p:nvPr>
          </p:nvGraphicFramePr>
          <p:xfrm>
            <a:off x="5000928" y="3588277"/>
            <a:ext cx="195250" cy="320629"/>
          </p:xfrm>
          <a:graphic>
            <a:graphicData uri="http://schemas.openxmlformats.org/presentationml/2006/ole">
              <mc:AlternateContent xmlns:mc="http://schemas.openxmlformats.org/markup-compatibility/2006">
                <mc:Choice xmlns:v="urn:schemas-microsoft-com:vml" Requires="v">
                  <p:oleObj spid="_x0000_s42493" r:id="rId33" imgW="140199" imgH="229215" progId="">
                    <p:embed/>
                  </p:oleObj>
                </mc:Choice>
                <mc:Fallback>
                  <p:oleObj r:id="rId33" imgW="140199" imgH="229215" progId="">
                    <p:embed/>
                    <p:pic>
                      <p:nvPicPr>
                        <p:cNvPr id="0" name="Object 31"/>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5000928" y="3588277"/>
                          <a:ext cx="195250" cy="320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8" name="组合 7">
            <a:extLst>
              <a:ext uri="{FF2B5EF4-FFF2-40B4-BE49-F238E27FC236}">
                <a16:creationId xmlns:a16="http://schemas.microsoft.com/office/drawing/2014/main" id="{7E37F2E8-EB90-4C96-A527-CCBCD03DFCB9}"/>
              </a:ext>
            </a:extLst>
          </p:cNvPr>
          <p:cNvGrpSpPr/>
          <p:nvPr/>
        </p:nvGrpSpPr>
        <p:grpSpPr>
          <a:xfrm>
            <a:off x="4940299" y="3296485"/>
            <a:ext cx="3064062" cy="2385208"/>
            <a:chOff x="4940299" y="3296485"/>
            <a:chExt cx="3064062" cy="2385208"/>
          </a:xfrm>
        </p:grpSpPr>
        <p:cxnSp>
          <p:nvCxnSpPr>
            <p:cNvPr id="41995" name="直接连接符 62"/>
            <p:cNvCxnSpPr>
              <a:cxnSpLocks noChangeShapeType="1"/>
            </p:cNvCxnSpPr>
            <p:nvPr/>
          </p:nvCxnSpPr>
          <p:spPr bwMode="auto">
            <a:xfrm>
              <a:off x="4940299" y="3296485"/>
              <a:ext cx="2967038" cy="2032000"/>
            </a:xfrm>
            <a:prstGeom prst="line">
              <a:avLst/>
            </a:prstGeom>
            <a:noFill/>
            <a:ln w="38100" cmpd="sng">
              <a:solidFill>
                <a:srgbClr val="C3C9D7"/>
              </a:solidFill>
              <a:round/>
              <a:headEnd/>
              <a:tailEnd/>
            </a:ln>
            <a:effectLst>
              <a:outerShdw dist="23000" dir="5400000" algn="ctr" rotWithShape="0">
                <a:srgbClr val="000000">
                  <a:alpha val="32999"/>
                </a:srgbClr>
              </a:outerShdw>
            </a:effectLst>
            <a:extLst>
              <a:ext uri="{909E8E84-426E-40DD-AFC4-6F175D3DCCD1}">
                <a14:hiddenFill xmlns:a14="http://schemas.microsoft.com/office/drawing/2010/main">
                  <a:noFill/>
                </a14:hiddenFill>
              </a:ext>
            </a:extLst>
          </p:spPr>
        </p:cxnSp>
        <p:graphicFrame>
          <p:nvGraphicFramePr>
            <p:cNvPr id="42008" name="Object 24"/>
            <p:cNvGraphicFramePr>
              <a:graphicFrameLocks noChangeAspect="1"/>
            </p:cNvGraphicFramePr>
            <p:nvPr>
              <p:extLst>
                <p:ext uri="{D42A27DB-BD31-4B8C-83A1-F6EECF244321}">
                  <p14:modId xmlns:p14="http://schemas.microsoft.com/office/powerpoint/2010/main" val="1323992249"/>
                </p:ext>
              </p:extLst>
            </p:nvPr>
          </p:nvGraphicFramePr>
          <p:xfrm>
            <a:off x="7737677" y="5361064"/>
            <a:ext cx="266684" cy="320629"/>
          </p:xfrm>
          <a:graphic>
            <a:graphicData uri="http://schemas.openxmlformats.org/presentationml/2006/ole">
              <mc:AlternateContent xmlns:mc="http://schemas.openxmlformats.org/markup-compatibility/2006">
                <mc:Choice xmlns:v="urn:schemas-microsoft-com:vml" Requires="v">
                  <p:oleObj spid="_x0000_s42494" r:id="rId35" imgW="190983" imgH="229116" progId="">
                    <p:embed/>
                  </p:oleObj>
                </mc:Choice>
                <mc:Fallback>
                  <p:oleObj r:id="rId35" imgW="190983" imgH="229116" progId="">
                    <p:embed/>
                    <p:pic>
                      <p:nvPicPr>
                        <p:cNvPr id="0" name="Object 24"/>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7737677" y="5361064"/>
                          <a:ext cx="266684" cy="320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2016" name="Object 32"/>
            <p:cNvGraphicFramePr>
              <a:graphicFrameLocks noChangeAspect="1"/>
            </p:cNvGraphicFramePr>
            <p:nvPr>
              <p:extLst>
                <p:ext uri="{D42A27DB-BD31-4B8C-83A1-F6EECF244321}">
                  <p14:modId xmlns:p14="http://schemas.microsoft.com/office/powerpoint/2010/main" val="229004123"/>
                </p:ext>
              </p:extLst>
            </p:nvPr>
          </p:nvGraphicFramePr>
          <p:xfrm>
            <a:off x="5628276" y="3439040"/>
            <a:ext cx="212712" cy="320629"/>
          </p:xfrm>
          <a:graphic>
            <a:graphicData uri="http://schemas.openxmlformats.org/presentationml/2006/ole">
              <mc:AlternateContent xmlns:mc="http://schemas.openxmlformats.org/markup-compatibility/2006">
                <mc:Choice xmlns:v="urn:schemas-microsoft-com:vml" Requires="v">
                  <p:oleObj spid="_x0000_s42495" r:id="rId37" imgW="152783" imgH="229016" progId="">
                    <p:embed/>
                  </p:oleObj>
                </mc:Choice>
                <mc:Fallback>
                  <p:oleObj r:id="rId37" imgW="152783" imgH="229016" progId="">
                    <p:embed/>
                    <p:pic>
                      <p:nvPicPr>
                        <p:cNvPr id="0" name="Object 32"/>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5628276" y="3439040"/>
                          <a:ext cx="212712" cy="320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1" name="组合 10">
            <a:extLst>
              <a:ext uri="{FF2B5EF4-FFF2-40B4-BE49-F238E27FC236}">
                <a16:creationId xmlns:a16="http://schemas.microsoft.com/office/drawing/2014/main" id="{04D86AE5-FB6A-4A07-9BF5-5D7D5622091C}"/>
              </a:ext>
            </a:extLst>
          </p:cNvPr>
          <p:cNvGrpSpPr/>
          <p:nvPr/>
        </p:nvGrpSpPr>
        <p:grpSpPr>
          <a:xfrm>
            <a:off x="6286499" y="1029535"/>
            <a:ext cx="4795838" cy="4267200"/>
            <a:chOff x="6286499" y="1029535"/>
            <a:chExt cx="4795838" cy="4267200"/>
          </a:xfrm>
        </p:grpSpPr>
        <p:sp>
          <p:nvSpPr>
            <p:cNvPr id="41997" name="弧形 25"/>
            <p:cNvSpPr>
              <a:spLocks noChangeArrowheads="1"/>
            </p:cNvSpPr>
            <p:nvPr/>
          </p:nvSpPr>
          <p:spPr bwMode="auto">
            <a:xfrm rot="10800000">
              <a:off x="6286499" y="1029535"/>
              <a:ext cx="4795838" cy="4267200"/>
            </a:xfrm>
            <a:custGeom>
              <a:avLst/>
              <a:gdLst>
                <a:gd name="T0" fmla="*/ 3225487 w 4796127"/>
                <a:gd name="T1" fmla="*/ 131046 h 4267817"/>
                <a:gd name="T2" fmla="*/ 2398064 w 4796127"/>
                <a:gd name="T3" fmla="*/ 2133909 h 4267817"/>
                <a:gd name="T4" fmla="*/ 4653537 w 4796127"/>
                <a:gd name="T5" fmla="*/ 1409054 h 4267817"/>
                <a:gd name="T6" fmla="*/ 11796480 60000 65536"/>
                <a:gd name="T7" fmla="*/ 23592960 60000 65536"/>
                <a:gd name="T8" fmla="*/ 5898240 60000 65536"/>
                <a:gd name="T9" fmla="*/ 3225487 w 4796127"/>
                <a:gd name="T10" fmla="*/ 131046 h 4267817"/>
                <a:gd name="T11" fmla="*/ 4653537 w 4796127"/>
                <a:gd name="T12" fmla="*/ 1409054 h 4267817"/>
              </a:gdLst>
              <a:ahLst/>
              <a:cxnLst>
                <a:cxn ang="T6">
                  <a:pos x="T0" y="T1"/>
                </a:cxn>
                <a:cxn ang="T7">
                  <a:pos x="T2" y="T3"/>
                </a:cxn>
                <a:cxn ang="T8">
                  <a:pos x="T4" y="T5"/>
                </a:cxn>
              </a:cxnLst>
              <a:rect l="T9" t="T10" r="T11" b="T12"/>
              <a:pathLst>
                <a:path w="4796127" h="4267817" stroke="0">
                  <a:moveTo>
                    <a:pt x="3225487" y="131046"/>
                  </a:moveTo>
                  <a:lnTo>
                    <a:pt x="3225486" y="131046"/>
                  </a:lnTo>
                  <a:cubicBezTo>
                    <a:pt x="3890232" y="348497"/>
                    <a:pt x="4412959" y="816303"/>
                    <a:pt x="4653537" y="1409053"/>
                  </a:cubicBezTo>
                  <a:lnTo>
                    <a:pt x="2398064" y="2133909"/>
                  </a:lnTo>
                  <a:close/>
                </a:path>
                <a:path w="4796127" h="4267817" fill="none">
                  <a:moveTo>
                    <a:pt x="3225487" y="131046"/>
                  </a:moveTo>
                  <a:lnTo>
                    <a:pt x="3225486" y="131046"/>
                  </a:lnTo>
                  <a:cubicBezTo>
                    <a:pt x="3890232" y="348497"/>
                    <a:pt x="4412959" y="816303"/>
                    <a:pt x="4653537" y="1409053"/>
                  </a:cubicBezTo>
                </a:path>
              </a:pathLst>
            </a:custGeom>
            <a:noFill/>
            <a:ln w="38100" cmpd="sng">
              <a:solidFill>
                <a:srgbClr val="F3C97F"/>
              </a:solidFill>
              <a:miter lim="800000"/>
              <a:headEnd/>
              <a:tailEnd/>
            </a:ln>
            <a:effectLst>
              <a:outerShdw dist="23000" dir="5400000" algn="ctr" rotWithShape="0">
                <a:srgbClr val="000000">
                  <a:alpha val="32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400">
                <a:latin typeface="微软雅黑" panose="020B0503020204020204" pitchFamily="34" charset="-122"/>
                <a:ea typeface="微软雅黑" panose="020B0503020204020204" pitchFamily="34" charset="-122"/>
              </a:endParaRPr>
            </a:p>
          </p:txBody>
        </p:sp>
        <p:graphicFrame>
          <p:nvGraphicFramePr>
            <p:cNvPr id="42014" name="Object 30"/>
            <p:cNvGraphicFramePr>
              <a:graphicFrameLocks noChangeAspect="1"/>
            </p:cNvGraphicFramePr>
            <p:nvPr>
              <p:extLst>
                <p:ext uri="{D42A27DB-BD31-4B8C-83A1-F6EECF244321}">
                  <p14:modId xmlns:p14="http://schemas.microsoft.com/office/powerpoint/2010/main" val="699466377"/>
                </p:ext>
              </p:extLst>
            </p:nvPr>
          </p:nvGraphicFramePr>
          <p:xfrm>
            <a:off x="7140716" y="4577860"/>
            <a:ext cx="266684" cy="320629"/>
          </p:xfrm>
          <a:graphic>
            <a:graphicData uri="http://schemas.openxmlformats.org/presentationml/2006/ole">
              <mc:AlternateContent xmlns:mc="http://schemas.openxmlformats.org/markup-compatibility/2006">
                <mc:Choice xmlns:v="urn:schemas-microsoft-com:vml" Requires="v">
                  <p:oleObj spid="_x0000_s42496" r:id="rId39" imgW="190983" imgH="229116" progId="">
                    <p:embed/>
                  </p:oleObj>
                </mc:Choice>
                <mc:Fallback>
                  <p:oleObj r:id="rId39" imgW="190983" imgH="229116" progId="">
                    <p:embed/>
                    <p:pic>
                      <p:nvPicPr>
                        <p:cNvPr id="0" name="Object 30"/>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7140716" y="4577860"/>
                          <a:ext cx="266684" cy="320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2019" name="Object 35"/>
            <p:cNvGraphicFramePr>
              <a:graphicFrameLocks noChangeAspect="1"/>
            </p:cNvGraphicFramePr>
            <p:nvPr>
              <p:extLst>
                <p:ext uri="{D42A27DB-BD31-4B8C-83A1-F6EECF244321}">
                  <p14:modId xmlns:p14="http://schemas.microsoft.com/office/powerpoint/2010/main" val="76703241"/>
                </p:ext>
              </p:extLst>
            </p:nvPr>
          </p:nvGraphicFramePr>
          <p:xfrm>
            <a:off x="7861591" y="4951064"/>
            <a:ext cx="284146" cy="320629"/>
          </p:xfrm>
          <a:graphic>
            <a:graphicData uri="http://schemas.openxmlformats.org/presentationml/2006/ole">
              <mc:AlternateContent xmlns:mc="http://schemas.openxmlformats.org/markup-compatibility/2006">
                <mc:Choice xmlns:v="urn:schemas-microsoft-com:vml" Requires="v">
                  <p:oleObj spid="_x0000_s42497" r:id="rId41" imgW="203605" imgH="229016" progId="">
                    <p:embed/>
                  </p:oleObj>
                </mc:Choice>
                <mc:Fallback>
                  <p:oleObj r:id="rId41" imgW="203605" imgH="229016" progId="">
                    <p:embed/>
                    <p:pic>
                      <p:nvPicPr>
                        <p:cNvPr id="0" name="Object 35"/>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7861591" y="4951064"/>
                          <a:ext cx="284146" cy="320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42" name="Rectangle 3">
            <a:extLst>
              <a:ext uri="{FF2B5EF4-FFF2-40B4-BE49-F238E27FC236}">
                <a16:creationId xmlns:a16="http://schemas.microsoft.com/office/drawing/2014/main" id="{F2FD40D2-0C36-43E9-9CE4-E0DFB5065690}"/>
              </a:ext>
            </a:extLst>
          </p:cNvPr>
          <p:cNvSpPr txBox="1">
            <a:spLocks noChangeArrowheads="1"/>
          </p:cNvSpPr>
          <p:nvPr/>
        </p:nvSpPr>
        <p:spPr bwMode="auto">
          <a:xfrm>
            <a:off x="887146" y="2262226"/>
            <a:ext cx="3833624" cy="4868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2" indent="-342900" eaLnBrk="1" hangingPunct="1">
              <a:lnSpc>
                <a:spcPct val="150000"/>
              </a:lnSpc>
              <a:spcBef>
                <a:spcPct val="0"/>
              </a:spcBef>
              <a:spcAft>
                <a:spcPts val="3000"/>
              </a:spcAft>
              <a:buFont typeface="Wingdings" panose="05000000000000000000" pitchFamily="2" charset="2"/>
              <a:buChar char="u"/>
            </a:pPr>
            <a:r>
              <a:rPr lang="zh-CN" altLang="en-US" sz="2000" dirty="0">
                <a:latin typeface="微软雅黑" panose="020B0503020204020204" pitchFamily="34" charset="-122"/>
                <a:ea typeface="微软雅黑" panose="020B0503020204020204" pitchFamily="34" charset="-122"/>
              </a:rPr>
              <a:t>替代效应：</a:t>
            </a:r>
            <a:r>
              <a:rPr lang="en-US" altLang="zh-CN" sz="2000" dirty="0">
                <a:latin typeface="微软雅黑" panose="020B0503020204020204" pitchFamily="34" charset="-122"/>
                <a:ea typeface="微软雅黑" panose="020B0503020204020204" pitchFamily="34" charset="-122"/>
              </a:rPr>
              <a:t>E</a:t>
            </a:r>
            <a:r>
              <a:rPr lang="en-US" altLang="zh-CN" sz="2000" baseline="-25000" dirty="0">
                <a:latin typeface="微软雅黑" panose="020B0503020204020204" pitchFamily="34" charset="-122"/>
                <a:ea typeface="微软雅黑" panose="020B0503020204020204" pitchFamily="34" charset="-122"/>
              </a:rPr>
              <a:t>1</a:t>
            </a:r>
            <a:r>
              <a:rPr lang="en-US" altLang="zh-CN" sz="2000" dirty="0">
                <a:latin typeface="微软雅黑" panose="020B0503020204020204" pitchFamily="34" charset="-122"/>
                <a:ea typeface="微软雅黑" panose="020B0503020204020204" pitchFamily="34" charset="-122"/>
                <a:sym typeface="Wingdings" panose="05000000000000000000" pitchFamily="2" charset="2"/>
              </a:rPr>
              <a:t>E’</a:t>
            </a:r>
            <a:r>
              <a:rPr lang="en-US" altLang="zh-CN" sz="2000" baseline="-25000" dirty="0">
                <a:latin typeface="微软雅黑" panose="020B0503020204020204" pitchFamily="34" charset="-122"/>
                <a:ea typeface="微软雅黑" panose="020B0503020204020204" pitchFamily="34" charset="-122"/>
                <a:sym typeface="Wingdings" panose="05000000000000000000" pitchFamily="2" charset="2"/>
              </a:rPr>
              <a:t>1</a:t>
            </a:r>
          </a:p>
          <a:p>
            <a:pPr marL="342900" lvl="2" indent="-342900" eaLnBrk="1" hangingPunct="1">
              <a:lnSpc>
                <a:spcPct val="150000"/>
              </a:lnSpc>
              <a:spcBef>
                <a:spcPct val="0"/>
              </a:spcBef>
              <a:spcAft>
                <a:spcPts val="3000"/>
              </a:spcAft>
              <a:buFont typeface="Wingdings" panose="05000000000000000000" pitchFamily="2" charset="2"/>
              <a:buChar char="u"/>
            </a:pPr>
            <a:r>
              <a:rPr lang="zh-CN" altLang="en-US" sz="2000" dirty="0">
                <a:latin typeface="微软雅黑" panose="020B0503020204020204" pitchFamily="34" charset="-122"/>
                <a:ea typeface="微软雅黑" panose="020B0503020204020204" pitchFamily="34" charset="-122"/>
              </a:rPr>
              <a:t>收入效应：</a:t>
            </a:r>
            <a:r>
              <a:rPr lang="en-US" altLang="zh-CN" sz="2000" dirty="0">
                <a:latin typeface="微软雅黑" panose="020B0503020204020204" pitchFamily="34" charset="-122"/>
                <a:ea typeface="微软雅黑" panose="020B0503020204020204" pitchFamily="34" charset="-122"/>
              </a:rPr>
              <a:t>E’</a:t>
            </a:r>
            <a:r>
              <a:rPr lang="en-US" altLang="zh-CN" sz="2000" baseline="-25000" dirty="0">
                <a:latin typeface="微软雅黑" panose="020B0503020204020204" pitchFamily="34" charset="-122"/>
                <a:ea typeface="微软雅黑" panose="020B0503020204020204" pitchFamily="34" charset="-122"/>
              </a:rPr>
              <a:t>1</a:t>
            </a:r>
            <a:r>
              <a:rPr lang="en-US" altLang="zh-CN" sz="2000" dirty="0">
                <a:latin typeface="微软雅黑" panose="020B0503020204020204" pitchFamily="34" charset="-122"/>
                <a:ea typeface="微软雅黑" panose="020B0503020204020204" pitchFamily="34" charset="-122"/>
                <a:sym typeface="Wingdings" panose="05000000000000000000" pitchFamily="2" charset="2"/>
              </a:rPr>
              <a:t>E</a:t>
            </a:r>
            <a:r>
              <a:rPr lang="en-US" altLang="zh-CN" sz="2000" baseline="-25000" dirty="0">
                <a:latin typeface="微软雅黑" panose="020B0503020204020204" pitchFamily="34" charset="-122"/>
                <a:ea typeface="微软雅黑" panose="020B0503020204020204" pitchFamily="34" charset="-122"/>
                <a:sym typeface="Wingdings" panose="05000000000000000000" pitchFamily="2" charset="2"/>
              </a:rPr>
              <a:t>2</a:t>
            </a:r>
          </a:p>
          <a:p>
            <a:pPr marL="342900" lvl="2" indent="-342900" eaLnBrk="1" hangingPunct="1">
              <a:lnSpc>
                <a:spcPct val="150000"/>
              </a:lnSpc>
              <a:spcBef>
                <a:spcPct val="0"/>
              </a:spcBef>
              <a:spcAft>
                <a:spcPts val="3000"/>
              </a:spcAft>
              <a:buFont typeface="Wingdings" panose="05000000000000000000" pitchFamily="2" charset="2"/>
              <a:buChar char="u"/>
            </a:pPr>
            <a:endParaRPr lang="en-US" altLang="zh-CN" sz="2000" baseline="-25000" dirty="0">
              <a:latin typeface="微软雅黑" panose="020B0503020204020204" pitchFamily="34" charset="-122"/>
              <a:ea typeface="微软雅黑" panose="020B0503020204020204" pitchFamily="34" charset="-122"/>
            </a:endParaRPr>
          </a:p>
          <a:p>
            <a:pPr marL="538163" lvl="3" indent="-261938" defTabSz="457200" eaLnBrk="1" hangingPunct="1">
              <a:lnSpc>
                <a:spcPct val="150000"/>
              </a:lnSpc>
              <a:spcAft>
                <a:spcPts val="1200"/>
              </a:spcAft>
              <a:buFont typeface="Wingdings" panose="05000000000000000000" pitchFamily="2" charset="2"/>
              <a:buChar char="Ø"/>
              <a:defRPr/>
            </a:pPr>
            <a:r>
              <a:rPr lang="zh-CN" altLang="en-US" sz="1800" spc="150" dirty="0">
                <a:solidFill>
                  <a:srgbClr val="000000"/>
                </a:solidFill>
                <a:latin typeface="微软雅黑" panose="020B0503020204020204" pitchFamily="34" charset="-122"/>
                <a:ea typeface="微软雅黑" panose="020B0503020204020204" pitchFamily="34" charset="-122"/>
              </a:rPr>
              <a:t>收入效应和替代效应方向是相同的，都和价格变化反向。</a:t>
            </a:r>
            <a:endParaRPr lang="en-US" altLang="zh-CN" sz="1800" spc="150" dirty="0">
              <a:solidFill>
                <a:srgbClr val="000000"/>
              </a:solidFill>
              <a:latin typeface="微软雅黑" panose="020B0503020204020204" pitchFamily="34" charset="-122"/>
              <a:ea typeface="微软雅黑" panose="020B0503020204020204" pitchFamily="34" charset="-122"/>
            </a:endParaRPr>
          </a:p>
          <a:p>
            <a:pPr lvl="2" eaLnBrk="1" hangingPunct="1">
              <a:lnSpc>
                <a:spcPct val="150000"/>
              </a:lnSpc>
              <a:buFontTx/>
              <a:buNone/>
            </a:pPr>
            <a:endParaRPr lang="en-US" altLang="zh-CN" sz="1600" dirty="0">
              <a:latin typeface="微软雅黑" panose="020B0503020204020204" pitchFamily="34" charset="-122"/>
              <a:ea typeface="微软雅黑" panose="020B0503020204020204" pitchFamily="34" charset="-122"/>
            </a:endParaRPr>
          </a:p>
        </p:txBody>
      </p:sp>
      <p:sp>
        <p:nvSpPr>
          <p:cNvPr id="44" name="矩形 43">
            <a:extLst>
              <a:ext uri="{FF2B5EF4-FFF2-40B4-BE49-F238E27FC236}">
                <a16:creationId xmlns:a16="http://schemas.microsoft.com/office/drawing/2014/main" id="{8484889F-B004-44B9-9894-D32F7A09B961}"/>
              </a:ext>
            </a:extLst>
          </p:cNvPr>
          <p:cNvSpPr/>
          <p:nvPr/>
        </p:nvSpPr>
        <p:spPr>
          <a:xfrm>
            <a:off x="4381159" y="0"/>
            <a:ext cx="4762842" cy="369332"/>
          </a:xfrm>
          <a:prstGeom prst="rect">
            <a:avLst/>
          </a:prstGeom>
        </p:spPr>
        <p:txBody>
          <a:bodyPr wrap="squar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 第五节  价格变动的替代效应和收入效应</a:t>
            </a:r>
          </a:p>
        </p:txBody>
      </p:sp>
      <p:sp>
        <p:nvSpPr>
          <p:cNvPr id="45" name="矩形 44">
            <a:extLst>
              <a:ext uri="{FF2B5EF4-FFF2-40B4-BE49-F238E27FC236}">
                <a16:creationId xmlns:a16="http://schemas.microsoft.com/office/drawing/2014/main" id="{9140A024-C252-4180-B6CB-D765C7A6CFE8}"/>
              </a:ext>
            </a:extLst>
          </p:cNvPr>
          <p:cNvSpPr/>
          <p:nvPr/>
        </p:nvSpPr>
        <p:spPr>
          <a:xfrm>
            <a:off x="467544" y="548680"/>
            <a:ext cx="5089855"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二、正常品的替代效应和收入效应</a:t>
            </a:r>
          </a:p>
        </p:txBody>
      </p:sp>
      <p:grpSp>
        <p:nvGrpSpPr>
          <p:cNvPr id="47" name="组合 46">
            <a:extLst>
              <a:ext uri="{FF2B5EF4-FFF2-40B4-BE49-F238E27FC236}">
                <a16:creationId xmlns:a16="http://schemas.microsoft.com/office/drawing/2014/main" id="{5A568B09-048A-4D33-B901-DAE334635884}"/>
              </a:ext>
            </a:extLst>
          </p:cNvPr>
          <p:cNvGrpSpPr/>
          <p:nvPr/>
        </p:nvGrpSpPr>
        <p:grpSpPr>
          <a:xfrm>
            <a:off x="467544" y="4081651"/>
            <a:ext cx="1296168" cy="461665"/>
            <a:chOff x="467544" y="1161144"/>
            <a:chExt cx="3806023" cy="659493"/>
          </a:xfrm>
        </p:grpSpPr>
        <p:sp>
          <p:nvSpPr>
            <p:cNvPr id="48" name="MH_Text_1">
              <a:extLst>
                <a:ext uri="{FF2B5EF4-FFF2-40B4-BE49-F238E27FC236}">
                  <a16:creationId xmlns:a16="http://schemas.microsoft.com/office/drawing/2014/main" id="{3D5C2033-D058-4DB3-8209-3D5666D95C05}"/>
                </a:ext>
              </a:extLst>
            </p:cNvPr>
            <p:cNvSpPr/>
            <p:nvPr>
              <p:custDataLst>
                <p:tags r:id="rId2"/>
              </p:custDataLst>
            </p:nvPr>
          </p:nvSpPr>
          <p:spPr bwMode="auto">
            <a:xfrm>
              <a:off x="467544" y="1161144"/>
              <a:ext cx="3806023" cy="659493"/>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algn="ctr">
                <a:defRPr/>
              </a:pPr>
              <a:r>
                <a:rPr lang="zh-CN" altLang="en-US" sz="2000" spc="150" dirty="0">
                  <a:solidFill>
                    <a:srgbClr val="000000"/>
                  </a:solidFill>
                  <a:latin typeface="微软雅黑" panose="020B0503020204020204" pitchFamily="34" charset="-122"/>
                  <a:ea typeface="微软雅黑" panose="020B0503020204020204" pitchFamily="34" charset="-122"/>
                </a:rPr>
                <a:t>小结</a:t>
              </a:r>
            </a:p>
          </p:txBody>
        </p:sp>
        <p:sp>
          <p:nvSpPr>
            <p:cNvPr id="49" name="MH_Other_2">
              <a:extLst>
                <a:ext uri="{FF2B5EF4-FFF2-40B4-BE49-F238E27FC236}">
                  <a16:creationId xmlns:a16="http://schemas.microsoft.com/office/drawing/2014/main" id="{A870DDF0-69A9-4902-9DB8-28919847BF48}"/>
                </a:ext>
              </a:extLst>
            </p:cNvPr>
            <p:cNvSpPr/>
            <p:nvPr>
              <p:custDataLst>
                <p:tags r:id="rId3"/>
              </p:custDataLst>
            </p:nvPr>
          </p:nvSpPr>
          <p:spPr bwMode="auto">
            <a:xfrm rot="10800000">
              <a:off x="4004344" y="1240922"/>
              <a:ext cx="189743" cy="162838"/>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
        <p:nvSpPr>
          <p:cNvPr id="3" name="标注: 线形 2">
            <a:extLst>
              <a:ext uri="{FF2B5EF4-FFF2-40B4-BE49-F238E27FC236}">
                <a16:creationId xmlns:a16="http://schemas.microsoft.com/office/drawing/2014/main" id="{2E7D95B6-86F7-4EAB-B687-ACEE38B4EB09}"/>
              </a:ext>
            </a:extLst>
          </p:cNvPr>
          <p:cNvSpPr/>
          <p:nvPr/>
        </p:nvSpPr>
        <p:spPr bwMode="auto">
          <a:xfrm>
            <a:off x="6057555" y="1883590"/>
            <a:ext cx="2940103" cy="1723231"/>
          </a:xfrm>
          <a:prstGeom prst="borderCallout1">
            <a:avLst>
              <a:gd name="adj1" fmla="val 50724"/>
              <a:gd name="adj2" fmla="val 180"/>
              <a:gd name="adj3" fmla="val 83348"/>
              <a:gd name="adj4" fmla="val -1236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r>
              <a:rPr lang="zh-CN" altLang="en-US" sz="1400" dirty="0"/>
              <a:t>收入和商品</a:t>
            </a:r>
            <a:r>
              <a:rPr lang="en-US" altLang="zh-CN" sz="1400" dirty="0"/>
              <a:t>2</a:t>
            </a:r>
            <a:r>
              <a:rPr lang="zh-CN" altLang="en-US" sz="1400" dirty="0"/>
              <a:t>价格不变，商品</a:t>
            </a:r>
            <a:r>
              <a:rPr lang="en-US" altLang="zh-CN" sz="1400" dirty="0"/>
              <a:t>1</a:t>
            </a:r>
            <a:r>
              <a:rPr lang="zh-CN" altLang="en-US" sz="1400" dirty="0"/>
              <a:t>价格下降时，预算线由</a:t>
            </a:r>
            <a:r>
              <a:rPr lang="en-US" altLang="zh-CN" sz="1400" dirty="0"/>
              <a:t>I</a:t>
            </a:r>
            <a:r>
              <a:rPr lang="en-US" altLang="zh-CN" sz="1400" baseline="-25000" dirty="0"/>
              <a:t>1</a:t>
            </a:r>
            <a:r>
              <a:rPr lang="zh-CN" altLang="en-US" sz="1400" dirty="0"/>
              <a:t>沿</a:t>
            </a:r>
            <a:r>
              <a:rPr lang="en-US" altLang="zh-CN" sz="1400" dirty="0"/>
              <a:t>B</a:t>
            </a:r>
            <a:r>
              <a:rPr lang="zh-CN" altLang="en-US" sz="1400" dirty="0"/>
              <a:t>点旋转变为</a:t>
            </a:r>
            <a:r>
              <a:rPr lang="en-US" altLang="zh-CN" sz="1400" dirty="0"/>
              <a:t>I</a:t>
            </a:r>
            <a:r>
              <a:rPr lang="en-US" altLang="zh-CN" sz="1400" baseline="-25000" dirty="0"/>
              <a:t>2</a:t>
            </a:r>
            <a:r>
              <a:rPr lang="zh-CN" altLang="en-US" sz="1400" dirty="0"/>
              <a:t>，总效应是从</a:t>
            </a:r>
            <a:r>
              <a:rPr lang="en-US" altLang="zh-CN" sz="1400" dirty="0"/>
              <a:t>E</a:t>
            </a:r>
            <a:r>
              <a:rPr lang="en-US" altLang="zh-CN" sz="1400" baseline="-25000" dirty="0"/>
              <a:t>1</a:t>
            </a:r>
            <a:r>
              <a:rPr lang="zh-CN" altLang="en-US" sz="1400" dirty="0"/>
              <a:t>变为</a:t>
            </a:r>
            <a:r>
              <a:rPr lang="en-US" altLang="zh-CN" sz="1400" dirty="0"/>
              <a:t>E</a:t>
            </a:r>
            <a:r>
              <a:rPr lang="en-US" altLang="zh-CN" sz="1400" baseline="-25000" dirty="0"/>
              <a:t>2</a:t>
            </a:r>
            <a:r>
              <a:rPr lang="zh-CN" altLang="en-US" sz="1400" dirty="0"/>
              <a:t>。</a:t>
            </a:r>
            <a:endParaRPr lang="en-US" altLang="zh-CN" sz="1400" dirty="0"/>
          </a:p>
          <a:p>
            <a:endParaRPr kumimoji="0" lang="en-US" altLang="zh-CN" sz="14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r>
              <a:rPr kumimoji="0" lang="zh-CN" altLang="en-US" sz="14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作一条平行于新预算线</a:t>
            </a:r>
            <a:r>
              <a:rPr kumimoji="0" lang="en-US" altLang="zh-CN" sz="14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I</a:t>
            </a:r>
            <a:r>
              <a:rPr kumimoji="0" lang="en-US" altLang="zh-CN" sz="1400" b="0" i="0" u="none" strike="noStrike" cap="none" normalizeH="0" baseline="-25000" dirty="0">
                <a:ln>
                  <a:noFill/>
                </a:ln>
                <a:solidFill>
                  <a:schemeClr val="tx1"/>
                </a:solidFill>
                <a:effectLst/>
                <a:latin typeface="Arial" panose="020B0604020202020204" pitchFamily="34" charset="0"/>
                <a:ea typeface="宋体" panose="02010600030101010101" pitchFamily="2" charset="-122"/>
              </a:rPr>
              <a:t>2</a:t>
            </a:r>
            <a:r>
              <a:rPr lang="zh-CN" altLang="en-US" sz="1400" dirty="0"/>
              <a:t>但与原无差异曲线</a:t>
            </a:r>
            <a:r>
              <a:rPr lang="en-US" altLang="zh-CN" sz="1400" dirty="0"/>
              <a:t>U</a:t>
            </a:r>
            <a:r>
              <a:rPr lang="en-US" altLang="zh-CN" sz="1400" baseline="-25000" dirty="0"/>
              <a:t>1</a:t>
            </a:r>
            <a:r>
              <a:rPr lang="zh-CN" altLang="en-US" sz="1400" dirty="0"/>
              <a:t>相切的辅助预算线，反映如果实际购买力不变只是相对价格变化时情形。</a:t>
            </a:r>
            <a:endParaRPr kumimoji="0" lang="zh-CN" altLang="en-US" sz="14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wipe(left)">
                                      <p:cBhvr>
                                        <p:cTn id="7" dur="500"/>
                                        <p:tgtEl>
                                          <p:spTgt spid="4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43">
                                            <p:txEl>
                                              <p:pRg st="0" end="0"/>
                                            </p:txEl>
                                          </p:spTgt>
                                        </p:tgtEl>
                                        <p:attrNameLst>
                                          <p:attrName>style.visibility</p:attrName>
                                        </p:attrNameLst>
                                      </p:cBhvr>
                                      <p:to>
                                        <p:strVal val="visible"/>
                                      </p:to>
                                    </p:set>
                                    <p:animEffect transition="in" filter="strips(downRight)">
                                      <p:cBhvr>
                                        <p:cTn id="12" dur="500"/>
                                        <p:tgtEl>
                                          <p:spTgt spid="4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42">
                                            <p:txEl>
                                              <p:pRg st="0" end="0"/>
                                            </p:txEl>
                                          </p:spTgt>
                                        </p:tgtEl>
                                        <p:attrNameLst>
                                          <p:attrName>style.visibility</p:attrName>
                                        </p:attrNameLst>
                                      </p:cBhvr>
                                      <p:to>
                                        <p:strVal val="visible"/>
                                      </p:to>
                                    </p:set>
                                    <p:animEffect transition="in" filter="box(out)">
                                      <p:cBhvr>
                                        <p:cTn id="17" dur="500"/>
                                        <p:tgtEl>
                                          <p:spTgt spid="42">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42">
                                            <p:txEl>
                                              <p:pRg st="1" end="1"/>
                                            </p:txEl>
                                          </p:spTgt>
                                        </p:tgtEl>
                                        <p:attrNameLst>
                                          <p:attrName>style.visibility</p:attrName>
                                        </p:attrNameLst>
                                      </p:cBhvr>
                                      <p:to>
                                        <p:strVal val="visible"/>
                                      </p:to>
                                    </p:set>
                                    <p:animEffect transition="in" filter="box(out)">
                                      <p:cBhvr>
                                        <p:cTn id="22" dur="500"/>
                                        <p:tgtEl>
                                          <p:spTgt spid="42">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47"/>
                                        </p:tgtEl>
                                        <p:attrNameLst>
                                          <p:attrName>style.visibility</p:attrName>
                                        </p:attrNameLst>
                                      </p:cBhvr>
                                      <p:to>
                                        <p:strVal val="visible"/>
                                      </p:to>
                                    </p:set>
                                    <p:animEffect transition="in" filter="barn(inVertical)">
                                      <p:cBhvr>
                                        <p:cTn id="27" dur="500"/>
                                        <p:tgtEl>
                                          <p:spTgt spid="47"/>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6" fill="hold" grpId="0" nodeType="clickEffect">
                                  <p:stCondLst>
                                    <p:cond delay="0"/>
                                  </p:stCondLst>
                                  <p:childTnLst>
                                    <p:set>
                                      <p:cBhvr>
                                        <p:cTn id="31" dur="1" fill="hold">
                                          <p:stCondLst>
                                            <p:cond delay="0"/>
                                          </p:stCondLst>
                                        </p:cTn>
                                        <p:tgtEl>
                                          <p:spTgt spid="42">
                                            <p:txEl>
                                              <p:pRg st="3" end="3"/>
                                            </p:txEl>
                                          </p:spTgt>
                                        </p:tgtEl>
                                        <p:attrNameLst>
                                          <p:attrName>style.visibility</p:attrName>
                                        </p:attrNameLst>
                                      </p:cBhvr>
                                      <p:to>
                                        <p:strVal val="visible"/>
                                      </p:to>
                                    </p:set>
                                    <p:animEffect transition="in" filter="strips(downRight)">
                                      <p:cBhvr>
                                        <p:cTn id="32" dur="500"/>
                                        <p:tgtEl>
                                          <p:spTgt spid="42">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42009"/>
                                        </p:tgtEl>
                                        <p:attrNameLst>
                                          <p:attrName>style.visibility</p:attrName>
                                        </p:attrNameLst>
                                      </p:cBhvr>
                                      <p:to>
                                        <p:strVal val="visible"/>
                                      </p:to>
                                    </p:set>
                                    <p:animEffect transition="in" filter="fade">
                                      <p:cBhvr>
                                        <p:cTn id="41" dur="500"/>
                                        <p:tgtEl>
                                          <p:spTgt spid="42009"/>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7"/>
                                        </p:tgtEl>
                                        <p:attrNameLst>
                                          <p:attrName>style.visibility</p:attrName>
                                        </p:attrNameLst>
                                      </p:cBhvr>
                                      <p:to>
                                        <p:strVal val="visible"/>
                                      </p:to>
                                    </p:set>
                                    <p:animEffect transition="in" filter="fade">
                                      <p:cBhvr>
                                        <p:cTn id="46" dur="500"/>
                                        <p:tgtEl>
                                          <p:spTgt spid="7"/>
                                        </p:tgtEl>
                                      </p:cBhvr>
                                    </p:animEffec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42010"/>
                                        </p:tgtEl>
                                        <p:attrNameLst>
                                          <p:attrName>style.visibility</p:attrName>
                                        </p:attrNameLst>
                                      </p:cBhvr>
                                      <p:to>
                                        <p:strVal val="visible"/>
                                      </p:to>
                                    </p:set>
                                    <p:animEffect transition="in" filter="fade">
                                      <p:cBhvr>
                                        <p:cTn id="55" dur="500"/>
                                        <p:tgtEl>
                                          <p:spTgt spid="42010"/>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9"/>
                                        </p:tgtEl>
                                        <p:attrNameLst>
                                          <p:attrName>style.visibility</p:attrName>
                                        </p:attrNameLst>
                                      </p:cBhvr>
                                      <p:to>
                                        <p:strVal val="visible"/>
                                      </p:to>
                                    </p:set>
                                    <p:animEffect transition="in" filter="fade">
                                      <p:cBhvr>
                                        <p:cTn id="60" dur="500"/>
                                        <p:tgtEl>
                                          <p:spTgt spid="9"/>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15"/>
                                        </p:tgtEl>
                                        <p:attrNameLst>
                                          <p:attrName>style.visibility</p:attrName>
                                        </p:attrNameLst>
                                      </p:cBhvr>
                                      <p:to>
                                        <p:strVal val="visible"/>
                                      </p:to>
                                    </p:set>
                                    <p:animEffect transition="in" filter="fade">
                                      <p:cBhvr>
                                        <p:cTn id="65" dur="500"/>
                                        <p:tgtEl>
                                          <p:spTgt spid="15"/>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11"/>
                                        </p:tgtEl>
                                        <p:attrNameLst>
                                          <p:attrName>style.visibility</p:attrName>
                                        </p:attrNameLst>
                                      </p:cBhvr>
                                      <p:to>
                                        <p:strVal val="visible"/>
                                      </p:to>
                                    </p:set>
                                    <p:animEffect transition="in" filter="fade">
                                      <p:cBhvr>
                                        <p:cTn id="70" dur="500"/>
                                        <p:tgtEl>
                                          <p:spTgt spid="11"/>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12"/>
                                        </p:tgtEl>
                                        <p:attrNameLst>
                                          <p:attrName>style.visibility</p:attrName>
                                        </p:attrNameLst>
                                      </p:cBhvr>
                                      <p:to>
                                        <p:strVal val="visible"/>
                                      </p:to>
                                    </p:set>
                                    <p:animEffect transition="in" filter="fade">
                                      <p:cBhvr>
                                        <p:cTn id="75" dur="500"/>
                                        <p:tgtEl>
                                          <p:spTgt spid="12"/>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nodeType="clickEffect">
                                  <p:stCondLst>
                                    <p:cond delay="0"/>
                                  </p:stCondLst>
                                  <p:childTnLst>
                                    <p:set>
                                      <p:cBhvr>
                                        <p:cTn id="79" dur="1" fill="hold">
                                          <p:stCondLst>
                                            <p:cond delay="0"/>
                                          </p:stCondLst>
                                        </p:cTn>
                                        <p:tgtEl>
                                          <p:spTgt spid="13"/>
                                        </p:tgtEl>
                                        <p:attrNameLst>
                                          <p:attrName>style.visibility</p:attrName>
                                        </p:attrNameLst>
                                      </p:cBhvr>
                                      <p:to>
                                        <p:strVal val="visible"/>
                                      </p:to>
                                    </p:set>
                                    <p:animEffect transition="in" filter="fade">
                                      <p:cBhvr>
                                        <p:cTn id="80" dur="500"/>
                                        <p:tgtEl>
                                          <p:spTgt spid="13"/>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nodeType="clickEffect">
                                  <p:stCondLst>
                                    <p:cond delay="0"/>
                                  </p:stCondLst>
                                  <p:childTnLst>
                                    <p:set>
                                      <p:cBhvr>
                                        <p:cTn id="84" dur="1" fill="hold">
                                          <p:stCondLst>
                                            <p:cond delay="0"/>
                                          </p:stCondLst>
                                        </p:cTn>
                                        <p:tgtEl>
                                          <p:spTgt spid="14"/>
                                        </p:tgtEl>
                                        <p:attrNameLst>
                                          <p:attrName>style.visibility</p:attrName>
                                        </p:attrNameLst>
                                      </p:cBhvr>
                                      <p:to>
                                        <p:strVal val="visible"/>
                                      </p:to>
                                    </p:set>
                                    <p:animEffect transition="in" filter="fade">
                                      <p:cBhvr>
                                        <p:cTn id="8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uiExpand="1" build="p" autoUpdateAnimBg="0"/>
      <p:bldP spid="42" grpId="0" uiExpand="1" build="p" autoUpdateAnimBg="0"/>
      <p:bldP spid="45"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92" name="TextBox 110"/>
          <p:cNvSpPr txBox="1">
            <a:spLocks noChangeArrowheads="1"/>
          </p:cNvSpPr>
          <p:nvPr/>
        </p:nvSpPr>
        <p:spPr bwMode="auto">
          <a:xfrm>
            <a:off x="4802945" y="2423812"/>
            <a:ext cx="3631814" cy="3862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342900" lvl="2" indent="-342900" eaLnBrk="1" hangingPunct="1">
              <a:lnSpc>
                <a:spcPts val="3000"/>
              </a:lnSpc>
              <a:spcAft>
                <a:spcPts val="2400"/>
              </a:spcAft>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以价格降低为例</a:t>
            </a:r>
            <a:endParaRPr lang="en-US" altLang="zh-CN" dirty="0">
              <a:latin typeface="微软雅黑" panose="020B0503020204020204" pitchFamily="34" charset="-122"/>
              <a:ea typeface="微软雅黑" panose="020B0503020204020204" pitchFamily="34" charset="-122"/>
            </a:endParaRPr>
          </a:p>
          <a:p>
            <a:pPr marL="690562" indent="-342900" eaLnBrk="1" hangingPunct="1">
              <a:lnSpc>
                <a:spcPts val="2600"/>
              </a:lnSpc>
              <a:spcAft>
                <a:spcPts val="2400"/>
              </a:spcAft>
              <a:buFont typeface="Arial" panose="020B0604020202020204" pitchFamily="34" charset="0"/>
              <a:buChar char="•"/>
            </a:pPr>
            <a:r>
              <a:rPr lang="zh-CN" altLang="en-US" sz="1600" b="0" dirty="0">
                <a:solidFill>
                  <a:schemeClr val="tx1"/>
                </a:solidFill>
                <a:latin typeface="微软雅黑" panose="020B0503020204020204" pitchFamily="34" charset="-122"/>
                <a:ea typeface="微软雅黑" panose="020B0503020204020204" pitchFamily="34" charset="-122"/>
              </a:rPr>
              <a:t>替代效应：</a:t>
            </a:r>
            <a:r>
              <a:rPr lang="en-US" altLang="zh-CN" sz="1600" b="0" dirty="0">
                <a:solidFill>
                  <a:schemeClr val="tx1"/>
                </a:solidFill>
                <a:latin typeface="微软雅黑" panose="020B0503020204020204" pitchFamily="34" charset="-122"/>
                <a:ea typeface="微软雅黑" panose="020B0503020204020204" pitchFamily="34" charset="-122"/>
              </a:rPr>
              <a:t>E</a:t>
            </a:r>
            <a:r>
              <a:rPr lang="en-US" altLang="zh-CN" sz="1600" b="0" baseline="-25000" dirty="0">
                <a:solidFill>
                  <a:schemeClr val="tx1"/>
                </a:solidFill>
                <a:latin typeface="微软雅黑" panose="020B0503020204020204" pitchFamily="34" charset="-122"/>
                <a:ea typeface="微软雅黑" panose="020B0503020204020204" pitchFamily="34" charset="-122"/>
              </a:rPr>
              <a:t>1</a:t>
            </a:r>
            <a:r>
              <a:rPr lang="en-US" altLang="zh-CN" sz="16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E’</a:t>
            </a:r>
            <a:r>
              <a:rPr lang="en-US" altLang="zh-CN" sz="1600" b="0" baseline="-2500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1</a:t>
            </a:r>
            <a:r>
              <a:rPr lang="zh-CN" altLang="en-US" sz="16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a:t>
            </a:r>
            <a:r>
              <a:rPr lang="en-US" altLang="zh-CN" sz="1600" dirty="0">
                <a:latin typeface="微软雅黑" panose="020B0503020204020204" pitchFamily="34" charset="-122"/>
                <a:ea typeface="微软雅黑" panose="020B0503020204020204" pitchFamily="34" charset="-122"/>
                <a:sym typeface="Wingdings" panose="05000000000000000000" pitchFamily="2" charset="2"/>
              </a:rPr>
              <a:t>Q↑</a:t>
            </a:r>
            <a:endParaRPr lang="en-US" altLang="zh-CN" sz="1600" b="0" dirty="0">
              <a:solidFill>
                <a:schemeClr val="tx1"/>
              </a:solidFill>
              <a:latin typeface="微软雅黑" panose="020B0503020204020204" pitchFamily="34" charset="-122"/>
              <a:ea typeface="微软雅黑" panose="020B0503020204020204" pitchFamily="34" charset="-122"/>
            </a:endParaRPr>
          </a:p>
          <a:p>
            <a:pPr marL="690562" indent="-342900" eaLnBrk="1" hangingPunct="1">
              <a:lnSpc>
                <a:spcPts val="2600"/>
              </a:lnSpc>
              <a:spcAft>
                <a:spcPts val="2400"/>
              </a:spcAft>
              <a:buFont typeface="Arial" panose="020B0604020202020204" pitchFamily="34" charset="0"/>
              <a:buChar char="•"/>
            </a:pPr>
            <a:r>
              <a:rPr lang="zh-CN" altLang="en-US" sz="1600" b="0" dirty="0">
                <a:solidFill>
                  <a:schemeClr val="tx1"/>
                </a:solidFill>
                <a:latin typeface="微软雅黑" panose="020B0503020204020204" pitchFamily="34" charset="-122"/>
                <a:ea typeface="微软雅黑" panose="020B0503020204020204" pitchFamily="34" charset="-122"/>
              </a:rPr>
              <a:t>收入效应：</a:t>
            </a:r>
            <a:r>
              <a:rPr lang="en-US" altLang="zh-CN" sz="1600" b="0" dirty="0">
                <a:solidFill>
                  <a:schemeClr val="tx1"/>
                </a:solidFill>
                <a:latin typeface="微软雅黑" panose="020B0503020204020204" pitchFamily="34" charset="-122"/>
                <a:ea typeface="微软雅黑" panose="020B0503020204020204" pitchFamily="34" charset="-122"/>
              </a:rPr>
              <a:t>E’</a:t>
            </a:r>
            <a:r>
              <a:rPr lang="en-US" altLang="zh-CN" sz="1600" b="0" baseline="-25000" dirty="0">
                <a:solidFill>
                  <a:schemeClr val="tx1"/>
                </a:solidFill>
                <a:latin typeface="微软雅黑" panose="020B0503020204020204" pitchFamily="34" charset="-122"/>
                <a:ea typeface="微软雅黑" panose="020B0503020204020204" pitchFamily="34" charset="-122"/>
              </a:rPr>
              <a:t>1</a:t>
            </a:r>
            <a:r>
              <a:rPr lang="en-US" altLang="zh-CN" sz="16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E</a:t>
            </a:r>
            <a:r>
              <a:rPr lang="en-US" altLang="zh-CN" sz="1600" b="0" baseline="-2500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2</a:t>
            </a:r>
            <a:r>
              <a:rPr lang="zh-CN" altLang="en-US" sz="16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a:t>
            </a:r>
            <a:r>
              <a:rPr lang="en-US" altLang="zh-CN" sz="1600" dirty="0">
                <a:latin typeface="微软雅黑" panose="020B0503020204020204" pitchFamily="34" charset="-122"/>
                <a:ea typeface="微软雅黑" panose="020B0503020204020204" pitchFamily="34" charset="-122"/>
                <a:sym typeface="Wingdings" panose="05000000000000000000" pitchFamily="2" charset="2"/>
              </a:rPr>
              <a:t>Q↓</a:t>
            </a:r>
          </a:p>
          <a:p>
            <a:pPr marL="690562" indent="-342900" eaLnBrk="1" hangingPunct="1">
              <a:lnSpc>
                <a:spcPts val="2600"/>
              </a:lnSpc>
              <a:spcAft>
                <a:spcPts val="2400"/>
              </a:spcAft>
              <a:buFont typeface="Arial" panose="020B0604020202020204" pitchFamily="34" charset="0"/>
              <a:buChar char="•"/>
            </a:pPr>
            <a:r>
              <a:rPr lang="zh-CN" altLang="en-US" sz="1600" b="0" dirty="0">
                <a:solidFill>
                  <a:schemeClr val="tx1"/>
                </a:solidFill>
                <a:latin typeface="微软雅黑" panose="020B0503020204020204" pitchFamily="34" charset="-122"/>
                <a:ea typeface="微软雅黑" panose="020B0503020204020204" pitchFamily="34" charset="-122"/>
              </a:rPr>
              <a:t>总效应：</a:t>
            </a:r>
            <a:r>
              <a:rPr lang="en-US" altLang="zh-CN" sz="1600" b="0" dirty="0">
                <a:solidFill>
                  <a:schemeClr val="tx1"/>
                </a:solidFill>
                <a:latin typeface="微软雅黑" panose="020B0503020204020204" pitchFamily="34" charset="-122"/>
                <a:ea typeface="微软雅黑" panose="020B0503020204020204" pitchFamily="34" charset="-122"/>
              </a:rPr>
              <a:t> E</a:t>
            </a:r>
            <a:r>
              <a:rPr lang="en-US" altLang="zh-CN" sz="1600" b="0" baseline="-25000" dirty="0">
                <a:solidFill>
                  <a:schemeClr val="tx1"/>
                </a:solidFill>
                <a:latin typeface="微软雅黑" panose="020B0503020204020204" pitchFamily="34" charset="-122"/>
                <a:ea typeface="微软雅黑" panose="020B0503020204020204" pitchFamily="34" charset="-122"/>
              </a:rPr>
              <a:t>1</a:t>
            </a:r>
            <a:r>
              <a:rPr lang="en-US" altLang="zh-CN" sz="16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E</a:t>
            </a:r>
            <a:r>
              <a:rPr lang="en-US" altLang="zh-CN" sz="1600" baseline="-25000" dirty="0">
                <a:latin typeface="微软雅黑" panose="020B0503020204020204" pitchFamily="34" charset="-122"/>
                <a:ea typeface="微软雅黑" panose="020B0503020204020204" pitchFamily="34" charset="-122"/>
                <a:sym typeface="Wingdings" panose="05000000000000000000" pitchFamily="2" charset="2"/>
              </a:rPr>
              <a:t>2</a:t>
            </a:r>
            <a:r>
              <a:rPr lang="zh-CN" altLang="en-US" sz="16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 ，</a:t>
            </a:r>
            <a:r>
              <a:rPr lang="en-US" altLang="zh-CN" sz="1600" dirty="0">
                <a:latin typeface="微软雅黑" panose="020B0503020204020204" pitchFamily="34" charset="-122"/>
                <a:ea typeface="微软雅黑" panose="020B0503020204020204" pitchFamily="34" charset="-122"/>
                <a:sym typeface="Wingdings" panose="05000000000000000000" pitchFamily="2" charset="2"/>
              </a:rPr>
              <a:t>Q↑</a:t>
            </a:r>
            <a:r>
              <a:rPr lang="zh-CN" altLang="en-US" sz="1600" dirty="0">
                <a:latin typeface="微软雅黑" panose="020B0503020204020204" pitchFamily="34" charset="-122"/>
                <a:ea typeface="微软雅黑" panose="020B0503020204020204" pitchFamily="34" charset="-122"/>
                <a:sym typeface="Wingdings" panose="05000000000000000000" pitchFamily="2" charset="2"/>
              </a:rPr>
              <a:t>非吉芬商品</a:t>
            </a:r>
            <a:endParaRPr lang="en-US" altLang="zh-CN" sz="1600" b="0" dirty="0">
              <a:solidFill>
                <a:schemeClr val="tx1"/>
              </a:solidFill>
              <a:latin typeface="微软雅黑" panose="020B0503020204020204" pitchFamily="34" charset="-122"/>
              <a:ea typeface="微软雅黑" panose="020B0503020204020204" pitchFamily="34" charset="-122"/>
            </a:endParaRPr>
          </a:p>
          <a:p>
            <a:pPr marL="342900" indent="-342900" eaLnBrk="1" hangingPunct="1">
              <a:buFont typeface="Wingdings" panose="05000000000000000000" pitchFamily="2" charset="2"/>
              <a:buChar char="Ø"/>
            </a:pPr>
            <a:endParaRPr lang="en-US" altLang="zh-CN" sz="1600" b="0" baseline="-25000" dirty="0">
              <a:solidFill>
                <a:schemeClr val="tx1"/>
              </a:solidFill>
            </a:endParaRPr>
          </a:p>
          <a:p>
            <a:pPr marL="342900" indent="-342900" eaLnBrk="1" hangingPunct="1">
              <a:buFont typeface="Wingdings" panose="05000000000000000000" pitchFamily="2" charset="2"/>
              <a:buChar char="Ø"/>
            </a:pPr>
            <a:endParaRPr lang="en-US" altLang="zh-CN" sz="2000" dirty="0"/>
          </a:p>
          <a:p>
            <a:pPr marL="342900" indent="-342900" eaLnBrk="1" hangingPunct="1">
              <a:buFont typeface="Wingdings" panose="05000000000000000000" pitchFamily="2" charset="2"/>
              <a:buChar char="Ø"/>
            </a:pPr>
            <a:endParaRPr lang="zh-CN" altLang="en-US" sz="2000" dirty="0"/>
          </a:p>
        </p:txBody>
      </p:sp>
      <p:graphicFrame>
        <p:nvGraphicFramePr>
          <p:cNvPr id="45082" name="Object 26"/>
          <p:cNvGraphicFramePr>
            <a:graphicFrameLocks noChangeAspect="1"/>
          </p:cNvGraphicFramePr>
          <p:nvPr>
            <p:extLst>
              <p:ext uri="{D42A27DB-BD31-4B8C-83A1-F6EECF244321}">
                <p14:modId xmlns:p14="http://schemas.microsoft.com/office/powerpoint/2010/main" val="1280661241"/>
              </p:ext>
            </p:extLst>
          </p:nvPr>
        </p:nvGraphicFramePr>
        <p:xfrm>
          <a:off x="1362311" y="3586868"/>
          <a:ext cx="247708" cy="230229"/>
        </p:xfrm>
        <a:graphic>
          <a:graphicData uri="http://schemas.openxmlformats.org/presentationml/2006/ole">
            <mc:AlternateContent xmlns:mc="http://schemas.openxmlformats.org/markup-compatibility/2006">
              <mc:Choice xmlns:v="urn:schemas-microsoft-com:vml" Requires="v">
                <p:oleObj spid="_x0000_s45513" r:id="rId6" imgW="178117" imgH="165417" progId="">
                  <p:embed/>
                </p:oleObj>
              </mc:Choice>
              <mc:Fallback>
                <p:oleObj r:id="rId6" imgW="178117" imgH="165417" progId="">
                  <p:embed/>
                  <p:pic>
                    <p:nvPicPr>
                      <p:cNvPr id="0" name="Object 2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62311" y="3586868"/>
                        <a:ext cx="247708" cy="230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6" name="组合 5">
            <a:extLst>
              <a:ext uri="{FF2B5EF4-FFF2-40B4-BE49-F238E27FC236}">
                <a16:creationId xmlns:a16="http://schemas.microsoft.com/office/drawing/2014/main" id="{77ACC527-0683-41D7-AC7A-4EF70E1BB813}"/>
              </a:ext>
            </a:extLst>
          </p:cNvPr>
          <p:cNvGrpSpPr/>
          <p:nvPr/>
        </p:nvGrpSpPr>
        <p:grpSpPr>
          <a:xfrm>
            <a:off x="1655999" y="3114374"/>
            <a:ext cx="1528571" cy="2404054"/>
            <a:chOff x="1655999" y="3114374"/>
            <a:chExt cx="1528571" cy="2404054"/>
          </a:xfrm>
        </p:grpSpPr>
        <p:cxnSp>
          <p:nvCxnSpPr>
            <p:cNvPr id="45061" name="直接连接符 25"/>
            <p:cNvCxnSpPr>
              <a:cxnSpLocks noChangeShapeType="1"/>
            </p:cNvCxnSpPr>
            <p:nvPr/>
          </p:nvCxnSpPr>
          <p:spPr bwMode="auto">
            <a:xfrm rot="16200000" flipH="1">
              <a:off x="1329768" y="3440605"/>
              <a:ext cx="2033588" cy="1381125"/>
            </a:xfrm>
            <a:prstGeom prst="line">
              <a:avLst/>
            </a:prstGeom>
            <a:noFill/>
            <a:ln w="38100" cmpd="sng">
              <a:solidFill>
                <a:srgbClr val="C3C9D7"/>
              </a:solidFill>
              <a:round/>
              <a:headEnd/>
              <a:tailEnd/>
            </a:ln>
            <a:effectLst>
              <a:outerShdw dist="23000" dir="5400000" algn="ctr" rotWithShape="0">
                <a:srgbClr val="000000">
                  <a:alpha val="32999"/>
                </a:srgbClr>
              </a:outerShdw>
            </a:effectLst>
            <a:extLst>
              <a:ext uri="{909E8E84-426E-40DD-AFC4-6F175D3DCCD1}">
                <a14:hiddenFill xmlns:a14="http://schemas.microsoft.com/office/drawing/2010/main">
                  <a:noFill/>
                </a14:hiddenFill>
              </a:ext>
            </a:extLst>
          </p:spPr>
        </p:cxnSp>
        <p:graphicFrame>
          <p:nvGraphicFramePr>
            <p:cNvPr id="45078" name="Object 22"/>
            <p:cNvGraphicFramePr>
              <a:graphicFrameLocks noChangeAspect="1"/>
            </p:cNvGraphicFramePr>
            <p:nvPr>
              <p:extLst>
                <p:ext uri="{D42A27DB-BD31-4B8C-83A1-F6EECF244321}">
                  <p14:modId xmlns:p14="http://schemas.microsoft.com/office/powerpoint/2010/main" val="1972434756"/>
                </p:ext>
              </p:extLst>
            </p:nvPr>
          </p:nvGraphicFramePr>
          <p:xfrm>
            <a:off x="2954328" y="5197695"/>
            <a:ext cx="230242" cy="320733"/>
          </p:xfrm>
          <a:graphic>
            <a:graphicData uri="http://schemas.openxmlformats.org/presentationml/2006/ole">
              <mc:AlternateContent xmlns:mc="http://schemas.openxmlformats.org/markup-compatibility/2006">
                <mc:Choice xmlns:v="urn:schemas-microsoft-com:vml" Requires="v">
                  <p:oleObj spid="_x0000_s45514" r:id="rId8" imgW="165417" imgH="228917" progId="">
                    <p:embed/>
                  </p:oleObj>
                </mc:Choice>
                <mc:Fallback>
                  <p:oleObj r:id="rId8" imgW="165417" imgH="228917" progId="">
                    <p:embed/>
                    <p:pic>
                      <p:nvPicPr>
                        <p:cNvPr id="0" name="Object 2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54328" y="5197695"/>
                          <a:ext cx="230242" cy="320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087" name="Object 31"/>
            <p:cNvGraphicFramePr>
              <a:graphicFrameLocks noChangeAspect="1"/>
            </p:cNvGraphicFramePr>
            <p:nvPr>
              <p:extLst>
                <p:ext uri="{D42A27DB-BD31-4B8C-83A1-F6EECF244321}">
                  <p14:modId xmlns:p14="http://schemas.microsoft.com/office/powerpoint/2010/main" val="3178923314"/>
                </p:ext>
              </p:extLst>
            </p:nvPr>
          </p:nvGraphicFramePr>
          <p:xfrm>
            <a:off x="2985989" y="4823981"/>
            <a:ext cx="195307" cy="320733"/>
          </p:xfrm>
          <a:graphic>
            <a:graphicData uri="http://schemas.openxmlformats.org/presentationml/2006/ole">
              <mc:AlternateContent xmlns:mc="http://schemas.openxmlformats.org/markup-compatibility/2006">
                <mc:Choice xmlns:v="urn:schemas-microsoft-com:vml" Requires="v">
                  <p:oleObj spid="_x0000_s45515" r:id="rId10" imgW="140199" imgH="229215" progId="">
                    <p:embed/>
                  </p:oleObj>
                </mc:Choice>
                <mc:Fallback>
                  <p:oleObj r:id="rId10" imgW="140199" imgH="229215" progId="">
                    <p:embed/>
                    <p:pic>
                      <p:nvPicPr>
                        <p:cNvPr id="0" name="Object 3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985989" y="4823981"/>
                          <a:ext cx="195307" cy="320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8" name="组合 7">
            <a:extLst>
              <a:ext uri="{FF2B5EF4-FFF2-40B4-BE49-F238E27FC236}">
                <a16:creationId xmlns:a16="http://schemas.microsoft.com/office/drawing/2014/main" id="{88F77616-8F35-49C6-AE7B-14CE743E4029}"/>
              </a:ext>
            </a:extLst>
          </p:cNvPr>
          <p:cNvGrpSpPr/>
          <p:nvPr/>
        </p:nvGrpSpPr>
        <p:grpSpPr>
          <a:xfrm>
            <a:off x="1675049" y="3730324"/>
            <a:ext cx="2301154" cy="1770250"/>
            <a:chOff x="1675049" y="3730324"/>
            <a:chExt cx="2301154" cy="1770250"/>
          </a:xfrm>
        </p:grpSpPr>
        <p:cxnSp>
          <p:nvCxnSpPr>
            <p:cNvPr id="45063" name="直接连接符 27"/>
            <p:cNvCxnSpPr>
              <a:cxnSpLocks noChangeShapeType="1"/>
            </p:cNvCxnSpPr>
            <p:nvPr/>
          </p:nvCxnSpPr>
          <p:spPr bwMode="auto">
            <a:xfrm>
              <a:off x="1675049" y="3730324"/>
              <a:ext cx="2052637" cy="1436688"/>
            </a:xfrm>
            <a:prstGeom prst="line">
              <a:avLst/>
            </a:prstGeom>
            <a:noFill/>
            <a:ln w="38100" cmpd="sng">
              <a:solidFill>
                <a:srgbClr val="C00000"/>
              </a:solidFill>
              <a:round/>
              <a:headEnd/>
              <a:tailEnd/>
            </a:ln>
            <a:effectLst>
              <a:outerShdw dist="23000" dir="5400000" algn="ctr" rotWithShape="0">
                <a:srgbClr val="000000">
                  <a:alpha val="32999"/>
                </a:srgbClr>
              </a:outerShdw>
            </a:effectLst>
            <a:extLst>
              <a:ext uri="{909E8E84-426E-40DD-AFC4-6F175D3DCCD1}">
                <a14:hiddenFill xmlns:a14="http://schemas.microsoft.com/office/drawing/2010/main">
                  <a:noFill/>
                </a14:hiddenFill>
              </a:ext>
            </a:extLst>
          </p:spPr>
        </p:cxnSp>
        <p:graphicFrame>
          <p:nvGraphicFramePr>
            <p:cNvPr id="45079" name="Object 23"/>
            <p:cNvGraphicFramePr>
              <a:graphicFrameLocks noChangeAspect="1"/>
            </p:cNvGraphicFramePr>
            <p:nvPr>
              <p:extLst>
                <p:ext uri="{D42A27DB-BD31-4B8C-83A1-F6EECF244321}">
                  <p14:modId xmlns:p14="http://schemas.microsoft.com/office/powerpoint/2010/main" val="2518457727"/>
                </p:ext>
              </p:extLst>
            </p:nvPr>
          </p:nvGraphicFramePr>
          <p:xfrm>
            <a:off x="3563810" y="5179841"/>
            <a:ext cx="247708" cy="320733"/>
          </p:xfrm>
          <a:graphic>
            <a:graphicData uri="http://schemas.openxmlformats.org/presentationml/2006/ole">
              <mc:AlternateContent xmlns:mc="http://schemas.openxmlformats.org/markup-compatibility/2006">
                <mc:Choice xmlns:v="urn:schemas-microsoft-com:vml" Requires="v">
                  <p:oleObj spid="_x0000_s45516" r:id="rId12" imgW="178040" imgH="228818" progId="">
                    <p:embed/>
                  </p:oleObj>
                </mc:Choice>
                <mc:Fallback>
                  <p:oleObj r:id="rId12" imgW="178040" imgH="228818" progId="">
                    <p:embed/>
                    <p:pic>
                      <p:nvPicPr>
                        <p:cNvPr id="0" name="Object 2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563810" y="5179841"/>
                          <a:ext cx="247708" cy="320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089" name="Object 33"/>
            <p:cNvGraphicFramePr>
              <a:graphicFrameLocks noChangeAspect="1"/>
            </p:cNvGraphicFramePr>
            <p:nvPr>
              <p:extLst>
                <p:ext uri="{D42A27DB-BD31-4B8C-83A1-F6EECF244321}">
                  <p14:modId xmlns:p14="http://schemas.microsoft.com/office/powerpoint/2010/main" val="1938112342"/>
                </p:ext>
              </p:extLst>
            </p:nvPr>
          </p:nvGraphicFramePr>
          <p:xfrm>
            <a:off x="3763429" y="4824272"/>
            <a:ext cx="212774" cy="320733"/>
          </p:xfrm>
          <a:graphic>
            <a:graphicData uri="http://schemas.openxmlformats.org/presentationml/2006/ole">
              <mc:AlternateContent xmlns:mc="http://schemas.openxmlformats.org/markup-compatibility/2006">
                <mc:Choice xmlns:v="urn:schemas-microsoft-com:vml" Requires="v">
                  <p:oleObj spid="_x0000_s45517" r:id="rId14" imgW="152783" imgH="229016" progId="">
                    <p:embed/>
                  </p:oleObj>
                </mc:Choice>
                <mc:Fallback>
                  <p:oleObj r:id="rId14" imgW="152783" imgH="229016" progId="">
                    <p:embed/>
                    <p:pic>
                      <p:nvPicPr>
                        <p:cNvPr id="0" name="Object 3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763429" y="4824272"/>
                          <a:ext cx="212774" cy="320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1" name="组合 10">
            <a:extLst>
              <a:ext uri="{FF2B5EF4-FFF2-40B4-BE49-F238E27FC236}">
                <a16:creationId xmlns:a16="http://schemas.microsoft.com/office/drawing/2014/main" id="{022DE0E9-16A7-435F-9CB6-7D46810615FA}"/>
              </a:ext>
            </a:extLst>
          </p:cNvPr>
          <p:cNvGrpSpPr/>
          <p:nvPr/>
        </p:nvGrpSpPr>
        <p:grpSpPr>
          <a:xfrm>
            <a:off x="1958118" y="3898597"/>
            <a:ext cx="301695" cy="1601654"/>
            <a:chOff x="1958118" y="3898597"/>
            <a:chExt cx="301695" cy="1601654"/>
          </a:xfrm>
        </p:grpSpPr>
        <p:cxnSp>
          <p:nvCxnSpPr>
            <p:cNvPr id="45070" name="直接连接符 34"/>
            <p:cNvCxnSpPr>
              <a:cxnSpLocks noChangeShapeType="1"/>
            </p:cNvCxnSpPr>
            <p:nvPr/>
          </p:nvCxnSpPr>
          <p:spPr bwMode="auto">
            <a:xfrm rot="16200000" flipH="1">
              <a:off x="1563129" y="4513754"/>
              <a:ext cx="1230313" cy="0"/>
            </a:xfrm>
            <a:prstGeom prst="line">
              <a:avLst/>
            </a:prstGeom>
            <a:noFill/>
            <a:ln w="9525" cmpd="sng">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45074" name="Object 18"/>
            <p:cNvGraphicFramePr>
              <a:graphicFrameLocks noChangeAspect="1"/>
            </p:cNvGraphicFramePr>
            <p:nvPr>
              <p:extLst>
                <p:ext uri="{D42A27DB-BD31-4B8C-83A1-F6EECF244321}">
                  <p14:modId xmlns:p14="http://schemas.microsoft.com/office/powerpoint/2010/main" val="319067303"/>
                </p:ext>
              </p:extLst>
            </p:nvPr>
          </p:nvGraphicFramePr>
          <p:xfrm>
            <a:off x="1958118" y="5179518"/>
            <a:ext cx="301695" cy="320733"/>
          </p:xfrm>
          <a:graphic>
            <a:graphicData uri="http://schemas.openxmlformats.org/presentationml/2006/ole">
              <mc:AlternateContent xmlns:mc="http://schemas.openxmlformats.org/markup-compatibility/2006">
                <mc:Choice xmlns:v="urn:schemas-microsoft-com:vml" Requires="v">
                  <p:oleObj spid="_x0000_s45518" r:id="rId16" imgW="216217" imgH="228917" progId="">
                    <p:embed/>
                  </p:oleObj>
                </mc:Choice>
                <mc:Fallback>
                  <p:oleObj r:id="rId16" imgW="216217" imgH="228917" progId="">
                    <p:embed/>
                    <p:pic>
                      <p:nvPicPr>
                        <p:cNvPr id="0" name="Object 1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958118" y="5179518"/>
                          <a:ext cx="301695" cy="320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2" name="组合 11">
            <a:extLst>
              <a:ext uri="{FF2B5EF4-FFF2-40B4-BE49-F238E27FC236}">
                <a16:creationId xmlns:a16="http://schemas.microsoft.com/office/drawing/2014/main" id="{A3E9E120-549E-4783-B9DC-FCE7849167C5}"/>
              </a:ext>
            </a:extLst>
          </p:cNvPr>
          <p:cNvGrpSpPr/>
          <p:nvPr/>
        </p:nvGrpSpPr>
        <p:grpSpPr>
          <a:xfrm>
            <a:off x="2269275" y="3600147"/>
            <a:ext cx="320750" cy="1900524"/>
            <a:chOff x="2269275" y="3600147"/>
            <a:chExt cx="320750" cy="1900524"/>
          </a:xfrm>
        </p:grpSpPr>
        <p:cxnSp>
          <p:nvCxnSpPr>
            <p:cNvPr id="45072" name="直接连接符 36"/>
            <p:cNvCxnSpPr>
              <a:cxnSpLocks noChangeShapeType="1"/>
            </p:cNvCxnSpPr>
            <p:nvPr/>
          </p:nvCxnSpPr>
          <p:spPr bwMode="auto">
            <a:xfrm rot="16200000" flipH="1">
              <a:off x="1637740" y="4364529"/>
              <a:ext cx="1547813" cy="19050"/>
            </a:xfrm>
            <a:prstGeom prst="line">
              <a:avLst/>
            </a:prstGeom>
            <a:noFill/>
            <a:ln w="9525" cmpd="sng">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45075" name="Object 19"/>
            <p:cNvGraphicFramePr>
              <a:graphicFrameLocks noChangeAspect="1"/>
            </p:cNvGraphicFramePr>
            <p:nvPr>
              <p:extLst>
                <p:ext uri="{D42A27DB-BD31-4B8C-83A1-F6EECF244321}">
                  <p14:modId xmlns:p14="http://schemas.microsoft.com/office/powerpoint/2010/main" val="2188473853"/>
                </p:ext>
              </p:extLst>
            </p:nvPr>
          </p:nvGraphicFramePr>
          <p:xfrm>
            <a:off x="2269275" y="5179938"/>
            <a:ext cx="320750" cy="320733"/>
          </p:xfrm>
          <a:graphic>
            <a:graphicData uri="http://schemas.openxmlformats.org/presentationml/2006/ole">
              <mc:AlternateContent xmlns:mc="http://schemas.openxmlformats.org/markup-compatibility/2006">
                <mc:Choice xmlns:v="urn:schemas-microsoft-com:vml" Requires="v">
                  <p:oleObj spid="_x0000_s45519" r:id="rId18" imgW="229215" imgH="229215" progId="">
                    <p:embed/>
                  </p:oleObj>
                </mc:Choice>
                <mc:Fallback>
                  <p:oleObj r:id="rId18" imgW="229215" imgH="229215" progId="">
                    <p:embed/>
                    <p:pic>
                      <p:nvPicPr>
                        <p:cNvPr id="0" name="Object 19"/>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269275" y="5179938"/>
                          <a:ext cx="320750" cy="320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3" name="组合 12">
            <a:extLst>
              <a:ext uri="{FF2B5EF4-FFF2-40B4-BE49-F238E27FC236}">
                <a16:creationId xmlns:a16="http://schemas.microsoft.com/office/drawing/2014/main" id="{CC00AB0E-9369-4C55-9451-BC229AD9C219}"/>
              </a:ext>
            </a:extLst>
          </p:cNvPr>
          <p:cNvGrpSpPr/>
          <p:nvPr/>
        </p:nvGrpSpPr>
        <p:grpSpPr>
          <a:xfrm>
            <a:off x="2630856" y="4514547"/>
            <a:ext cx="301695" cy="1003946"/>
            <a:chOff x="2630856" y="4514547"/>
            <a:chExt cx="301695" cy="1003946"/>
          </a:xfrm>
        </p:grpSpPr>
        <p:cxnSp>
          <p:nvCxnSpPr>
            <p:cNvPr id="45071" name="直接连接符 35"/>
            <p:cNvCxnSpPr>
              <a:cxnSpLocks noChangeShapeType="1"/>
            </p:cNvCxnSpPr>
            <p:nvPr/>
          </p:nvCxnSpPr>
          <p:spPr bwMode="auto">
            <a:xfrm rot="16200000" flipH="1">
              <a:off x="2468796" y="4803473"/>
              <a:ext cx="614363" cy="36512"/>
            </a:xfrm>
            <a:prstGeom prst="line">
              <a:avLst/>
            </a:prstGeom>
            <a:noFill/>
            <a:ln w="9525" cmpd="sng">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45076" name="Object 20"/>
            <p:cNvGraphicFramePr>
              <a:graphicFrameLocks noChangeAspect="1"/>
            </p:cNvGraphicFramePr>
            <p:nvPr>
              <p:extLst>
                <p:ext uri="{D42A27DB-BD31-4B8C-83A1-F6EECF244321}">
                  <p14:modId xmlns:p14="http://schemas.microsoft.com/office/powerpoint/2010/main" val="3976150943"/>
                </p:ext>
              </p:extLst>
            </p:nvPr>
          </p:nvGraphicFramePr>
          <p:xfrm>
            <a:off x="2630856" y="5197760"/>
            <a:ext cx="301695" cy="320733"/>
          </p:xfrm>
          <a:graphic>
            <a:graphicData uri="http://schemas.openxmlformats.org/presentationml/2006/ole">
              <mc:AlternateContent xmlns:mc="http://schemas.openxmlformats.org/markup-compatibility/2006">
                <mc:Choice xmlns:v="urn:schemas-microsoft-com:vml" Requires="v">
                  <p:oleObj spid="_x0000_s45520" r:id="rId20" imgW="216217" imgH="228917" progId="">
                    <p:embed/>
                  </p:oleObj>
                </mc:Choice>
                <mc:Fallback>
                  <p:oleObj r:id="rId20" imgW="216217" imgH="228917" progId="">
                    <p:embed/>
                    <p:pic>
                      <p:nvPicPr>
                        <p:cNvPr id="0" name="Object 20"/>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630856" y="5197760"/>
                          <a:ext cx="301695" cy="320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45081" name="Object 25"/>
          <p:cNvGraphicFramePr>
            <a:graphicFrameLocks noChangeAspect="1"/>
          </p:cNvGraphicFramePr>
          <p:nvPr>
            <p:extLst>
              <p:ext uri="{D42A27DB-BD31-4B8C-83A1-F6EECF244321}">
                <p14:modId xmlns:p14="http://schemas.microsoft.com/office/powerpoint/2010/main" val="3387577630"/>
              </p:ext>
            </p:extLst>
          </p:nvPr>
        </p:nvGraphicFramePr>
        <p:xfrm>
          <a:off x="1392967" y="3064777"/>
          <a:ext cx="212774" cy="230229"/>
        </p:xfrm>
        <a:graphic>
          <a:graphicData uri="http://schemas.openxmlformats.org/presentationml/2006/ole">
            <mc:AlternateContent xmlns:mc="http://schemas.openxmlformats.org/markup-compatibility/2006">
              <mc:Choice xmlns:v="urn:schemas-microsoft-com:vml" Requires="v">
                <p:oleObj spid="_x0000_s45521" r:id="rId22" imgW="152783" imgH="165489" progId="">
                  <p:embed/>
                </p:oleObj>
              </mc:Choice>
              <mc:Fallback>
                <p:oleObj r:id="rId22" imgW="152783" imgH="165489" progId="">
                  <p:embed/>
                  <p:pic>
                    <p:nvPicPr>
                      <p:cNvPr id="0" name="Object 25"/>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392967" y="3064777"/>
                        <a:ext cx="212774" cy="230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5" name="组合 4">
            <a:extLst>
              <a:ext uri="{FF2B5EF4-FFF2-40B4-BE49-F238E27FC236}">
                <a16:creationId xmlns:a16="http://schemas.microsoft.com/office/drawing/2014/main" id="{60998018-0E1C-4A77-85D0-5460EBCA390B}"/>
              </a:ext>
            </a:extLst>
          </p:cNvPr>
          <p:cNvGrpSpPr/>
          <p:nvPr/>
        </p:nvGrpSpPr>
        <p:grpSpPr>
          <a:xfrm>
            <a:off x="1392772" y="2423812"/>
            <a:ext cx="3809702" cy="3113087"/>
            <a:chOff x="1392772" y="2423812"/>
            <a:chExt cx="3809702" cy="3113087"/>
          </a:xfrm>
        </p:grpSpPr>
        <p:cxnSp>
          <p:nvCxnSpPr>
            <p:cNvPr id="45065" name="直接箭头连接符 29"/>
            <p:cNvCxnSpPr>
              <a:cxnSpLocks noChangeShapeType="1"/>
            </p:cNvCxnSpPr>
            <p:nvPr/>
          </p:nvCxnSpPr>
          <p:spPr bwMode="auto">
            <a:xfrm>
              <a:off x="1636949" y="5128912"/>
              <a:ext cx="3565525" cy="38100"/>
            </a:xfrm>
            <a:prstGeom prst="straightConnector1">
              <a:avLst/>
            </a:prstGeom>
            <a:noFill/>
            <a:ln w="9525" cmpd="sng">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45066" name="直接箭头连接符 30"/>
            <p:cNvCxnSpPr>
              <a:cxnSpLocks noChangeShapeType="1"/>
            </p:cNvCxnSpPr>
            <p:nvPr/>
          </p:nvCxnSpPr>
          <p:spPr bwMode="auto">
            <a:xfrm rot="5400000" flipH="1" flipV="1">
              <a:off x="301861" y="3776362"/>
              <a:ext cx="2706687" cy="1588"/>
            </a:xfrm>
            <a:prstGeom prst="straightConnector1">
              <a:avLst/>
            </a:prstGeom>
            <a:noFill/>
            <a:ln w="9525" cmpd="sng">
              <a:solidFill>
                <a:srgbClr val="7F7F7F"/>
              </a:solidFill>
              <a:round/>
              <a:headEnd/>
              <a:tailEnd type="stealth" w="med" len="lg"/>
            </a:ln>
            <a:extLst>
              <a:ext uri="{909E8E84-426E-40DD-AFC4-6F175D3DCCD1}">
                <a14:hiddenFill xmlns:a14="http://schemas.microsoft.com/office/drawing/2010/main">
                  <a:noFill/>
                </a14:hiddenFill>
              </a:ext>
            </a:extLst>
          </p:spPr>
        </p:cxnSp>
        <p:graphicFrame>
          <p:nvGraphicFramePr>
            <p:cNvPr id="45073" name="Object 17"/>
            <p:cNvGraphicFramePr>
              <a:graphicFrameLocks noChangeAspect="1"/>
            </p:cNvGraphicFramePr>
            <p:nvPr>
              <p:extLst>
                <p:ext uri="{D42A27DB-BD31-4B8C-83A1-F6EECF244321}">
                  <p14:modId xmlns:p14="http://schemas.microsoft.com/office/powerpoint/2010/main" val="3733840032"/>
                </p:ext>
              </p:extLst>
            </p:nvPr>
          </p:nvGraphicFramePr>
          <p:xfrm>
            <a:off x="1392772" y="5166912"/>
            <a:ext cx="212774" cy="247695"/>
          </p:xfrm>
          <a:graphic>
            <a:graphicData uri="http://schemas.openxmlformats.org/presentationml/2006/ole">
              <mc:AlternateContent xmlns:mc="http://schemas.openxmlformats.org/markup-compatibility/2006">
                <mc:Choice xmlns:v="urn:schemas-microsoft-com:vml" Requires="v">
                  <p:oleObj spid="_x0000_s45522" r:id="rId24" imgW="152717" imgH="178117" progId="">
                    <p:embed/>
                  </p:oleObj>
                </mc:Choice>
                <mc:Fallback>
                  <p:oleObj r:id="rId24" imgW="152717" imgH="178117" progId="">
                    <p:embed/>
                    <p:pic>
                      <p:nvPicPr>
                        <p:cNvPr id="0" name="Object 17"/>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392772" y="5166912"/>
                          <a:ext cx="212774" cy="2476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077" name="Object 21"/>
            <p:cNvGraphicFramePr>
              <a:graphicFrameLocks noChangeAspect="1"/>
            </p:cNvGraphicFramePr>
            <p:nvPr>
              <p:extLst>
                <p:ext uri="{D42A27DB-BD31-4B8C-83A1-F6EECF244321}">
                  <p14:modId xmlns:p14="http://schemas.microsoft.com/office/powerpoint/2010/main" val="2929643758"/>
                </p:ext>
              </p:extLst>
            </p:nvPr>
          </p:nvGraphicFramePr>
          <p:xfrm>
            <a:off x="4936896" y="5216166"/>
            <a:ext cx="249296" cy="320733"/>
          </p:xfrm>
          <a:graphic>
            <a:graphicData uri="http://schemas.openxmlformats.org/presentationml/2006/ole">
              <mc:AlternateContent xmlns:mc="http://schemas.openxmlformats.org/markup-compatibility/2006">
                <mc:Choice xmlns:v="urn:schemas-microsoft-com:vml" Requires="v">
                  <p:oleObj spid="_x0000_s45523" r:id="rId26" imgW="178040" imgH="228818" progId="">
                    <p:embed/>
                  </p:oleObj>
                </mc:Choice>
                <mc:Fallback>
                  <p:oleObj r:id="rId26" imgW="178040" imgH="228818" progId="">
                    <p:embed/>
                    <p:pic>
                      <p:nvPicPr>
                        <p:cNvPr id="0" name="Object 21"/>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4936896" y="5216166"/>
                          <a:ext cx="249296" cy="320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083" name="Object 27"/>
            <p:cNvGraphicFramePr>
              <a:graphicFrameLocks noChangeAspect="1"/>
            </p:cNvGraphicFramePr>
            <p:nvPr>
              <p:extLst>
                <p:ext uri="{D42A27DB-BD31-4B8C-83A1-F6EECF244321}">
                  <p14:modId xmlns:p14="http://schemas.microsoft.com/office/powerpoint/2010/main" val="2798354271"/>
                </p:ext>
              </p:extLst>
            </p:nvPr>
          </p:nvGraphicFramePr>
          <p:xfrm>
            <a:off x="1392836" y="2454353"/>
            <a:ext cx="266762" cy="320733"/>
          </p:xfrm>
          <a:graphic>
            <a:graphicData uri="http://schemas.openxmlformats.org/presentationml/2006/ole">
              <mc:AlternateContent xmlns:mc="http://schemas.openxmlformats.org/markup-compatibility/2006">
                <mc:Choice xmlns:v="urn:schemas-microsoft-com:vml" Requires="v">
                  <p:oleObj spid="_x0000_s45524" r:id="rId28" imgW="190983" imgH="229116" progId="">
                    <p:embed/>
                  </p:oleObj>
                </mc:Choice>
                <mc:Fallback>
                  <p:oleObj r:id="rId28" imgW="190983" imgH="229116" progId="">
                    <p:embed/>
                    <p:pic>
                      <p:nvPicPr>
                        <p:cNvPr id="0" name="Object 27"/>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1392836" y="2454353"/>
                          <a:ext cx="266762" cy="320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4" name="组合 13">
            <a:extLst>
              <a:ext uri="{FF2B5EF4-FFF2-40B4-BE49-F238E27FC236}">
                <a16:creationId xmlns:a16="http://schemas.microsoft.com/office/drawing/2014/main" id="{85CA2BEA-8DF0-4CBE-8E80-BC8A7AB6D4D5}"/>
              </a:ext>
            </a:extLst>
          </p:cNvPr>
          <p:cNvGrpSpPr/>
          <p:nvPr/>
        </p:nvGrpSpPr>
        <p:grpSpPr>
          <a:xfrm>
            <a:off x="1860786" y="674387"/>
            <a:ext cx="4797425" cy="4359668"/>
            <a:chOff x="1860786" y="674387"/>
            <a:chExt cx="4797425" cy="4359668"/>
          </a:xfrm>
        </p:grpSpPr>
        <p:grpSp>
          <p:nvGrpSpPr>
            <p:cNvPr id="9" name="组合 8">
              <a:extLst>
                <a:ext uri="{FF2B5EF4-FFF2-40B4-BE49-F238E27FC236}">
                  <a16:creationId xmlns:a16="http://schemas.microsoft.com/office/drawing/2014/main" id="{3D5AE115-9483-4F1D-AFE2-2D87B73A6079}"/>
                </a:ext>
              </a:extLst>
            </p:cNvPr>
            <p:cNvGrpSpPr/>
            <p:nvPr/>
          </p:nvGrpSpPr>
          <p:grpSpPr>
            <a:xfrm>
              <a:off x="1860786" y="674387"/>
              <a:ext cx="4797425" cy="4268787"/>
              <a:chOff x="1860786" y="674387"/>
              <a:chExt cx="4797425" cy="4268787"/>
            </a:xfrm>
          </p:grpSpPr>
          <p:sp>
            <p:nvSpPr>
              <p:cNvPr id="45068" name="弧形 32"/>
              <p:cNvSpPr>
                <a:spLocks noChangeArrowheads="1"/>
              </p:cNvSpPr>
              <p:nvPr/>
            </p:nvSpPr>
            <p:spPr bwMode="auto">
              <a:xfrm rot="10800000">
                <a:off x="1860786" y="674387"/>
                <a:ext cx="4797425" cy="4268787"/>
              </a:xfrm>
              <a:custGeom>
                <a:avLst/>
                <a:gdLst>
                  <a:gd name="T0" fmla="*/ 3203202 w 4796310"/>
                  <a:gd name="T1" fmla="*/ 123834 h 4268010"/>
                  <a:gd name="T2" fmla="*/ 2398155 w 4796310"/>
                  <a:gd name="T3" fmla="*/ 2134005 h 4268010"/>
                  <a:gd name="T4" fmla="*/ 4789991 w 4796310"/>
                  <a:gd name="T5" fmla="*/ 1979192 h 4268010"/>
                  <a:gd name="T6" fmla="*/ 11796480 60000 65536"/>
                  <a:gd name="T7" fmla="*/ 23592960 60000 65536"/>
                  <a:gd name="T8" fmla="*/ 5898240 60000 65536"/>
                  <a:gd name="T9" fmla="*/ 3203202 w 4796310"/>
                  <a:gd name="T10" fmla="*/ 123834 h 4268010"/>
                  <a:gd name="T11" fmla="*/ 4789991 w 4796310"/>
                  <a:gd name="T12" fmla="*/ 1979192 h 4268010"/>
                </a:gdLst>
                <a:ahLst/>
                <a:cxnLst>
                  <a:cxn ang="T6">
                    <a:pos x="T0" y="T1"/>
                  </a:cxn>
                  <a:cxn ang="T7">
                    <a:pos x="T2" y="T3"/>
                  </a:cxn>
                  <a:cxn ang="T8">
                    <a:pos x="T4" y="T5"/>
                  </a:cxn>
                </a:cxnLst>
                <a:rect l="T9" t="T10" r="T11" b="T12"/>
                <a:pathLst>
                  <a:path w="4796310" h="4268010" stroke="0">
                    <a:moveTo>
                      <a:pt x="3203202" y="123834"/>
                    </a:moveTo>
                    <a:lnTo>
                      <a:pt x="3203201" y="123834"/>
                    </a:lnTo>
                    <a:cubicBezTo>
                      <a:pt x="4098611" y="407787"/>
                      <a:pt x="4721031" y="1135553"/>
                      <a:pt x="4789991" y="1979191"/>
                    </a:cubicBezTo>
                    <a:lnTo>
                      <a:pt x="2398155" y="2134005"/>
                    </a:lnTo>
                    <a:close/>
                  </a:path>
                  <a:path w="4796310" h="4268010" fill="none">
                    <a:moveTo>
                      <a:pt x="3203202" y="123834"/>
                    </a:moveTo>
                    <a:lnTo>
                      <a:pt x="3203201" y="123834"/>
                    </a:lnTo>
                    <a:cubicBezTo>
                      <a:pt x="4098611" y="407787"/>
                      <a:pt x="4721031" y="1135553"/>
                      <a:pt x="4789991" y="1979191"/>
                    </a:cubicBezTo>
                  </a:path>
                </a:pathLst>
              </a:custGeom>
              <a:noFill/>
              <a:ln w="38100" cmpd="sng">
                <a:solidFill>
                  <a:srgbClr val="F3C97F"/>
                </a:solidFill>
                <a:miter lim="800000"/>
                <a:headEnd/>
                <a:tailEnd/>
              </a:ln>
              <a:effectLst>
                <a:outerShdw dist="23000" dir="5400000" algn="ctr" rotWithShape="0">
                  <a:srgbClr val="000000">
                    <a:alpha val="32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dirty="0"/>
              </a:p>
            </p:txBody>
          </p:sp>
          <p:graphicFrame>
            <p:nvGraphicFramePr>
              <p:cNvPr id="45084" name="Object 28"/>
              <p:cNvGraphicFramePr>
                <a:graphicFrameLocks noChangeAspect="1"/>
              </p:cNvGraphicFramePr>
              <p:nvPr>
                <p:extLst>
                  <p:ext uri="{D42A27DB-BD31-4B8C-83A1-F6EECF244321}">
                    <p14:modId xmlns:p14="http://schemas.microsoft.com/office/powerpoint/2010/main" val="1415827496"/>
                  </p:ext>
                </p:extLst>
              </p:nvPr>
            </p:nvGraphicFramePr>
            <p:xfrm>
              <a:off x="2164476" y="3611850"/>
              <a:ext cx="247708" cy="320733"/>
            </p:xfrm>
            <a:graphic>
              <a:graphicData uri="http://schemas.openxmlformats.org/presentationml/2006/ole">
                <mc:AlternateContent xmlns:mc="http://schemas.openxmlformats.org/markup-compatibility/2006">
                  <mc:Choice xmlns:v="urn:schemas-microsoft-com:vml" Requires="v">
                    <p:oleObj spid="_x0000_s45525" r:id="rId30" imgW="178040" imgH="228818" progId="">
                      <p:embed/>
                    </p:oleObj>
                  </mc:Choice>
                  <mc:Fallback>
                    <p:oleObj r:id="rId30" imgW="178040" imgH="228818" progId="">
                      <p:embed/>
                      <p:pic>
                        <p:nvPicPr>
                          <p:cNvPr id="0" name="Object 28"/>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2164476" y="3611850"/>
                            <a:ext cx="247708" cy="320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085" name="Object 29"/>
              <p:cNvGraphicFramePr>
                <a:graphicFrameLocks noChangeAspect="1"/>
              </p:cNvGraphicFramePr>
              <p:nvPr>
                <p:extLst>
                  <p:ext uri="{D42A27DB-BD31-4B8C-83A1-F6EECF244321}">
                    <p14:modId xmlns:p14="http://schemas.microsoft.com/office/powerpoint/2010/main" val="2853039813"/>
                  </p:ext>
                </p:extLst>
              </p:nvPr>
            </p:nvGraphicFramePr>
            <p:xfrm>
              <a:off x="2773667" y="4246383"/>
              <a:ext cx="266762" cy="320733"/>
            </p:xfrm>
            <a:graphic>
              <a:graphicData uri="http://schemas.openxmlformats.org/presentationml/2006/ole">
                <mc:AlternateContent xmlns:mc="http://schemas.openxmlformats.org/markup-compatibility/2006">
                  <mc:Choice xmlns:v="urn:schemas-microsoft-com:vml" Requires="v">
                    <p:oleObj spid="_x0000_s45526" r:id="rId32" imgW="190983" imgH="229116" progId="">
                      <p:embed/>
                    </p:oleObj>
                  </mc:Choice>
                  <mc:Fallback>
                    <p:oleObj r:id="rId32" imgW="190983" imgH="229116" progId="">
                      <p:embed/>
                      <p:pic>
                        <p:nvPicPr>
                          <p:cNvPr id="0" name="Object 29"/>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2773667" y="4246383"/>
                            <a:ext cx="266762" cy="320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45090" name="Object 34"/>
            <p:cNvGraphicFramePr>
              <a:graphicFrameLocks noChangeAspect="1"/>
            </p:cNvGraphicFramePr>
            <p:nvPr>
              <p:extLst>
                <p:ext uri="{D42A27DB-BD31-4B8C-83A1-F6EECF244321}">
                  <p14:modId xmlns:p14="http://schemas.microsoft.com/office/powerpoint/2010/main" val="2945194997"/>
                </p:ext>
              </p:extLst>
            </p:nvPr>
          </p:nvGraphicFramePr>
          <p:xfrm>
            <a:off x="3464003" y="4713322"/>
            <a:ext cx="266762" cy="320733"/>
          </p:xfrm>
          <a:graphic>
            <a:graphicData uri="http://schemas.openxmlformats.org/presentationml/2006/ole">
              <mc:AlternateContent xmlns:mc="http://schemas.openxmlformats.org/markup-compatibility/2006">
                <mc:Choice xmlns:v="urn:schemas-microsoft-com:vml" Requires="v">
                  <p:oleObj spid="_x0000_s45527" r:id="rId34" imgW="190983" imgH="229116" progId="">
                    <p:embed/>
                  </p:oleObj>
                </mc:Choice>
                <mc:Fallback>
                  <p:oleObj r:id="rId34" imgW="190983" imgH="229116" progId="">
                    <p:embed/>
                    <p:pic>
                      <p:nvPicPr>
                        <p:cNvPr id="0" name="Object 34"/>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3464003" y="4713322"/>
                          <a:ext cx="266762" cy="320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7" name="组合 6">
            <a:extLst>
              <a:ext uri="{FF2B5EF4-FFF2-40B4-BE49-F238E27FC236}">
                <a16:creationId xmlns:a16="http://schemas.microsoft.com/office/drawing/2014/main" id="{52DCE376-5BCD-418E-A0DA-6D2F0FEE7EA3}"/>
              </a:ext>
            </a:extLst>
          </p:cNvPr>
          <p:cNvGrpSpPr/>
          <p:nvPr/>
        </p:nvGrpSpPr>
        <p:grpSpPr>
          <a:xfrm>
            <a:off x="1655999" y="3114374"/>
            <a:ext cx="3159571" cy="2385195"/>
            <a:chOff x="1655999" y="3114374"/>
            <a:chExt cx="3159571" cy="2385195"/>
          </a:xfrm>
        </p:grpSpPr>
        <p:cxnSp>
          <p:nvCxnSpPr>
            <p:cNvPr id="45067" name="直接连接符 31"/>
            <p:cNvCxnSpPr>
              <a:cxnSpLocks noChangeShapeType="1"/>
            </p:cNvCxnSpPr>
            <p:nvPr/>
          </p:nvCxnSpPr>
          <p:spPr bwMode="auto">
            <a:xfrm>
              <a:off x="1655999" y="3114374"/>
              <a:ext cx="2967037" cy="2033588"/>
            </a:xfrm>
            <a:prstGeom prst="line">
              <a:avLst/>
            </a:prstGeom>
            <a:noFill/>
            <a:ln w="38100" cmpd="sng">
              <a:solidFill>
                <a:srgbClr val="C3C9D7"/>
              </a:solidFill>
              <a:round/>
              <a:headEnd/>
              <a:tailEnd/>
            </a:ln>
            <a:effectLst>
              <a:outerShdw dist="23000" dir="5400000" algn="ctr" rotWithShape="0">
                <a:srgbClr val="000000">
                  <a:alpha val="32999"/>
                </a:srgbClr>
              </a:outerShdw>
            </a:effectLst>
            <a:extLst>
              <a:ext uri="{909E8E84-426E-40DD-AFC4-6F175D3DCCD1}">
                <a14:hiddenFill xmlns:a14="http://schemas.microsoft.com/office/drawing/2010/main">
                  <a:noFill/>
                </a14:hiddenFill>
              </a:ext>
            </a:extLst>
          </p:spPr>
        </p:cxnSp>
        <p:graphicFrame>
          <p:nvGraphicFramePr>
            <p:cNvPr id="45080" name="Object 24"/>
            <p:cNvGraphicFramePr>
              <a:graphicFrameLocks noChangeAspect="1"/>
            </p:cNvGraphicFramePr>
            <p:nvPr>
              <p:extLst>
                <p:ext uri="{D42A27DB-BD31-4B8C-83A1-F6EECF244321}">
                  <p14:modId xmlns:p14="http://schemas.microsoft.com/office/powerpoint/2010/main" val="4104221087"/>
                </p:ext>
              </p:extLst>
            </p:nvPr>
          </p:nvGraphicFramePr>
          <p:xfrm>
            <a:off x="4454281" y="5178836"/>
            <a:ext cx="266762" cy="320733"/>
          </p:xfrm>
          <a:graphic>
            <a:graphicData uri="http://schemas.openxmlformats.org/presentationml/2006/ole">
              <mc:AlternateContent xmlns:mc="http://schemas.openxmlformats.org/markup-compatibility/2006">
                <mc:Choice xmlns:v="urn:schemas-microsoft-com:vml" Requires="v">
                  <p:oleObj spid="_x0000_s45528" r:id="rId36" imgW="190983" imgH="229116" progId="">
                    <p:embed/>
                  </p:oleObj>
                </mc:Choice>
                <mc:Fallback>
                  <p:oleObj r:id="rId36" imgW="190983" imgH="229116" progId="">
                    <p:embed/>
                    <p:pic>
                      <p:nvPicPr>
                        <p:cNvPr id="0" name="Object 24"/>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4454281" y="5178836"/>
                          <a:ext cx="266762" cy="320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088" name="Object 32"/>
            <p:cNvGraphicFramePr>
              <a:graphicFrameLocks noChangeAspect="1"/>
            </p:cNvGraphicFramePr>
            <p:nvPr>
              <p:extLst>
                <p:ext uri="{D42A27DB-BD31-4B8C-83A1-F6EECF244321}">
                  <p14:modId xmlns:p14="http://schemas.microsoft.com/office/powerpoint/2010/main" val="3412664713"/>
                </p:ext>
              </p:extLst>
            </p:nvPr>
          </p:nvGraphicFramePr>
          <p:xfrm>
            <a:off x="4602796" y="4824013"/>
            <a:ext cx="212774" cy="320733"/>
          </p:xfrm>
          <a:graphic>
            <a:graphicData uri="http://schemas.openxmlformats.org/presentationml/2006/ole">
              <mc:AlternateContent xmlns:mc="http://schemas.openxmlformats.org/markup-compatibility/2006">
                <mc:Choice xmlns:v="urn:schemas-microsoft-com:vml" Requires="v">
                  <p:oleObj spid="_x0000_s45529" r:id="rId38" imgW="152783" imgH="229016" progId="">
                    <p:embed/>
                  </p:oleObj>
                </mc:Choice>
                <mc:Fallback>
                  <p:oleObj r:id="rId38" imgW="152783" imgH="229016" progId="">
                    <p:embed/>
                    <p:pic>
                      <p:nvPicPr>
                        <p:cNvPr id="0" name="Object 32"/>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4602796" y="4824013"/>
                          <a:ext cx="212774" cy="320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0" name="组合 9">
            <a:extLst>
              <a:ext uri="{FF2B5EF4-FFF2-40B4-BE49-F238E27FC236}">
                <a16:creationId xmlns:a16="http://schemas.microsoft.com/office/drawing/2014/main" id="{B23E9D01-C8AD-4E2E-B886-0583C0A3F128}"/>
              </a:ext>
            </a:extLst>
          </p:cNvPr>
          <p:cNvGrpSpPr/>
          <p:nvPr/>
        </p:nvGrpSpPr>
        <p:grpSpPr>
          <a:xfrm>
            <a:off x="1935399" y="1695149"/>
            <a:ext cx="2408237" cy="2311738"/>
            <a:chOff x="1935399" y="1695149"/>
            <a:chExt cx="2408237" cy="2311738"/>
          </a:xfrm>
        </p:grpSpPr>
        <p:sp>
          <p:nvSpPr>
            <p:cNvPr id="45069" name="弧形 25"/>
            <p:cNvSpPr>
              <a:spLocks noChangeArrowheads="1"/>
            </p:cNvSpPr>
            <p:nvPr/>
          </p:nvSpPr>
          <p:spPr bwMode="auto">
            <a:xfrm rot="10800000">
              <a:off x="1935399" y="1695149"/>
              <a:ext cx="2408237" cy="2128838"/>
            </a:xfrm>
            <a:custGeom>
              <a:avLst/>
              <a:gdLst>
                <a:gd name="T0" fmla="*/ 1235867 w 2407677"/>
                <a:gd name="T1" fmla="*/ 377 h 2128450"/>
                <a:gd name="T2" fmla="*/ 1203839 w 2407677"/>
                <a:gd name="T3" fmla="*/ 1064225 h 2128450"/>
                <a:gd name="T4" fmla="*/ 2398499 w 2407677"/>
                <a:gd name="T5" fmla="*/ 933062 h 2128450"/>
                <a:gd name="T6" fmla="*/ 11796480 60000 65536"/>
                <a:gd name="T7" fmla="*/ 17694720 60000 65536"/>
                <a:gd name="T8" fmla="*/ 5898240 60000 65536"/>
                <a:gd name="T9" fmla="*/ 1235867 w 2407677"/>
                <a:gd name="T10" fmla="*/ 377 h 2128450"/>
                <a:gd name="T11" fmla="*/ 2398499 w 2407677"/>
                <a:gd name="T12" fmla="*/ 933062 h 2128450"/>
              </a:gdLst>
              <a:ahLst/>
              <a:cxnLst>
                <a:cxn ang="T6">
                  <a:pos x="T0" y="T1"/>
                </a:cxn>
                <a:cxn ang="T7">
                  <a:pos x="T2" y="T3"/>
                </a:cxn>
                <a:cxn ang="T8">
                  <a:pos x="T4" y="T5"/>
                </a:cxn>
              </a:cxnLst>
              <a:rect l="T9" t="T10" r="T11" b="T12"/>
              <a:pathLst>
                <a:path w="2407677" h="2128450" stroke="0">
                  <a:moveTo>
                    <a:pt x="1235867" y="377"/>
                  </a:moveTo>
                  <a:lnTo>
                    <a:pt x="1235867" y="376"/>
                  </a:lnTo>
                  <a:cubicBezTo>
                    <a:pt x="1830967" y="14378"/>
                    <a:pt x="2325128" y="410803"/>
                    <a:pt x="2398498" y="933062"/>
                  </a:cubicBezTo>
                  <a:lnTo>
                    <a:pt x="1203839" y="1064225"/>
                  </a:lnTo>
                  <a:close/>
                </a:path>
                <a:path w="2407677" h="2128450" fill="none">
                  <a:moveTo>
                    <a:pt x="1235867" y="377"/>
                  </a:moveTo>
                  <a:lnTo>
                    <a:pt x="1235867" y="376"/>
                  </a:lnTo>
                  <a:cubicBezTo>
                    <a:pt x="1830967" y="14378"/>
                    <a:pt x="2325128" y="410803"/>
                    <a:pt x="2398498" y="933062"/>
                  </a:cubicBezTo>
                </a:path>
              </a:pathLst>
            </a:custGeom>
            <a:noFill/>
            <a:ln w="38100" cmpd="sng">
              <a:solidFill>
                <a:srgbClr val="F3C97F"/>
              </a:solidFill>
              <a:miter lim="800000"/>
              <a:headEnd/>
              <a:tailEnd/>
            </a:ln>
            <a:effectLst>
              <a:outerShdw dist="23000" dir="5400000" algn="ctr" rotWithShape="0">
                <a:srgbClr val="000000">
                  <a:alpha val="32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graphicFrame>
          <p:nvGraphicFramePr>
            <p:cNvPr id="45086" name="Object 30"/>
            <p:cNvGraphicFramePr>
              <a:graphicFrameLocks noChangeAspect="1"/>
            </p:cNvGraphicFramePr>
            <p:nvPr>
              <p:extLst>
                <p:ext uri="{D42A27DB-BD31-4B8C-83A1-F6EECF244321}">
                  <p14:modId xmlns:p14="http://schemas.microsoft.com/office/powerpoint/2010/main" val="1487916776"/>
                </p:ext>
              </p:extLst>
            </p:nvPr>
          </p:nvGraphicFramePr>
          <p:xfrm>
            <a:off x="2363900" y="3256834"/>
            <a:ext cx="266762" cy="320733"/>
          </p:xfrm>
          <a:graphic>
            <a:graphicData uri="http://schemas.openxmlformats.org/presentationml/2006/ole">
              <mc:AlternateContent xmlns:mc="http://schemas.openxmlformats.org/markup-compatibility/2006">
                <mc:Choice xmlns:v="urn:schemas-microsoft-com:vml" Requires="v">
                  <p:oleObj spid="_x0000_s45530" r:id="rId40" imgW="190983" imgH="229116" progId="">
                    <p:embed/>
                  </p:oleObj>
                </mc:Choice>
                <mc:Fallback>
                  <p:oleObj r:id="rId40" imgW="190983" imgH="229116" progId="">
                    <p:embed/>
                    <p:pic>
                      <p:nvPicPr>
                        <p:cNvPr id="0" name="Object 30"/>
                        <p:cNvPicPr>
                          <a:picLocks noChangeAspect="1"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2363900" y="3256834"/>
                          <a:ext cx="266762" cy="320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091" name="Object 35"/>
            <p:cNvGraphicFramePr>
              <a:graphicFrameLocks noChangeAspect="1"/>
            </p:cNvGraphicFramePr>
            <p:nvPr>
              <p:extLst>
                <p:ext uri="{D42A27DB-BD31-4B8C-83A1-F6EECF244321}">
                  <p14:modId xmlns:p14="http://schemas.microsoft.com/office/powerpoint/2010/main" val="1093440487"/>
                </p:ext>
              </p:extLst>
            </p:nvPr>
          </p:nvGraphicFramePr>
          <p:xfrm>
            <a:off x="3140983" y="3686154"/>
            <a:ext cx="284229" cy="320733"/>
          </p:xfrm>
          <a:graphic>
            <a:graphicData uri="http://schemas.openxmlformats.org/presentationml/2006/ole">
              <mc:AlternateContent xmlns:mc="http://schemas.openxmlformats.org/markup-compatibility/2006">
                <mc:Choice xmlns:v="urn:schemas-microsoft-com:vml" Requires="v">
                  <p:oleObj spid="_x0000_s45531" r:id="rId42" imgW="203605" imgH="229016" progId="">
                    <p:embed/>
                  </p:oleObj>
                </mc:Choice>
                <mc:Fallback>
                  <p:oleObj r:id="rId42" imgW="203605" imgH="229016" progId="">
                    <p:embed/>
                    <p:pic>
                      <p:nvPicPr>
                        <p:cNvPr id="0" name="Object 35"/>
                        <p:cNvPicPr>
                          <a:picLocks noChangeAspect="1" noChangeArrowheads="1"/>
                        </p:cNvPicPr>
                        <p:nvPr/>
                      </p:nvPicPr>
                      <p:blipFill>
                        <a:blip r:embed="rId43">
                          <a:extLst>
                            <a:ext uri="{28A0092B-C50C-407E-A947-70E740481C1C}">
                              <a14:useLocalDpi xmlns:a14="http://schemas.microsoft.com/office/drawing/2010/main" val="0"/>
                            </a:ext>
                          </a:extLst>
                        </a:blip>
                        <a:srcRect/>
                        <a:stretch>
                          <a:fillRect/>
                        </a:stretch>
                      </p:blipFill>
                      <p:spPr bwMode="auto">
                        <a:xfrm>
                          <a:off x="3140983" y="3686154"/>
                          <a:ext cx="284229" cy="320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42" name="矩形 41">
            <a:extLst>
              <a:ext uri="{FF2B5EF4-FFF2-40B4-BE49-F238E27FC236}">
                <a16:creationId xmlns:a16="http://schemas.microsoft.com/office/drawing/2014/main" id="{B479A71E-B600-49A5-9768-5663F1CECEFD}"/>
              </a:ext>
            </a:extLst>
          </p:cNvPr>
          <p:cNvSpPr/>
          <p:nvPr/>
        </p:nvSpPr>
        <p:spPr>
          <a:xfrm>
            <a:off x="4381159" y="0"/>
            <a:ext cx="4762842" cy="369332"/>
          </a:xfrm>
          <a:prstGeom prst="rect">
            <a:avLst/>
          </a:prstGeom>
        </p:spPr>
        <p:txBody>
          <a:bodyPr wrap="squar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 第五节  价格变动的替代效应和收入效应</a:t>
            </a:r>
          </a:p>
        </p:txBody>
      </p:sp>
      <p:sp>
        <p:nvSpPr>
          <p:cNvPr id="43" name="矩形 42">
            <a:extLst>
              <a:ext uri="{FF2B5EF4-FFF2-40B4-BE49-F238E27FC236}">
                <a16:creationId xmlns:a16="http://schemas.microsoft.com/office/drawing/2014/main" id="{AFF32D31-C756-42E7-82D0-C348720B410F}"/>
              </a:ext>
            </a:extLst>
          </p:cNvPr>
          <p:cNvSpPr/>
          <p:nvPr/>
        </p:nvSpPr>
        <p:spPr>
          <a:xfrm>
            <a:off x="467544" y="548680"/>
            <a:ext cx="5089855"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三、低档品的替代效应和收入效应</a:t>
            </a:r>
          </a:p>
        </p:txBody>
      </p:sp>
      <p:grpSp>
        <p:nvGrpSpPr>
          <p:cNvPr id="50" name="组合 49">
            <a:extLst>
              <a:ext uri="{FF2B5EF4-FFF2-40B4-BE49-F238E27FC236}">
                <a16:creationId xmlns:a16="http://schemas.microsoft.com/office/drawing/2014/main" id="{68A3DC34-E596-4B15-BE3B-8239084A57E6}"/>
              </a:ext>
            </a:extLst>
          </p:cNvPr>
          <p:cNvGrpSpPr/>
          <p:nvPr/>
        </p:nvGrpSpPr>
        <p:grpSpPr>
          <a:xfrm>
            <a:off x="458735" y="1290279"/>
            <a:ext cx="6667407" cy="622663"/>
            <a:chOff x="467544" y="1161144"/>
            <a:chExt cx="3806023" cy="659493"/>
          </a:xfrm>
        </p:grpSpPr>
        <p:sp>
          <p:nvSpPr>
            <p:cNvPr id="51" name="MH_Text_1">
              <a:extLst>
                <a:ext uri="{FF2B5EF4-FFF2-40B4-BE49-F238E27FC236}">
                  <a16:creationId xmlns:a16="http://schemas.microsoft.com/office/drawing/2014/main" id="{E70AC49D-189E-4037-8594-E9EB18927142}"/>
                </a:ext>
              </a:extLst>
            </p:cNvPr>
            <p:cNvSpPr/>
            <p:nvPr>
              <p:custDataLst>
                <p:tags r:id="rId2"/>
              </p:custDataLst>
            </p:nvPr>
          </p:nvSpPr>
          <p:spPr bwMode="auto">
            <a:xfrm>
              <a:off x="467544" y="1161144"/>
              <a:ext cx="3806023" cy="659493"/>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algn="ctr">
                <a:defRPr/>
              </a:pPr>
              <a:r>
                <a:rPr lang="zh-CN" altLang="en-US" sz="2000" spc="150" dirty="0">
                  <a:solidFill>
                    <a:srgbClr val="000000"/>
                  </a:solidFill>
                  <a:latin typeface="微软雅黑" panose="020B0503020204020204" pitchFamily="34" charset="-122"/>
                  <a:ea typeface="微软雅黑" panose="020B0503020204020204" pitchFamily="34" charset="-122"/>
                </a:rPr>
                <a:t>低档品价格变动的收入效应与替代效应不一致。</a:t>
              </a:r>
            </a:p>
          </p:txBody>
        </p:sp>
        <p:sp>
          <p:nvSpPr>
            <p:cNvPr id="52" name="MH_Other_2">
              <a:extLst>
                <a:ext uri="{FF2B5EF4-FFF2-40B4-BE49-F238E27FC236}">
                  <a16:creationId xmlns:a16="http://schemas.microsoft.com/office/drawing/2014/main" id="{6FC17401-37B7-4371-ABB6-BA421C2004DD}"/>
                </a:ext>
              </a:extLst>
            </p:cNvPr>
            <p:cNvSpPr/>
            <p:nvPr>
              <p:custDataLst>
                <p:tags r:id="rId3"/>
              </p:custDataLst>
            </p:nvPr>
          </p:nvSpPr>
          <p:spPr bwMode="auto">
            <a:xfrm rot="10800000">
              <a:off x="4087877" y="1240922"/>
              <a:ext cx="106210" cy="162838"/>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
        <p:nvSpPr>
          <p:cNvPr id="2" name="标注: 线形 1">
            <a:extLst>
              <a:ext uri="{FF2B5EF4-FFF2-40B4-BE49-F238E27FC236}">
                <a16:creationId xmlns:a16="http://schemas.microsoft.com/office/drawing/2014/main" id="{E58FB82B-1A96-4CDF-9642-AAC2DEB84543}"/>
              </a:ext>
            </a:extLst>
          </p:cNvPr>
          <p:cNvSpPr/>
          <p:nvPr/>
        </p:nvSpPr>
        <p:spPr bwMode="auto">
          <a:xfrm>
            <a:off x="6485050" y="1004347"/>
            <a:ext cx="2776451" cy="1516143"/>
          </a:xfrm>
          <a:prstGeom prst="borderCallout1">
            <a:avLst>
              <a:gd name="adj1" fmla="val 49454"/>
              <a:gd name="adj2" fmla="val -748"/>
              <a:gd name="adj3" fmla="val 67186"/>
              <a:gd name="adj4" fmla="val -1837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替代效应使得对低档品需求量影响为正，收入效应使得对低档品需求效应影响为负。但是正效应超过了负效应。</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wipe(left)">
                                      <p:cBhvr>
                                        <p:cTn id="7" dur="500"/>
                                        <p:tgtEl>
                                          <p:spTgt spid="4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50"/>
                                        </p:tgtEl>
                                        <p:attrNameLst>
                                          <p:attrName>style.visibility</p:attrName>
                                        </p:attrNameLst>
                                      </p:cBhvr>
                                      <p:to>
                                        <p:strVal val="visible"/>
                                      </p:to>
                                    </p:set>
                                    <p:animEffect transition="in" filter="barn(inVertical)">
                                      <p:cBhvr>
                                        <p:cTn id="12" dur="500"/>
                                        <p:tgtEl>
                                          <p:spTgt spid="50"/>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45092"/>
                                        </p:tgtEl>
                                        <p:attrNameLst>
                                          <p:attrName>style.visibility</p:attrName>
                                        </p:attrNameLst>
                                      </p:cBhvr>
                                      <p:to>
                                        <p:strVal val="visible"/>
                                      </p:to>
                                    </p:set>
                                    <p:anim calcmode="lin" valueType="num">
                                      <p:cBhvr additive="base">
                                        <p:cTn id="17" dur="500" fill="hold"/>
                                        <p:tgtEl>
                                          <p:spTgt spid="45092"/>
                                        </p:tgtEl>
                                        <p:attrNameLst>
                                          <p:attrName>ppt_x</p:attrName>
                                        </p:attrNameLst>
                                      </p:cBhvr>
                                      <p:tavLst>
                                        <p:tav tm="0">
                                          <p:val>
                                            <p:strVal val="1+#ppt_w/2"/>
                                          </p:val>
                                        </p:tav>
                                        <p:tav tm="100000">
                                          <p:val>
                                            <p:strVal val="#ppt_x"/>
                                          </p:val>
                                        </p:tav>
                                      </p:tavLst>
                                    </p:anim>
                                    <p:anim calcmode="lin" valueType="num">
                                      <p:cBhvr additive="base">
                                        <p:cTn id="18" dur="500" fill="hold"/>
                                        <p:tgtEl>
                                          <p:spTgt spid="45092"/>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nodeType="clickEffect">
                                  <p:stCondLst>
                                    <p:cond delay="0"/>
                                  </p:stCondLst>
                                  <p:childTnLst>
                                    <p:set>
                                      <p:cBhvr>
                                        <p:cTn id="22" dur="1" fill="hold">
                                          <p:stCondLst>
                                            <p:cond delay="0"/>
                                          </p:stCondLst>
                                        </p:cTn>
                                        <p:tgtEl>
                                          <p:spTgt spid="45092">
                                            <p:txEl>
                                              <p:pRg st="0" end="0"/>
                                            </p:txEl>
                                          </p:spTgt>
                                        </p:tgtEl>
                                        <p:attrNameLst>
                                          <p:attrName>style.visibility</p:attrName>
                                        </p:attrNameLst>
                                      </p:cBhvr>
                                      <p:to>
                                        <p:strVal val="visible"/>
                                      </p:to>
                                    </p:set>
                                    <p:animEffect transition="in" filter="fade">
                                      <p:cBhvr>
                                        <p:cTn id="23" dur="1000"/>
                                        <p:tgtEl>
                                          <p:spTgt spid="45092">
                                            <p:txEl>
                                              <p:pRg st="0" end="0"/>
                                            </p:txEl>
                                          </p:spTgt>
                                        </p:tgtEl>
                                      </p:cBhvr>
                                    </p:animEffect>
                                    <p:anim calcmode="lin" valueType="num">
                                      <p:cBhvr>
                                        <p:cTn id="24" dur="1000" fill="hold"/>
                                        <p:tgtEl>
                                          <p:spTgt spid="45092">
                                            <p:txEl>
                                              <p:pRg st="0" end="0"/>
                                            </p:txEl>
                                          </p:spTgt>
                                        </p:tgtEl>
                                        <p:attrNameLst>
                                          <p:attrName>ppt_x</p:attrName>
                                        </p:attrNameLst>
                                      </p:cBhvr>
                                      <p:tavLst>
                                        <p:tav tm="0">
                                          <p:val>
                                            <p:strVal val="#ppt_x"/>
                                          </p:val>
                                        </p:tav>
                                        <p:tav tm="100000">
                                          <p:val>
                                            <p:strVal val="#ppt_x"/>
                                          </p:val>
                                        </p:tav>
                                      </p:tavLst>
                                    </p:anim>
                                    <p:anim calcmode="lin" valueType="num">
                                      <p:cBhvr>
                                        <p:cTn id="25" dur="1000" fill="hold"/>
                                        <p:tgtEl>
                                          <p:spTgt spid="4509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nodeType="clickEffect">
                                  <p:stCondLst>
                                    <p:cond delay="0"/>
                                  </p:stCondLst>
                                  <p:childTnLst>
                                    <p:set>
                                      <p:cBhvr>
                                        <p:cTn id="29" dur="1" fill="hold">
                                          <p:stCondLst>
                                            <p:cond delay="0"/>
                                          </p:stCondLst>
                                        </p:cTn>
                                        <p:tgtEl>
                                          <p:spTgt spid="45092">
                                            <p:txEl>
                                              <p:pRg st="1" end="1"/>
                                            </p:txEl>
                                          </p:spTgt>
                                        </p:tgtEl>
                                        <p:attrNameLst>
                                          <p:attrName>style.visibility</p:attrName>
                                        </p:attrNameLst>
                                      </p:cBhvr>
                                      <p:to>
                                        <p:strVal val="visible"/>
                                      </p:to>
                                    </p:set>
                                    <p:animEffect transition="in" filter="fade">
                                      <p:cBhvr>
                                        <p:cTn id="30" dur="1000"/>
                                        <p:tgtEl>
                                          <p:spTgt spid="45092">
                                            <p:txEl>
                                              <p:pRg st="1" end="1"/>
                                            </p:txEl>
                                          </p:spTgt>
                                        </p:tgtEl>
                                      </p:cBhvr>
                                    </p:animEffect>
                                    <p:anim calcmode="lin" valueType="num">
                                      <p:cBhvr>
                                        <p:cTn id="31" dur="1000" fill="hold"/>
                                        <p:tgtEl>
                                          <p:spTgt spid="45092">
                                            <p:txEl>
                                              <p:pRg st="1" end="1"/>
                                            </p:txEl>
                                          </p:spTgt>
                                        </p:tgtEl>
                                        <p:attrNameLst>
                                          <p:attrName>ppt_x</p:attrName>
                                        </p:attrNameLst>
                                      </p:cBhvr>
                                      <p:tavLst>
                                        <p:tav tm="0">
                                          <p:val>
                                            <p:strVal val="#ppt_x"/>
                                          </p:val>
                                        </p:tav>
                                        <p:tav tm="100000">
                                          <p:val>
                                            <p:strVal val="#ppt_x"/>
                                          </p:val>
                                        </p:tav>
                                      </p:tavLst>
                                    </p:anim>
                                    <p:anim calcmode="lin" valueType="num">
                                      <p:cBhvr>
                                        <p:cTn id="32" dur="1000" fill="hold"/>
                                        <p:tgtEl>
                                          <p:spTgt spid="4509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nodeType="clickEffect">
                                  <p:stCondLst>
                                    <p:cond delay="0"/>
                                  </p:stCondLst>
                                  <p:childTnLst>
                                    <p:set>
                                      <p:cBhvr>
                                        <p:cTn id="36" dur="1" fill="hold">
                                          <p:stCondLst>
                                            <p:cond delay="0"/>
                                          </p:stCondLst>
                                        </p:cTn>
                                        <p:tgtEl>
                                          <p:spTgt spid="45092">
                                            <p:txEl>
                                              <p:pRg st="2" end="2"/>
                                            </p:txEl>
                                          </p:spTgt>
                                        </p:tgtEl>
                                        <p:attrNameLst>
                                          <p:attrName>style.visibility</p:attrName>
                                        </p:attrNameLst>
                                      </p:cBhvr>
                                      <p:to>
                                        <p:strVal val="visible"/>
                                      </p:to>
                                    </p:set>
                                    <p:animEffect transition="in" filter="fade">
                                      <p:cBhvr>
                                        <p:cTn id="37" dur="1000"/>
                                        <p:tgtEl>
                                          <p:spTgt spid="45092">
                                            <p:txEl>
                                              <p:pRg st="2" end="2"/>
                                            </p:txEl>
                                          </p:spTgt>
                                        </p:tgtEl>
                                      </p:cBhvr>
                                    </p:animEffect>
                                    <p:anim calcmode="lin" valueType="num">
                                      <p:cBhvr>
                                        <p:cTn id="38" dur="1000" fill="hold"/>
                                        <p:tgtEl>
                                          <p:spTgt spid="45092">
                                            <p:txEl>
                                              <p:pRg st="2" end="2"/>
                                            </p:txEl>
                                          </p:spTgt>
                                        </p:tgtEl>
                                        <p:attrNameLst>
                                          <p:attrName>ppt_x</p:attrName>
                                        </p:attrNameLst>
                                      </p:cBhvr>
                                      <p:tavLst>
                                        <p:tav tm="0">
                                          <p:val>
                                            <p:strVal val="#ppt_x"/>
                                          </p:val>
                                        </p:tav>
                                        <p:tav tm="100000">
                                          <p:val>
                                            <p:strVal val="#ppt_x"/>
                                          </p:val>
                                        </p:tav>
                                      </p:tavLst>
                                    </p:anim>
                                    <p:anim calcmode="lin" valueType="num">
                                      <p:cBhvr>
                                        <p:cTn id="39" dur="1000" fill="hold"/>
                                        <p:tgtEl>
                                          <p:spTgt spid="4509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nodeType="clickEffect">
                                  <p:stCondLst>
                                    <p:cond delay="0"/>
                                  </p:stCondLst>
                                  <p:childTnLst>
                                    <p:set>
                                      <p:cBhvr>
                                        <p:cTn id="43" dur="1" fill="hold">
                                          <p:stCondLst>
                                            <p:cond delay="0"/>
                                          </p:stCondLst>
                                        </p:cTn>
                                        <p:tgtEl>
                                          <p:spTgt spid="45092">
                                            <p:txEl>
                                              <p:pRg st="3" end="3"/>
                                            </p:txEl>
                                          </p:spTgt>
                                        </p:tgtEl>
                                        <p:attrNameLst>
                                          <p:attrName>style.visibility</p:attrName>
                                        </p:attrNameLst>
                                      </p:cBhvr>
                                      <p:to>
                                        <p:strVal val="visible"/>
                                      </p:to>
                                    </p:set>
                                    <p:animEffect transition="in" filter="fade">
                                      <p:cBhvr>
                                        <p:cTn id="44" dur="1000"/>
                                        <p:tgtEl>
                                          <p:spTgt spid="45092">
                                            <p:txEl>
                                              <p:pRg st="3" end="3"/>
                                            </p:txEl>
                                          </p:spTgt>
                                        </p:tgtEl>
                                      </p:cBhvr>
                                    </p:animEffect>
                                    <p:anim calcmode="lin" valueType="num">
                                      <p:cBhvr>
                                        <p:cTn id="45" dur="1000" fill="hold"/>
                                        <p:tgtEl>
                                          <p:spTgt spid="45092">
                                            <p:txEl>
                                              <p:pRg st="3" end="3"/>
                                            </p:txEl>
                                          </p:spTgt>
                                        </p:tgtEl>
                                        <p:attrNameLst>
                                          <p:attrName>ppt_x</p:attrName>
                                        </p:attrNameLst>
                                      </p:cBhvr>
                                      <p:tavLst>
                                        <p:tav tm="0">
                                          <p:val>
                                            <p:strVal val="#ppt_x"/>
                                          </p:val>
                                        </p:tav>
                                        <p:tav tm="100000">
                                          <p:val>
                                            <p:strVal val="#ppt_x"/>
                                          </p:val>
                                        </p:tav>
                                      </p:tavLst>
                                    </p:anim>
                                    <p:anim calcmode="lin" valueType="num">
                                      <p:cBhvr>
                                        <p:cTn id="46" dur="1000" fill="hold"/>
                                        <p:tgtEl>
                                          <p:spTgt spid="4509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5"/>
                                        </p:tgtEl>
                                        <p:attrNameLst>
                                          <p:attrName>style.visibility</p:attrName>
                                        </p:attrNameLst>
                                      </p:cBhvr>
                                      <p:to>
                                        <p:strVal val="visible"/>
                                      </p:to>
                                    </p:set>
                                    <p:animEffect transition="in" filter="fade">
                                      <p:cBhvr>
                                        <p:cTn id="51" dur="500"/>
                                        <p:tgtEl>
                                          <p:spTgt spid="5"/>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45081"/>
                                        </p:tgtEl>
                                        <p:attrNameLst>
                                          <p:attrName>style.visibility</p:attrName>
                                        </p:attrNameLst>
                                      </p:cBhvr>
                                      <p:to>
                                        <p:strVal val="visible"/>
                                      </p:to>
                                    </p:set>
                                    <p:animEffect transition="in" filter="fade">
                                      <p:cBhvr>
                                        <p:cTn id="56" dur="500"/>
                                        <p:tgtEl>
                                          <p:spTgt spid="45081"/>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6"/>
                                        </p:tgtEl>
                                        <p:attrNameLst>
                                          <p:attrName>style.visibility</p:attrName>
                                        </p:attrNameLst>
                                      </p:cBhvr>
                                      <p:to>
                                        <p:strVal val="visible"/>
                                      </p:to>
                                    </p:set>
                                    <p:animEffect transition="in" filter="fade">
                                      <p:cBhvr>
                                        <p:cTn id="61" dur="500"/>
                                        <p:tgtEl>
                                          <p:spTgt spid="6"/>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7"/>
                                        </p:tgtEl>
                                        <p:attrNameLst>
                                          <p:attrName>style.visibility</p:attrName>
                                        </p:attrNameLst>
                                      </p:cBhvr>
                                      <p:to>
                                        <p:strVal val="visible"/>
                                      </p:to>
                                    </p:set>
                                    <p:animEffect transition="in" filter="fade">
                                      <p:cBhvr>
                                        <p:cTn id="66" dur="500"/>
                                        <p:tgtEl>
                                          <p:spTgt spid="7"/>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45082"/>
                                        </p:tgtEl>
                                        <p:attrNameLst>
                                          <p:attrName>style.visibility</p:attrName>
                                        </p:attrNameLst>
                                      </p:cBhvr>
                                      <p:to>
                                        <p:strVal val="visible"/>
                                      </p:to>
                                    </p:set>
                                    <p:animEffect transition="in" filter="fade">
                                      <p:cBhvr>
                                        <p:cTn id="71" dur="500"/>
                                        <p:tgtEl>
                                          <p:spTgt spid="45082"/>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nodeType="clickEffect">
                                  <p:stCondLst>
                                    <p:cond delay="0"/>
                                  </p:stCondLst>
                                  <p:childTnLst>
                                    <p:set>
                                      <p:cBhvr>
                                        <p:cTn id="75" dur="1" fill="hold">
                                          <p:stCondLst>
                                            <p:cond delay="0"/>
                                          </p:stCondLst>
                                        </p:cTn>
                                        <p:tgtEl>
                                          <p:spTgt spid="8"/>
                                        </p:tgtEl>
                                        <p:attrNameLst>
                                          <p:attrName>style.visibility</p:attrName>
                                        </p:attrNameLst>
                                      </p:cBhvr>
                                      <p:to>
                                        <p:strVal val="visible"/>
                                      </p:to>
                                    </p:set>
                                    <p:animEffect transition="in" filter="fade">
                                      <p:cBhvr>
                                        <p:cTn id="76" dur="500"/>
                                        <p:tgtEl>
                                          <p:spTgt spid="8"/>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nodeType="clickEffect">
                                  <p:stCondLst>
                                    <p:cond delay="0"/>
                                  </p:stCondLst>
                                  <p:childTnLst>
                                    <p:set>
                                      <p:cBhvr>
                                        <p:cTn id="80" dur="1" fill="hold">
                                          <p:stCondLst>
                                            <p:cond delay="0"/>
                                          </p:stCondLst>
                                        </p:cTn>
                                        <p:tgtEl>
                                          <p:spTgt spid="14"/>
                                        </p:tgtEl>
                                        <p:attrNameLst>
                                          <p:attrName>style.visibility</p:attrName>
                                        </p:attrNameLst>
                                      </p:cBhvr>
                                      <p:to>
                                        <p:strVal val="visible"/>
                                      </p:to>
                                    </p:set>
                                    <p:animEffect transition="in" filter="fade">
                                      <p:cBhvr>
                                        <p:cTn id="81" dur="500"/>
                                        <p:tgtEl>
                                          <p:spTgt spid="14"/>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10"/>
                                        </p:tgtEl>
                                        <p:attrNameLst>
                                          <p:attrName>style.visibility</p:attrName>
                                        </p:attrNameLst>
                                      </p:cBhvr>
                                      <p:to>
                                        <p:strVal val="visible"/>
                                      </p:to>
                                    </p:set>
                                    <p:animEffect transition="in" filter="fade">
                                      <p:cBhvr>
                                        <p:cTn id="86" dur="500"/>
                                        <p:tgtEl>
                                          <p:spTgt spid="10"/>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nodeType="clickEffect">
                                  <p:stCondLst>
                                    <p:cond delay="0"/>
                                  </p:stCondLst>
                                  <p:childTnLst>
                                    <p:set>
                                      <p:cBhvr>
                                        <p:cTn id="90" dur="1" fill="hold">
                                          <p:stCondLst>
                                            <p:cond delay="0"/>
                                          </p:stCondLst>
                                        </p:cTn>
                                        <p:tgtEl>
                                          <p:spTgt spid="11"/>
                                        </p:tgtEl>
                                        <p:attrNameLst>
                                          <p:attrName>style.visibility</p:attrName>
                                        </p:attrNameLst>
                                      </p:cBhvr>
                                      <p:to>
                                        <p:strVal val="visible"/>
                                      </p:to>
                                    </p:set>
                                    <p:animEffect transition="in" filter="fade">
                                      <p:cBhvr>
                                        <p:cTn id="91" dur="500"/>
                                        <p:tgtEl>
                                          <p:spTgt spid="11"/>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nodeType="clickEffect">
                                  <p:stCondLst>
                                    <p:cond delay="0"/>
                                  </p:stCondLst>
                                  <p:childTnLst>
                                    <p:set>
                                      <p:cBhvr>
                                        <p:cTn id="95" dur="1" fill="hold">
                                          <p:stCondLst>
                                            <p:cond delay="0"/>
                                          </p:stCondLst>
                                        </p:cTn>
                                        <p:tgtEl>
                                          <p:spTgt spid="12"/>
                                        </p:tgtEl>
                                        <p:attrNameLst>
                                          <p:attrName>style.visibility</p:attrName>
                                        </p:attrNameLst>
                                      </p:cBhvr>
                                      <p:to>
                                        <p:strVal val="visible"/>
                                      </p:to>
                                    </p:set>
                                    <p:animEffect transition="in" filter="fade">
                                      <p:cBhvr>
                                        <p:cTn id="96" dur="500"/>
                                        <p:tgtEl>
                                          <p:spTgt spid="12"/>
                                        </p:tgtEl>
                                      </p:cBhvr>
                                    </p:animEffect>
                                  </p:childTnLst>
                                </p:cTn>
                              </p:par>
                            </p:childTnLst>
                          </p:cTn>
                        </p:par>
                      </p:childTnLst>
                    </p:cTn>
                  </p:par>
                  <p:par>
                    <p:cTn id="97" fill="hold">
                      <p:stCondLst>
                        <p:cond delay="indefinite"/>
                      </p:stCondLst>
                      <p:childTnLst>
                        <p:par>
                          <p:cTn id="98" fill="hold">
                            <p:stCondLst>
                              <p:cond delay="0"/>
                            </p:stCondLst>
                            <p:childTnLst>
                              <p:par>
                                <p:cTn id="99" presetID="10" presetClass="entr" presetSubtype="0" fill="hold" nodeType="clickEffect">
                                  <p:stCondLst>
                                    <p:cond delay="0"/>
                                  </p:stCondLst>
                                  <p:childTnLst>
                                    <p:set>
                                      <p:cBhvr>
                                        <p:cTn id="100" dur="1" fill="hold">
                                          <p:stCondLst>
                                            <p:cond delay="0"/>
                                          </p:stCondLst>
                                        </p:cTn>
                                        <p:tgtEl>
                                          <p:spTgt spid="13"/>
                                        </p:tgtEl>
                                        <p:attrNameLst>
                                          <p:attrName>style.visibility</p:attrName>
                                        </p:attrNameLst>
                                      </p:cBhvr>
                                      <p:to>
                                        <p:strVal val="visible"/>
                                      </p:to>
                                    </p:set>
                                    <p:animEffect transition="in" filter="fade">
                                      <p:cBhvr>
                                        <p:cTn id="10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92" grpId="0" autoUpdateAnimBg="0"/>
      <p:bldP spid="43"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110">
            <a:extLst>
              <a:ext uri="{FF2B5EF4-FFF2-40B4-BE49-F238E27FC236}">
                <a16:creationId xmlns:a16="http://schemas.microsoft.com/office/drawing/2014/main" id="{D320E8C8-D600-47A1-9B16-47C10F2A814D}"/>
              </a:ext>
            </a:extLst>
          </p:cNvPr>
          <p:cNvSpPr txBox="1">
            <a:spLocks noChangeArrowheads="1"/>
          </p:cNvSpPr>
          <p:nvPr/>
        </p:nvSpPr>
        <p:spPr bwMode="auto">
          <a:xfrm>
            <a:off x="5037672" y="2842461"/>
            <a:ext cx="4106328" cy="332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342900" lvl="2" indent="-342900" eaLnBrk="1" hangingPunct="1">
              <a:lnSpc>
                <a:spcPts val="3000"/>
              </a:lnSpc>
              <a:spcAft>
                <a:spcPts val="2400"/>
              </a:spcAft>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以价格降低为例</a:t>
            </a:r>
          </a:p>
          <a:p>
            <a:pPr marL="690562" indent="-342900" eaLnBrk="1" hangingPunct="1">
              <a:lnSpc>
                <a:spcPts val="2600"/>
              </a:lnSpc>
              <a:spcAft>
                <a:spcPts val="2400"/>
              </a:spcAft>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替代效应：</a:t>
            </a:r>
            <a:r>
              <a:rPr lang="en-US" altLang="zh-CN" sz="1600" dirty="0">
                <a:latin typeface="微软雅黑" panose="020B0503020204020204" pitchFamily="34" charset="-122"/>
                <a:ea typeface="微软雅黑" panose="020B0503020204020204" pitchFamily="34" charset="-122"/>
              </a:rPr>
              <a:t>E1</a:t>
            </a:r>
            <a:r>
              <a:rPr lang="en-US" altLang="zh-CN" sz="1600" dirty="0">
                <a:latin typeface="微软雅黑" panose="020B0503020204020204" pitchFamily="34" charset="-122"/>
                <a:ea typeface="微软雅黑" panose="020B0503020204020204" pitchFamily="34" charset="-122"/>
                <a:sym typeface="Wingdings" panose="05000000000000000000" pitchFamily="2" charset="2"/>
              </a:rPr>
              <a:t></a:t>
            </a:r>
            <a:r>
              <a:rPr lang="en-US" altLang="zh-CN" sz="1600" dirty="0">
                <a:latin typeface="微软雅黑" panose="020B0503020204020204" pitchFamily="34" charset="-122"/>
                <a:ea typeface="微软雅黑" panose="020B0503020204020204" pitchFamily="34" charset="-122"/>
              </a:rPr>
              <a:t>E’</a:t>
            </a:r>
            <a:r>
              <a:rPr lang="en-US" altLang="zh-CN" sz="1600" baseline="-250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Q↑</a:t>
            </a:r>
          </a:p>
          <a:p>
            <a:pPr marL="690562" indent="-342900" eaLnBrk="1" hangingPunct="1">
              <a:lnSpc>
                <a:spcPts val="2600"/>
              </a:lnSpc>
              <a:spcAft>
                <a:spcPts val="2400"/>
              </a:spcAft>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收入效应：</a:t>
            </a:r>
            <a:r>
              <a:rPr lang="en-US" altLang="zh-CN" sz="1600" dirty="0">
                <a:latin typeface="微软雅黑" panose="020B0503020204020204" pitchFamily="34" charset="-122"/>
                <a:ea typeface="微软雅黑" panose="020B0503020204020204" pitchFamily="34" charset="-122"/>
              </a:rPr>
              <a:t>E’</a:t>
            </a:r>
            <a:r>
              <a:rPr lang="en-US" altLang="zh-CN" sz="1600" baseline="-25000" dirty="0">
                <a:latin typeface="微软雅黑" panose="020B0503020204020204" pitchFamily="34" charset="-122"/>
                <a:ea typeface="微软雅黑" panose="020B0503020204020204" pitchFamily="34" charset="-122"/>
              </a:rPr>
              <a:t>1</a:t>
            </a:r>
            <a:r>
              <a:rPr lang="en-US" altLang="zh-CN" sz="1600" dirty="0">
                <a:latin typeface="微软雅黑" panose="020B0503020204020204" pitchFamily="34" charset="-122"/>
                <a:ea typeface="微软雅黑" panose="020B0503020204020204" pitchFamily="34" charset="-122"/>
                <a:sym typeface="Wingdings" panose="05000000000000000000" pitchFamily="2" charset="2"/>
              </a:rPr>
              <a:t></a:t>
            </a:r>
            <a:r>
              <a:rPr lang="en-US" altLang="zh-CN" sz="1600" dirty="0">
                <a:latin typeface="微软雅黑" panose="020B0503020204020204" pitchFamily="34" charset="-122"/>
                <a:ea typeface="微软雅黑" panose="020B0503020204020204" pitchFamily="34" charset="-122"/>
              </a:rPr>
              <a:t>E</a:t>
            </a:r>
            <a:r>
              <a:rPr lang="en-US" altLang="zh-CN" sz="1600" baseline="-25000" dirty="0">
                <a:latin typeface="微软雅黑" panose="020B0503020204020204" pitchFamily="34" charset="-122"/>
                <a:ea typeface="微软雅黑" panose="020B0503020204020204" pitchFamily="34" charset="-122"/>
              </a:rPr>
              <a:t>2</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Q↓</a:t>
            </a:r>
          </a:p>
          <a:p>
            <a:pPr marL="690562" indent="-342900" eaLnBrk="1" hangingPunct="1">
              <a:lnSpc>
                <a:spcPts val="2600"/>
              </a:lnSpc>
              <a:spcAft>
                <a:spcPts val="2400"/>
              </a:spcAft>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总效应： </a:t>
            </a:r>
            <a:r>
              <a:rPr lang="en-US" altLang="zh-CN" sz="1600" dirty="0">
                <a:latin typeface="微软雅黑" panose="020B0503020204020204" pitchFamily="34" charset="-122"/>
                <a:ea typeface="微软雅黑" panose="020B0503020204020204" pitchFamily="34" charset="-122"/>
              </a:rPr>
              <a:t>E</a:t>
            </a:r>
            <a:r>
              <a:rPr lang="en-US" altLang="zh-CN" sz="1600" baseline="-25000" dirty="0">
                <a:latin typeface="微软雅黑" panose="020B0503020204020204" pitchFamily="34" charset="-122"/>
                <a:ea typeface="微软雅黑" panose="020B0503020204020204" pitchFamily="34" charset="-122"/>
              </a:rPr>
              <a:t>1</a:t>
            </a:r>
            <a:r>
              <a:rPr lang="en-US" altLang="zh-CN" sz="1600" dirty="0">
                <a:latin typeface="微软雅黑" panose="020B0503020204020204" pitchFamily="34" charset="-122"/>
                <a:ea typeface="微软雅黑" panose="020B0503020204020204" pitchFamily="34" charset="-122"/>
                <a:sym typeface="Wingdings" panose="05000000000000000000" pitchFamily="2" charset="2"/>
              </a:rPr>
              <a:t></a:t>
            </a:r>
            <a:r>
              <a:rPr lang="en-US" altLang="zh-CN" sz="1600" dirty="0">
                <a:latin typeface="微软雅黑" panose="020B0503020204020204" pitchFamily="34" charset="-122"/>
                <a:ea typeface="微软雅黑" panose="020B0503020204020204" pitchFamily="34" charset="-122"/>
              </a:rPr>
              <a:t>E</a:t>
            </a:r>
            <a:r>
              <a:rPr lang="en-US" altLang="zh-CN" sz="1600" baseline="-25000" dirty="0">
                <a:latin typeface="微软雅黑" panose="020B0503020204020204" pitchFamily="34" charset="-122"/>
                <a:ea typeface="微软雅黑" panose="020B0503020204020204" pitchFamily="34" charset="-122"/>
              </a:rPr>
              <a:t>2</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Q ↓ </a:t>
            </a:r>
            <a:r>
              <a:rPr lang="en-US" altLang="zh-CN" sz="1600" dirty="0">
                <a:latin typeface="微软雅黑" panose="020B0503020204020204" pitchFamily="34" charset="-122"/>
                <a:ea typeface="微软雅黑" panose="020B0503020204020204" pitchFamily="34" charset="-122"/>
                <a:sym typeface="Wingdings" panose="05000000000000000000" pitchFamily="2" charset="2"/>
              </a:rPr>
              <a:t></a:t>
            </a:r>
            <a:r>
              <a:rPr lang="zh-CN" altLang="en-US" sz="1600" dirty="0">
                <a:latin typeface="微软雅黑" panose="020B0503020204020204" pitchFamily="34" charset="-122"/>
                <a:ea typeface="微软雅黑" panose="020B0503020204020204" pitchFamily="34" charset="-122"/>
              </a:rPr>
              <a:t>吉芬商品</a:t>
            </a:r>
          </a:p>
          <a:p>
            <a:pPr marL="342900" indent="-342900" eaLnBrk="1" hangingPunct="1">
              <a:buFont typeface="Wingdings" panose="05000000000000000000" pitchFamily="2" charset="2"/>
              <a:buChar char="Ø"/>
            </a:pPr>
            <a:endParaRPr lang="en-US" altLang="zh-CN" sz="2000" dirty="0"/>
          </a:p>
          <a:p>
            <a:pPr marL="342900" indent="-342900" eaLnBrk="1" hangingPunct="1">
              <a:buFont typeface="Wingdings" panose="05000000000000000000" pitchFamily="2" charset="2"/>
              <a:buChar char="Ø"/>
            </a:pPr>
            <a:endParaRPr lang="zh-CN" altLang="en-US" sz="2000" dirty="0"/>
          </a:p>
        </p:txBody>
      </p:sp>
      <p:graphicFrame>
        <p:nvGraphicFramePr>
          <p:cNvPr id="46106" name="Object 26"/>
          <p:cNvGraphicFramePr>
            <a:graphicFrameLocks noChangeAspect="1"/>
          </p:cNvGraphicFramePr>
          <p:nvPr>
            <p:extLst>
              <p:ext uri="{D42A27DB-BD31-4B8C-83A1-F6EECF244321}">
                <p14:modId xmlns:p14="http://schemas.microsoft.com/office/powerpoint/2010/main" val="3096318483"/>
              </p:ext>
            </p:extLst>
          </p:nvPr>
        </p:nvGraphicFramePr>
        <p:xfrm>
          <a:off x="1617236" y="4126868"/>
          <a:ext cx="247633" cy="230229"/>
        </p:xfrm>
        <a:graphic>
          <a:graphicData uri="http://schemas.openxmlformats.org/presentationml/2006/ole">
            <mc:AlternateContent xmlns:mc="http://schemas.openxmlformats.org/markup-compatibility/2006">
              <mc:Choice xmlns:v="urn:schemas-microsoft-com:vml" Requires="v">
                <p:oleObj spid="_x0000_s46499" r:id="rId3" imgW="178117" imgH="165417" progId="">
                  <p:embed/>
                </p:oleObj>
              </mc:Choice>
              <mc:Fallback>
                <p:oleObj r:id="rId3" imgW="178117" imgH="165417" progId="">
                  <p:embed/>
                  <p:pic>
                    <p:nvPicPr>
                      <p:cNvPr id="0" name="Object 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7236" y="4126868"/>
                        <a:ext cx="247633" cy="230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9" name="组合 8">
            <a:extLst>
              <a:ext uri="{FF2B5EF4-FFF2-40B4-BE49-F238E27FC236}">
                <a16:creationId xmlns:a16="http://schemas.microsoft.com/office/drawing/2014/main" id="{6303F467-6E73-4048-8A0F-FB1453B3A9DD}"/>
              </a:ext>
            </a:extLst>
          </p:cNvPr>
          <p:cNvGrpSpPr/>
          <p:nvPr/>
        </p:nvGrpSpPr>
        <p:grpSpPr>
          <a:xfrm>
            <a:off x="1929973" y="4270324"/>
            <a:ext cx="2225732" cy="1770250"/>
            <a:chOff x="1929973" y="4270324"/>
            <a:chExt cx="2225732" cy="1770250"/>
          </a:xfrm>
        </p:grpSpPr>
        <p:cxnSp>
          <p:nvCxnSpPr>
            <p:cNvPr id="46087" name="直接连接符 27"/>
            <p:cNvCxnSpPr>
              <a:cxnSpLocks noChangeShapeType="1"/>
            </p:cNvCxnSpPr>
            <p:nvPr/>
          </p:nvCxnSpPr>
          <p:spPr bwMode="auto">
            <a:xfrm>
              <a:off x="1929973" y="4270324"/>
              <a:ext cx="2052638" cy="1436687"/>
            </a:xfrm>
            <a:prstGeom prst="line">
              <a:avLst/>
            </a:prstGeom>
            <a:noFill/>
            <a:ln w="38100" cmpd="sng">
              <a:solidFill>
                <a:srgbClr val="C00000"/>
              </a:solidFill>
              <a:round/>
              <a:headEnd/>
              <a:tailEnd/>
            </a:ln>
            <a:effectLst>
              <a:outerShdw dist="23000" dir="5400000" algn="ctr" rotWithShape="0">
                <a:srgbClr val="000000">
                  <a:alpha val="32999"/>
                </a:srgbClr>
              </a:outerShdw>
            </a:effectLst>
            <a:extLst>
              <a:ext uri="{909E8E84-426E-40DD-AFC4-6F175D3DCCD1}">
                <a14:hiddenFill xmlns:a14="http://schemas.microsoft.com/office/drawing/2010/main">
                  <a:noFill/>
                </a14:hiddenFill>
              </a:ext>
            </a:extLst>
          </p:spPr>
        </p:cxnSp>
        <p:graphicFrame>
          <p:nvGraphicFramePr>
            <p:cNvPr id="46103" name="Object 23"/>
            <p:cNvGraphicFramePr>
              <a:graphicFrameLocks noChangeAspect="1"/>
            </p:cNvGraphicFramePr>
            <p:nvPr>
              <p:extLst>
                <p:ext uri="{D42A27DB-BD31-4B8C-83A1-F6EECF244321}">
                  <p14:modId xmlns:p14="http://schemas.microsoft.com/office/powerpoint/2010/main" val="2060281358"/>
                </p:ext>
              </p:extLst>
            </p:nvPr>
          </p:nvGraphicFramePr>
          <p:xfrm>
            <a:off x="3818075" y="5719841"/>
            <a:ext cx="247633" cy="320733"/>
          </p:xfrm>
          <a:graphic>
            <a:graphicData uri="http://schemas.openxmlformats.org/presentationml/2006/ole">
              <mc:AlternateContent xmlns:mc="http://schemas.openxmlformats.org/markup-compatibility/2006">
                <mc:Choice xmlns:v="urn:schemas-microsoft-com:vml" Requires="v">
                  <p:oleObj spid="_x0000_s46500" r:id="rId5" imgW="178040" imgH="228818" progId="">
                    <p:embed/>
                  </p:oleObj>
                </mc:Choice>
                <mc:Fallback>
                  <p:oleObj r:id="rId5" imgW="178040" imgH="228818" progId="">
                    <p:embed/>
                    <p:pic>
                      <p:nvPicPr>
                        <p:cNvPr id="0" name="Object 2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18075" y="5719841"/>
                          <a:ext cx="247633" cy="320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113" name="Object 33"/>
            <p:cNvGraphicFramePr>
              <a:graphicFrameLocks noChangeAspect="1"/>
            </p:cNvGraphicFramePr>
            <p:nvPr>
              <p:extLst>
                <p:ext uri="{D42A27DB-BD31-4B8C-83A1-F6EECF244321}">
                  <p14:modId xmlns:p14="http://schemas.microsoft.com/office/powerpoint/2010/main" val="4037029987"/>
                </p:ext>
              </p:extLst>
            </p:nvPr>
          </p:nvGraphicFramePr>
          <p:xfrm>
            <a:off x="3942994" y="5401602"/>
            <a:ext cx="212711" cy="320733"/>
          </p:xfrm>
          <a:graphic>
            <a:graphicData uri="http://schemas.openxmlformats.org/presentationml/2006/ole">
              <mc:AlternateContent xmlns:mc="http://schemas.openxmlformats.org/markup-compatibility/2006">
                <mc:Choice xmlns:v="urn:schemas-microsoft-com:vml" Requires="v">
                  <p:oleObj spid="_x0000_s46501" r:id="rId7" imgW="152783" imgH="229016" progId="">
                    <p:embed/>
                  </p:oleObj>
                </mc:Choice>
                <mc:Fallback>
                  <p:oleObj r:id="rId7" imgW="152783" imgH="229016" progId="">
                    <p:embed/>
                    <p:pic>
                      <p:nvPicPr>
                        <p:cNvPr id="0" name="Object 3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42994" y="5401602"/>
                          <a:ext cx="212711" cy="320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3" name="组合 12">
            <a:extLst>
              <a:ext uri="{FF2B5EF4-FFF2-40B4-BE49-F238E27FC236}">
                <a16:creationId xmlns:a16="http://schemas.microsoft.com/office/drawing/2014/main" id="{2342798B-4C35-4220-B15A-2A86D3BCB20F}"/>
              </a:ext>
            </a:extLst>
          </p:cNvPr>
          <p:cNvGrpSpPr/>
          <p:nvPr/>
        </p:nvGrpSpPr>
        <p:grpSpPr>
          <a:xfrm>
            <a:off x="2362144" y="4438599"/>
            <a:ext cx="301605" cy="1601652"/>
            <a:chOff x="2362144" y="4438599"/>
            <a:chExt cx="301605" cy="1601652"/>
          </a:xfrm>
        </p:grpSpPr>
        <p:cxnSp>
          <p:nvCxnSpPr>
            <p:cNvPr id="46094" name="直接连接符 34"/>
            <p:cNvCxnSpPr>
              <a:cxnSpLocks noChangeShapeType="1"/>
            </p:cNvCxnSpPr>
            <p:nvPr/>
          </p:nvCxnSpPr>
          <p:spPr bwMode="auto">
            <a:xfrm rot="16200000" flipH="1">
              <a:off x="1818055" y="5053755"/>
              <a:ext cx="1230312" cy="0"/>
            </a:xfrm>
            <a:prstGeom prst="line">
              <a:avLst/>
            </a:prstGeom>
            <a:noFill/>
            <a:ln w="9525" cmpd="sng">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46098" name="Object 18"/>
            <p:cNvGraphicFramePr>
              <a:graphicFrameLocks noChangeAspect="1"/>
            </p:cNvGraphicFramePr>
            <p:nvPr>
              <p:extLst>
                <p:ext uri="{D42A27DB-BD31-4B8C-83A1-F6EECF244321}">
                  <p14:modId xmlns:p14="http://schemas.microsoft.com/office/powerpoint/2010/main" val="920739043"/>
                </p:ext>
              </p:extLst>
            </p:nvPr>
          </p:nvGraphicFramePr>
          <p:xfrm>
            <a:off x="2362144" y="5719518"/>
            <a:ext cx="301605" cy="320733"/>
          </p:xfrm>
          <a:graphic>
            <a:graphicData uri="http://schemas.openxmlformats.org/presentationml/2006/ole">
              <mc:AlternateContent xmlns:mc="http://schemas.openxmlformats.org/markup-compatibility/2006">
                <mc:Choice xmlns:v="urn:schemas-microsoft-com:vml" Requires="v">
                  <p:oleObj spid="_x0000_s46502" r:id="rId9" imgW="216217" imgH="228917" progId="">
                    <p:embed/>
                  </p:oleObj>
                </mc:Choice>
                <mc:Fallback>
                  <p:oleObj r:id="rId9" imgW="216217" imgH="228917" progId="">
                    <p:embed/>
                    <p:pic>
                      <p:nvPicPr>
                        <p:cNvPr id="0" name="Object 1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62144" y="5719518"/>
                          <a:ext cx="301605" cy="320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2" name="组合 11">
            <a:extLst>
              <a:ext uri="{FF2B5EF4-FFF2-40B4-BE49-F238E27FC236}">
                <a16:creationId xmlns:a16="http://schemas.microsoft.com/office/drawing/2014/main" id="{03CEA810-B40B-4DDD-B83B-12E27BF32A7D}"/>
              </a:ext>
            </a:extLst>
          </p:cNvPr>
          <p:cNvGrpSpPr/>
          <p:nvPr/>
        </p:nvGrpSpPr>
        <p:grpSpPr>
          <a:xfrm>
            <a:off x="2020110" y="3971872"/>
            <a:ext cx="320653" cy="2068799"/>
            <a:chOff x="2020110" y="3971872"/>
            <a:chExt cx="320653" cy="2068799"/>
          </a:xfrm>
        </p:grpSpPr>
        <p:cxnSp>
          <p:nvCxnSpPr>
            <p:cNvPr id="46096" name="直接连接符 36"/>
            <p:cNvCxnSpPr>
              <a:cxnSpLocks noChangeShapeType="1"/>
            </p:cNvCxnSpPr>
            <p:nvPr/>
          </p:nvCxnSpPr>
          <p:spPr bwMode="auto">
            <a:xfrm rot="5400000">
              <a:off x="1490233" y="4802135"/>
              <a:ext cx="1679575" cy="19050"/>
            </a:xfrm>
            <a:prstGeom prst="line">
              <a:avLst/>
            </a:prstGeom>
            <a:noFill/>
            <a:ln w="9525" cmpd="sng">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46099" name="Object 19"/>
            <p:cNvGraphicFramePr>
              <a:graphicFrameLocks noChangeAspect="1"/>
            </p:cNvGraphicFramePr>
            <p:nvPr>
              <p:extLst>
                <p:ext uri="{D42A27DB-BD31-4B8C-83A1-F6EECF244321}">
                  <p14:modId xmlns:p14="http://schemas.microsoft.com/office/powerpoint/2010/main" val="186525050"/>
                </p:ext>
              </p:extLst>
            </p:nvPr>
          </p:nvGraphicFramePr>
          <p:xfrm>
            <a:off x="2020110" y="5719938"/>
            <a:ext cx="320653" cy="320733"/>
          </p:xfrm>
          <a:graphic>
            <a:graphicData uri="http://schemas.openxmlformats.org/presentationml/2006/ole">
              <mc:AlternateContent xmlns:mc="http://schemas.openxmlformats.org/markup-compatibility/2006">
                <mc:Choice xmlns:v="urn:schemas-microsoft-com:vml" Requires="v">
                  <p:oleObj spid="_x0000_s46503" r:id="rId11" imgW="229215" imgH="229215" progId="">
                    <p:embed/>
                  </p:oleObj>
                </mc:Choice>
                <mc:Fallback>
                  <p:oleObj r:id="rId11" imgW="229215" imgH="229215" progId="">
                    <p:embed/>
                    <p:pic>
                      <p:nvPicPr>
                        <p:cNvPr id="0" name="Object 1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020110" y="5719938"/>
                          <a:ext cx="320653" cy="320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4" name="组合 13">
            <a:extLst>
              <a:ext uri="{FF2B5EF4-FFF2-40B4-BE49-F238E27FC236}">
                <a16:creationId xmlns:a16="http://schemas.microsoft.com/office/drawing/2014/main" id="{36E0F2D0-8C1E-4B18-A871-A721426FA3F2}"/>
              </a:ext>
            </a:extLst>
          </p:cNvPr>
          <p:cNvGrpSpPr/>
          <p:nvPr/>
        </p:nvGrpSpPr>
        <p:grpSpPr>
          <a:xfrm>
            <a:off x="2885400" y="5054547"/>
            <a:ext cx="301605" cy="1003946"/>
            <a:chOff x="2885400" y="5054547"/>
            <a:chExt cx="301605" cy="1003946"/>
          </a:xfrm>
        </p:grpSpPr>
        <p:cxnSp>
          <p:nvCxnSpPr>
            <p:cNvPr id="46095" name="直接连接符 35"/>
            <p:cNvCxnSpPr>
              <a:cxnSpLocks noChangeShapeType="1"/>
            </p:cNvCxnSpPr>
            <p:nvPr/>
          </p:nvCxnSpPr>
          <p:spPr bwMode="auto">
            <a:xfrm rot="16200000" flipH="1">
              <a:off x="2723722" y="5343471"/>
              <a:ext cx="614362" cy="36513"/>
            </a:xfrm>
            <a:prstGeom prst="line">
              <a:avLst/>
            </a:prstGeom>
            <a:noFill/>
            <a:ln w="9525" cmpd="sng">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46100" name="Object 20"/>
            <p:cNvGraphicFramePr>
              <a:graphicFrameLocks noChangeAspect="1"/>
            </p:cNvGraphicFramePr>
            <p:nvPr>
              <p:extLst>
                <p:ext uri="{D42A27DB-BD31-4B8C-83A1-F6EECF244321}">
                  <p14:modId xmlns:p14="http://schemas.microsoft.com/office/powerpoint/2010/main" val="2196112200"/>
                </p:ext>
              </p:extLst>
            </p:nvPr>
          </p:nvGraphicFramePr>
          <p:xfrm>
            <a:off x="2885400" y="5737760"/>
            <a:ext cx="301605" cy="320733"/>
          </p:xfrm>
          <a:graphic>
            <a:graphicData uri="http://schemas.openxmlformats.org/presentationml/2006/ole">
              <mc:AlternateContent xmlns:mc="http://schemas.openxmlformats.org/markup-compatibility/2006">
                <mc:Choice xmlns:v="urn:schemas-microsoft-com:vml" Requires="v">
                  <p:oleObj spid="_x0000_s46504" r:id="rId13" imgW="216217" imgH="228917" progId="">
                    <p:embed/>
                  </p:oleObj>
                </mc:Choice>
                <mc:Fallback>
                  <p:oleObj r:id="rId13" imgW="216217" imgH="228917" progId="">
                    <p:embed/>
                    <p:pic>
                      <p:nvPicPr>
                        <p:cNvPr id="0" name="Object 2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885400" y="5737760"/>
                          <a:ext cx="301605" cy="320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46105" name="Object 25"/>
          <p:cNvGraphicFramePr>
            <a:graphicFrameLocks noChangeAspect="1"/>
          </p:cNvGraphicFramePr>
          <p:nvPr>
            <p:extLst>
              <p:ext uri="{D42A27DB-BD31-4B8C-83A1-F6EECF244321}">
                <p14:modId xmlns:p14="http://schemas.microsoft.com/office/powerpoint/2010/main" val="999102714"/>
              </p:ext>
            </p:extLst>
          </p:nvPr>
        </p:nvGraphicFramePr>
        <p:xfrm>
          <a:off x="1647883" y="3604777"/>
          <a:ext cx="212711" cy="230229"/>
        </p:xfrm>
        <a:graphic>
          <a:graphicData uri="http://schemas.openxmlformats.org/presentationml/2006/ole">
            <mc:AlternateContent xmlns:mc="http://schemas.openxmlformats.org/markup-compatibility/2006">
              <mc:Choice xmlns:v="urn:schemas-microsoft-com:vml" Requires="v">
                <p:oleObj spid="_x0000_s46505" r:id="rId15" imgW="152783" imgH="165489" progId="">
                  <p:embed/>
                </p:oleObj>
              </mc:Choice>
              <mc:Fallback>
                <p:oleObj r:id="rId15" imgW="152783" imgH="165489" progId="">
                  <p:embed/>
                  <p:pic>
                    <p:nvPicPr>
                      <p:cNvPr id="0" name="Object 2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647883" y="3604777"/>
                        <a:ext cx="212711" cy="230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 name="组合 1">
            <a:extLst>
              <a:ext uri="{FF2B5EF4-FFF2-40B4-BE49-F238E27FC236}">
                <a16:creationId xmlns:a16="http://schemas.microsoft.com/office/drawing/2014/main" id="{336456EE-9996-4522-8EC3-2B118E3C278D}"/>
              </a:ext>
            </a:extLst>
          </p:cNvPr>
          <p:cNvGrpSpPr/>
          <p:nvPr/>
        </p:nvGrpSpPr>
        <p:grpSpPr>
          <a:xfrm>
            <a:off x="1647688" y="2963809"/>
            <a:ext cx="3808123" cy="3113090"/>
            <a:chOff x="1647688" y="2963809"/>
            <a:chExt cx="3808123" cy="3113090"/>
          </a:xfrm>
        </p:grpSpPr>
        <p:cxnSp>
          <p:nvCxnSpPr>
            <p:cNvPr id="46089" name="直接箭头连接符 29"/>
            <p:cNvCxnSpPr>
              <a:cxnSpLocks noChangeShapeType="1"/>
            </p:cNvCxnSpPr>
            <p:nvPr/>
          </p:nvCxnSpPr>
          <p:spPr bwMode="auto">
            <a:xfrm>
              <a:off x="1891873" y="5668911"/>
              <a:ext cx="3563938" cy="38100"/>
            </a:xfrm>
            <a:prstGeom prst="straightConnector1">
              <a:avLst/>
            </a:prstGeom>
            <a:noFill/>
            <a:ln w="9525" cmpd="sng">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46090" name="直接箭头连接符 30"/>
            <p:cNvCxnSpPr>
              <a:cxnSpLocks noChangeShapeType="1"/>
            </p:cNvCxnSpPr>
            <p:nvPr/>
          </p:nvCxnSpPr>
          <p:spPr bwMode="auto">
            <a:xfrm rot="5400000" flipH="1" flipV="1">
              <a:off x="556784" y="4316359"/>
              <a:ext cx="2706688" cy="1587"/>
            </a:xfrm>
            <a:prstGeom prst="straightConnector1">
              <a:avLst/>
            </a:prstGeom>
            <a:noFill/>
            <a:ln w="9525" cmpd="sng">
              <a:solidFill>
                <a:srgbClr val="7F7F7F"/>
              </a:solidFill>
              <a:round/>
              <a:headEnd/>
              <a:tailEnd type="stealth" w="med" len="lg"/>
            </a:ln>
            <a:extLst>
              <a:ext uri="{909E8E84-426E-40DD-AFC4-6F175D3DCCD1}">
                <a14:hiddenFill xmlns:a14="http://schemas.microsoft.com/office/drawing/2010/main">
                  <a:noFill/>
                </a14:hiddenFill>
              </a:ext>
            </a:extLst>
          </p:spPr>
        </p:cxnSp>
        <p:graphicFrame>
          <p:nvGraphicFramePr>
            <p:cNvPr id="46097" name="Object 17"/>
            <p:cNvGraphicFramePr>
              <a:graphicFrameLocks noChangeAspect="1"/>
            </p:cNvGraphicFramePr>
            <p:nvPr>
              <p:extLst>
                <p:ext uri="{D42A27DB-BD31-4B8C-83A1-F6EECF244321}">
                  <p14:modId xmlns:p14="http://schemas.microsoft.com/office/powerpoint/2010/main" val="2638713508"/>
                </p:ext>
              </p:extLst>
            </p:nvPr>
          </p:nvGraphicFramePr>
          <p:xfrm>
            <a:off x="1647688" y="5706912"/>
            <a:ext cx="212711" cy="247695"/>
          </p:xfrm>
          <a:graphic>
            <a:graphicData uri="http://schemas.openxmlformats.org/presentationml/2006/ole">
              <mc:AlternateContent xmlns:mc="http://schemas.openxmlformats.org/markup-compatibility/2006">
                <mc:Choice xmlns:v="urn:schemas-microsoft-com:vml" Requires="v">
                  <p:oleObj spid="_x0000_s46506" r:id="rId17" imgW="152717" imgH="178117" progId="">
                    <p:embed/>
                  </p:oleObj>
                </mc:Choice>
                <mc:Fallback>
                  <p:oleObj r:id="rId17" imgW="152717" imgH="178117" progId="">
                    <p:embed/>
                    <p:pic>
                      <p:nvPicPr>
                        <p:cNvPr id="0" name="Object 1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647688" y="5706912"/>
                          <a:ext cx="212711" cy="2476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101" name="Object 21"/>
            <p:cNvGraphicFramePr>
              <a:graphicFrameLocks noChangeAspect="1"/>
            </p:cNvGraphicFramePr>
            <p:nvPr>
              <p:extLst>
                <p:ext uri="{D42A27DB-BD31-4B8C-83A1-F6EECF244321}">
                  <p14:modId xmlns:p14="http://schemas.microsoft.com/office/powerpoint/2010/main" val="3441675293"/>
                </p:ext>
              </p:extLst>
            </p:nvPr>
          </p:nvGraphicFramePr>
          <p:xfrm>
            <a:off x="5190749" y="5756166"/>
            <a:ext cx="249221" cy="320733"/>
          </p:xfrm>
          <a:graphic>
            <a:graphicData uri="http://schemas.openxmlformats.org/presentationml/2006/ole">
              <mc:AlternateContent xmlns:mc="http://schemas.openxmlformats.org/markup-compatibility/2006">
                <mc:Choice xmlns:v="urn:schemas-microsoft-com:vml" Requires="v">
                  <p:oleObj spid="_x0000_s46507" r:id="rId19" imgW="178040" imgH="228818" progId="">
                    <p:embed/>
                  </p:oleObj>
                </mc:Choice>
                <mc:Fallback>
                  <p:oleObj r:id="rId19" imgW="178040" imgH="228818" progId="">
                    <p:embed/>
                    <p:pic>
                      <p:nvPicPr>
                        <p:cNvPr id="0" name="Object 2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190749" y="5756166"/>
                          <a:ext cx="249221" cy="320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107" name="Object 27"/>
            <p:cNvGraphicFramePr>
              <a:graphicFrameLocks noChangeAspect="1"/>
            </p:cNvGraphicFramePr>
            <p:nvPr>
              <p:extLst>
                <p:ext uri="{D42A27DB-BD31-4B8C-83A1-F6EECF244321}">
                  <p14:modId xmlns:p14="http://schemas.microsoft.com/office/powerpoint/2010/main" val="1947174516"/>
                </p:ext>
              </p:extLst>
            </p:nvPr>
          </p:nvGraphicFramePr>
          <p:xfrm>
            <a:off x="1647751" y="3050347"/>
            <a:ext cx="266682" cy="320733"/>
          </p:xfrm>
          <a:graphic>
            <a:graphicData uri="http://schemas.openxmlformats.org/presentationml/2006/ole">
              <mc:AlternateContent xmlns:mc="http://schemas.openxmlformats.org/markup-compatibility/2006">
                <mc:Choice xmlns:v="urn:schemas-microsoft-com:vml" Requires="v">
                  <p:oleObj spid="_x0000_s46508" r:id="rId21" imgW="190983" imgH="229116" progId="">
                    <p:embed/>
                  </p:oleObj>
                </mc:Choice>
                <mc:Fallback>
                  <p:oleObj r:id="rId21" imgW="190983" imgH="229116" progId="">
                    <p:embed/>
                    <p:pic>
                      <p:nvPicPr>
                        <p:cNvPr id="0" name="Object 27"/>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647751" y="3050347"/>
                          <a:ext cx="266682" cy="320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8" name="组合 7">
            <a:extLst>
              <a:ext uri="{FF2B5EF4-FFF2-40B4-BE49-F238E27FC236}">
                <a16:creationId xmlns:a16="http://schemas.microsoft.com/office/drawing/2014/main" id="{D87CFABC-D030-41A3-8767-904C4669DA8F}"/>
              </a:ext>
            </a:extLst>
          </p:cNvPr>
          <p:cNvGrpSpPr/>
          <p:nvPr/>
        </p:nvGrpSpPr>
        <p:grpSpPr>
          <a:xfrm>
            <a:off x="1910923" y="3654374"/>
            <a:ext cx="1528025" cy="2404054"/>
            <a:chOff x="1910923" y="3654374"/>
            <a:chExt cx="1528025" cy="2404054"/>
          </a:xfrm>
        </p:grpSpPr>
        <p:grpSp>
          <p:nvGrpSpPr>
            <p:cNvPr id="6" name="组合 5">
              <a:extLst>
                <a:ext uri="{FF2B5EF4-FFF2-40B4-BE49-F238E27FC236}">
                  <a16:creationId xmlns:a16="http://schemas.microsoft.com/office/drawing/2014/main" id="{D9A3059E-DA28-4DB5-971A-D98247C081D2}"/>
                </a:ext>
              </a:extLst>
            </p:cNvPr>
            <p:cNvGrpSpPr/>
            <p:nvPr/>
          </p:nvGrpSpPr>
          <p:grpSpPr>
            <a:xfrm>
              <a:off x="1910923" y="3654374"/>
              <a:ext cx="1528025" cy="2404054"/>
              <a:chOff x="1910923" y="3654374"/>
              <a:chExt cx="1528025" cy="2404054"/>
            </a:xfrm>
          </p:grpSpPr>
          <p:cxnSp>
            <p:nvCxnSpPr>
              <p:cNvPr id="46085" name="直接连接符 25"/>
              <p:cNvCxnSpPr>
                <a:cxnSpLocks noChangeShapeType="1"/>
              </p:cNvCxnSpPr>
              <p:nvPr/>
            </p:nvCxnSpPr>
            <p:spPr bwMode="auto">
              <a:xfrm rot="16200000" flipH="1">
                <a:off x="1584692" y="3980605"/>
                <a:ext cx="2033587" cy="1381125"/>
              </a:xfrm>
              <a:prstGeom prst="line">
                <a:avLst/>
              </a:prstGeom>
              <a:noFill/>
              <a:ln w="38100" cmpd="sng">
                <a:solidFill>
                  <a:srgbClr val="C3C9D7"/>
                </a:solidFill>
                <a:round/>
                <a:headEnd/>
                <a:tailEnd/>
              </a:ln>
              <a:effectLst>
                <a:outerShdw dist="23000" dir="5400000" algn="ctr" rotWithShape="0">
                  <a:srgbClr val="000000">
                    <a:alpha val="32999"/>
                  </a:srgbClr>
                </a:outerShdw>
              </a:effectLst>
              <a:extLst>
                <a:ext uri="{909E8E84-426E-40DD-AFC4-6F175D3DCCD1}">
                  <a14:hiddenFill xmlns:a14="http://schemas.microsoft.com/office/drawing/2010/main">
                    <a:noFill/>
                  </a14:hiddenFill>
                </a:ext>
              </a:extLst>
            </p:spPr>
          </p:cxnSp>
          <p:graphicFrame>
            <p:nvGraphicFramePr>
              <p:cNvPr id="46102" name="Object 22"/>
              <p:cNvGraphicFramePr>
                <a:graphicFrameLocks noChangeAspect="1"/>
              </p:cNvGraphicFramePr>
              <p:nvPr>
                <p:extLst>
                  <p:ext uri="{D42A27DB-BD31-4B8C-83A1-F6EECF244321}">
                    <p14:modId xmlns:p14="http://schemas.microsoft.com/office/powerpoint/2010/main" val="1259881740"/>
                  </p:ext>
                </p:extLst>
              </p:nvPr>
            </p:nvGraphicFramePr>
            <p:xfrm>
              <a:off x="3208776" y="5737695"/>
              <a:ext cx="230172" cy="320733"/>
            </p:xfrm>
            <a:graphic>
              <a:graphicData uri="http://schemas.openxmlformats.org/presentationml/2006/ole">
                <mc:AlternateContent xmlns:mc="http://schemas.openxmlformats.org/markup-compatibility/2006">
                  <mc:Choice xmlns:v="urn:schemas-microsoft-com:vml" Requires="v">
                    <p:oleObj spid="_x0000_s46509" r:id="rId23" imgW="165417" imgH="228917" progId="">
                      <p:embed/>
                    </p:oleObj>
                  </mc:Choice>
                  <mc:Fallback>
                    <p:oleObj r:id="rId23" imgW="165417" imgH="228917" progId="">
                      <p:embed/>
                      <p:pic>
                        <p:nvPicPr>
                          <p:cNvPr id="0" name="Object 22"/>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208776" y="5737695"/>
                            <a:ext cx="230172" cy="320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46111" name="Object 31"/>
            <p:cNvGraphicFramePr>
              <a:graphicFrameLocks noChangeAspect="1"/>
            </p:cNvGraphicFramePr>
            <p:nvPr>
              <p:extLst>
                <p:ext uri="{D42A27DB-BD31-4B8C-83A1-F6EECF244321}">
                  <p14:modId xmlns:p14="http://schemas.microsoft.com/office/powerpoint/2010/main" val="4122993690"/>
                </p:ext>
              </p:extLst>
            </p:nvPr>
          </p:nvGraphicFramePr>
          <p:xfrm>
            <a:off x="2773929" y="5307987"/>
            <a:ext cx="195249" cy="320733"/>
          </p:xfrm>
          <a:graphic>
            <a:graphicData uri="http://schemas.openxmlformats.org/presentationml/2006/ole">
              <mc:AlternateContent xmlns:mc="http://schemas.openxmlformats.org/markup-compatibility/2006">
                <mc:Choice xmlns:v="urn:schemas-microsoft-com:vml" Requires="v">
                  <p:oleObj spid="_x0000_s46510" r:id="rId25" imgW="140199" imgH="229215" progId="">
                    <p:embed/>
                  </p:oleObj>
                </mc:Choice>
                <mc:Fallback>
                  <p:oleObj r:id="rId25" imgW="140199" imgH="229215" progId="">
                    <p:embed/>
                    <p:pic>
                      <p:nvPicPr>
                        <p:cNvPr id="0" name="Object 31"/>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773929" y="5307987"/>
                          <a:ext cx="195249" cy="320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0" name="组合 9">
            <a:extLst>
              <a:ext uri="{FF2B5EF4-FFF2-40B4-BE49-F238E27FC236}">
                <a16:creationId xmlns:a16="http://schemas.microsoft.com/office/drawing/2014/main" id="{2E6DA55E-E119-490C-B353-4EB998ED6C92}"/>
              </a:ext>
            </a:extLst>
          </p:cNvPr>
          <p:cNvGrpSpPr/>
          <p:nvPr/>
        </p:nvGrpSpPr>
        <p:grpSpPr>
          <a:xfrm>
            <a:off x="2115711" y="1214386"/>
            <a:ext cx="4795837" cy="4359669"/>
            <a:chOff x="2115711" y="1214386"/>
            <a:chExt cx="4795837" cy="4359669"/>
          </a:xfrm>
        </p:grpSpPr>
        <p:sp>
          <p:nvSpPr>
            <p:cNvPr id="46092" name="弧形 32"/>
            <p:cNvSpPr>
              <a:spLocks noChangeArrowheads="1"/>
            </p:cNvSpPr>
            <p:nvPr/>
          </p:nvSpPr>
          <p:spPr bwMode="auto">
            <a:xfrm rot="10800000">
              <a:off x="2115711" y="1214386"/>
              <a:ext cx="4795837" cy="4268788"/>
            </a:xfrm>
            <a:custGeom>
              <a:avLst/>
              <a:gdLst>
                <a:gd name="T0" fmla="*/ 3203125 w 4796160"/>
                <a:gd name="T1" fmla="*/ 123841 h 4268010"/>
                <a:gd name="T2" fmla="*/ 2398080 w 4796160"/>
                <a:gd name="T3" fmla="*/ 2134005 h 4268010"/>
                <a:gd name="T4" fmla="*/ 4685052 w 4796160"/>
                <a:gd name="T5" fmla="*/ 1491964 h 4268010"/>
                <a:gd name="T6" fmla="*/ 11796480 60000 65536"/>
                <a:gd name="T7" fmla="*/ 23592960 60000 65536"/>
                <a:gd name="T8" fmla="*/ 5898240 60000 65536"/>
                <a:gd name="T9" fmla="*/ 3203125 w 4796160"/>
                <a:gd name="T10" fmla="*/ 123841 h 4268010"/>
                <a:gd name="T11" fmla="*/ 4685052 w 4796160"/>
                <a:gd name="T12" fmla="*/ 1491964 h 4268010"/>
              </a:gdLst>
              <a:ahLst/>
              <a:cxnLst>
                <a:cxn ang="T6">
                  <a:pos x="T0" y="T1"/>
                </a:cxn>
                <a:cxn ang="T7">
                  <a:pos x="T2" y="T3"/>
                </a:cxn>
                <a:cxn ang="T8">
                  <a:pos x="T4" y="T5"/>
                </a:cxn>
              </a:cxnLst>
              <a:rect l="T9" t="T10" r="T11" b="T12"/>
              <a:pathLst>
                <a:path w="4796160" h="4268010" stroke="0">
                  <a:moveTo>
                    <a:pt x="3203125" y="123841"/>
                  </a:moveTo>
                  <a:lnTo>
                    <a:pt x="3203124" y="123841"/>
                  </a:lnTo>
                  <a:cubicBezTo>
                    <a:pt x="3910599" y="348210"/>
                    <a:pt x="4459085" y="854576"/>
                    <a:pt x="4685051" y="1491964"/>
                  </a:cubicBezTo>
                  <a:lnTo>
                    <a:pt x="2398080" y="2134005"/>
                  </a:lnTo>
                  <a:close/>
                </a:path>
                <a:path w="4796160" h="4268010" fill="none">
                  <a:moveTo>
                    <a:pt x="3203125" y="123841"/>
                  </a:moveTo>
                  <a:lnTo>
                    <a:pt x="3203124" y="123841"/>
                  </a:lnTo>
                  <a:cubicBezTo>
                    <a:pt x="3910599" y="348210"/>
                    <a:pt x="4459085" y="854576"/>
                    <a:pt x="4685051" y="1491964"/>
                  </a:cubicBezTo>
                </a:path>
              </a:pathLst>
            </a:custGeom>
            <a:noFill/>
            <a:ln w="38100" cmpd="sng">
              <a:solidFill>
                <a:srgbClr val="F3C97F"/>
              </a:solidFill>
              <a:miter lim="800000"/>
              <a:headEnd/>
              <a:tailEnd/>
            </a:ln>
            <a:effectLst>
              <a:outerShdw dist="23000" dir="5400000" algn="ctr" rotWithShape="0">
                <a:srgbClr val="000000">
                  <a:alpha val="32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graphicFrame>
          <p:nvGraphicFramePr>
            <p:cNvPr id="46108" name="Object 28"/>
            <p:cNvGraphicFramePr>
              <a:graphicFrameLocks noChangeAspect="1"/>
            </p:cNvGraphicFramePr>
            <p:nvPr>
              <p:extLst>
                <p:ext uri="{D42A27DB-BD31-4B8C-83A1-F6EECF244321}">
                  <p14:modId xmlns:p14="http://schemas.microsoft.com/office/powerpoint/2010/main" val="1276015869"/>
                </p:ext>
              </p:extLst>
            </p:nvPr>
          </p:nvGraphicFramePr>
          <p:xfrm>
            <a:off x="2419161" y="4151849"/>
            <a:ext cx="247633" cy="320733"/>
          </p:xfrm>
          <a:graphic>
            <a:graphicData uri="http://schemas.openxmlformats.org/presentationml/2006/ole">
              <mc:AlternateContent xmlns:mc="http://schemas.openxmlformats.org/markup-compatibility/2006">
                <mc:Choice xmlns:v="urn:schemas-microsoft-com:vml" Requires="v">
                  <p:oleObj spid="_x0000_s46511" r:id="rId27" imgW="178040" imgH="228818" progId="">
                    <p:embed/>
                  </p:oleObj>
                </mc:Choice>
                <mc:Fallback>
                  <p:oleObj r:id="rId27" imgW="178040" imgH="228818" progId="">
                    <p:embed/>
                    <p:pic>
                      <p:nvPicPr>
                        <p:cNvPr id="0" name="Object 28"/>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2419161" y="4151849"/>
                          <a:ext cx="247633" cy="320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109" name="Object 29"/>
            <p:cNvGraphicFramePr>
              <a:graphicFrameLocks noChangeAspect="1"/>
            </p:cNvGraphicFramePr>
            <p:nvPr>
              <p:extLst>
                <p:ext uri="{D42A27DB-BD31-4B8C-83A1-F6EECF244321}">
                  <p14:modId xmlns:p14="http://schemas.microsoft.com/office/powerpoint/2010/main" val="2887209589"/>
                </p:ext>
              </p:extLst>
            </p:nvPr>
          </p:nvGraphicFramePr>
          <p:xfrm>
            <a:off x="3028169" y="4786383"/>
            <a:ext cx="266682" cy="320733"/>
          </p:xfrm>
          <a:graphic>
            <a:graphicData uri="http://schemas.openxmlformats.org/presentationml/2006/ole">
              <mc:AlternateContent xmlns:mc="http://schemas.openxmlformats.org/markup-compatibility/2006">
                <mc:Choice xmlns:v="urn:schemas-microsoft-com:vml" Requires="v">
                  <p:oleObj spid="_x0000_s46512" r:id="rId29" imgW="190983" imgH="229116" progId="">
                    <p:embed/>
                  </p:oleObj>
                </mc:Choice>
                <mc:Fallback>
                  <p:oleObj r:id="rId29" imgW="190983" imgH="229116" progId="">
                    <p:embed/>
                    <p:pic>
                      <p:nvPicPr>
                        <p:cNvPr id="0" name="Object 29"/>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3028169" y="4786383"/>
                          <a:ext cx="266682" cy="320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114" name="Object 34"/>
            <p:cNvGraphicFramePr>
              <a:graphicFrameLocks noChangeAspect="1"/>
            </p:cNvGraphicFramePr>
            <p:nvPr>
              <p:extLst>
                <p:ext uri="{D42A27DB-BD31-4B8C-83A1-F6EECF244321}">
                  <p14:modId xmlns:p14="http://schemas.microsoft.com/office/powerpoint/2010/main" val="3546210957"/>
                </p:ext>
              </p:extLst>
            </p:nvPr>
          </p:nvGraphicFramePr>
          <p:xfrm>
            <a:off x="3718297" y="5253322"/>
            <a:ext cx="266682" cy="320733"/>
          </p:xfrm>
          <a:graphic>
            <a:graphicData uri="http://schemas.openxmlformats.org/presentationml/2006/ole">
              <mc:AlternateContent xmlns:mc="http://schemas.openxmlformats.org/markup-compatibility/2006">
                <mc:Choice xmlns:v="urn:schemas-microsoft-com:vml" Requires="v">
                  <p:oleObj spid="_x0000_s46513" r:id="rId31" imgW="190983" imgH="229116" progId="">
                    <p:embed/>
                  </p:oleObj>
                </mc:Choice>
                <mc:Fallback>
                  <p:oleObj r:id="rId31" imgW="190983" imgH="229116" progId="">
                    <p:embed/>
                    <p:pic>
                      <p:nvPicPr>
                        <p:cNvPr id="0" name="Object 34"/>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3718297" y="5253322"/>
                          <a:ext cx="266682" cy="320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7" name="组合 6">
            <a:extLst>
              <a:ext uri="{FF2B5EF4-FFF2-40B4-BE49-F238E27FC236}">
                <a16:creationId xmlns:a16="http://schemas.microsoft.com/office/drawing/2014/main" id="{59F8072E-DAEB-4D8D-B016-2F6FBBCAB785}"/>
              </a:ext>
            </a:extLst>
          </p:cNvPr>
          <p:cNvGrpSpPr/>
          <p:nvPr/>
        </p:nvGrpSpPr>
        <p:grpSpPr>
          <a:xfrm>
            <a:off x="1910923" y="3654374"/>
            <a:ext cx="3064038" cy="2385195"/>
            <a:chOff x="1910923" y="3654374"/>
            <a:chExt cx="3064038" cy="2385195"/>
          </a:xfrm>
        </p:grpSpPr>
        <p:cxnSp>
          <p:nvCxnSpPr>
            <p:cNvPr id="46091" name="直接连接符 31"/>
            <p:cNvCxnSpPr>
              <a:cxnSpLocks noChangeShapeType="1"/>
            </p:cNvCxnSpPr>
            <p:nvPr/>
          </p:nvCxnSpPr>
          <p:spPr bwMode="auto">
            <a:xfrm>
              <a:off x="1910923" y="3654374"/>
              <a:ext cx="2967038" cy="2033587"/>
            </a:xfrm>
            <a:prstGeom prst="line">
              <a:avLst/>
            </a:prstGeom>
            <a:noFill/>
            <a:ln w="38100" cmpd="sng">
              <a:solidFill>
                <a:srgbClr val="C3C9D7"/>
              </a:solidFill>
              <a:round/>
              <a:headEnd/>
              <a:tailEnd/>
            </a:ln>
            <a:effectLst>
              <a:outerShdw dist="23000" dir="5400000" algn="ctr" rotWithShape="0">
                <a:srgbClr val="000000">
                  <a:alpha val="32999"/>
                </a:srgbClr>
              </a:outerShdw>
            </a:effectLst>
            <a:extLst>
              <a:ext uri="{909E8E84-426E-40DD-AFC4-6F175D3DCCD1}">
                <a14:hiddenFill xmlns:a14="http://schemas.microsoft.com/office/drawing/2010/main">
                  <a:noFill/>
                </a14:hiddenFill>
              </a:ext>
            </a:extLst>
          </p:spPr>
        </p:cxnSp>
        <p:graphicFrame>
          <p:nvGraphicFramePr>
            <p:cNvPr id="46104" name="Object 24"/>
            <p:cNvGraphicFramePr>
              <a:graphicFrameLocks noChangeAspect="1"/>
            </p:cNvGraphicFramePr>
            <p:nvPr>
              <p:extLst>
                <p:ext uri="{D42A27DB-BD31-4B8C-83A1-F6EECF244321}">
                  <p14:modId xmlns:p14="http://schemas.microsoft.com/office/powerpoint/2010/main" val="3922535548"/>
                </p:ext>
              </p:extLst>
            </p:nvPr>
          </p:nvGraphicFramePr>
          <p:xfrm>
            <a:off x="4708279" y="5718836"/>
            <a:ext cx="266682" cy="320733"/>
          </p:xfrm>
          <a:graphic>
            <a:graphicData uri="http://schemas.openxmlformats.org/presentationml/2006/ole">
              <mc:AlternateContent xmlns:mc="http://schemas.openxmlformats.org/markup-compatibility/2006">
                <mc:Choice xmlns:v="urn:schemas-microsoft-com:vml" Requires="v">
                  <p:oleObj spid="_x0000_s46514" r:id="rId33" imgW="190983" imgH="229116" progId="">
                    <p:embed/>
                  </p:oleObj>
                </mc:Choice>
                <mc:Fallback>
                  <p:oleObj r:id="rId33" imgW="190983" imgH="229116" progId="">
                    <p:embed/>
                    <p:pic>
                      <p:nvPicPr>
                        <p:cNvPr id="0" name="Object 24"/>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4708279" y="5718836"/>
                          <a:ext cx="266682" cy="320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112" name="Object 32"/>
            <p:cNvGraphicFramePr>
              <a:graphicFrameLocks noChangeAspect="1"/>
            </p:cNvGraphicFramePr>
            <p:nvPr>
              <p:extLst>
                <p:ext uri="{D42A27DB-BD31-4B8C-83A1-F6EECF244321}">
                  <p14:modId xmlns:p14="http://schemas.microsoft.com/office/powerpoint/2010/main" val="847715794"/>
                </p:ext>
              </p:extLst>
            </p:nvPr>
          </p:nvGraphicFramePr>
          <p:xfrm>
            <a:off x="4315610" y="5401342"/>
            <a:ext cx="212711" cy="320733"/>
          </p:xfrm>
          <a:graphic>
            <a:graphicData uri="http://schemas.openxmlformats.org/presentationml/2006/ole">
              <mc:AlternateContent xmlns:mc="http://schemas.openxmlformats.org/markup-compatibility/2006">
                <mc:Choice xmlns:v="urn:schemas-microsoft-com:vml" Requires="v">
                  <p:oleObj spid="_x0000_s46515" r:id="rId35" imgW="152783" imgH="229016" progId="">
                    <p:embed/>
                  </p:oleObj>
                </mc:Choice>
                <mc:Fallback>
                  <p:oleObj r:id="rId35" imgW="152783" imgH="229016" progId="">
                    <p:embed/>
                    <p:pic>
                      <p:nvPicPr>
                        <p:cNvPr id="0" name="Object 32"/>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4315610" y="5401342"/>
                          <a:ext cx="212711" cy="320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1" name="组合 10">
            <a:extLst>
              <a:ext uri="{FF2B5EF4-FFF2-40B4-BE49-F238E27FC236}">
                <a16:creationId xmlns:a16="http://schemas.microsoft.com/office/drawing/2014/main" id="{A4447F1D-21E0-4709-9987-C2084903061A}"/>
              </a:ext>
            </a:extLst>
          </p:cNvPr>
          <p:cNvGrpSpPr/>
          <p:nvPr/>
        </p:nvGrpSpPr>
        <p:grpSpPr>
          <a:xfrm>
            <a:off x="2079198" y="2814586"/>
            <a:ext cx="1735138" cy="1526990"/>
            <a:chOff x="2079198" y="2814586"/>
            <a:chExt cx="1735138" cy="1526990"/>
          </a:xfrm>
        </p:grpSpPr>
        <p:sp>
          <p:nvSpPr>
            <p:cNvPr id="46093" name="弧形 25"/>
            <p:cNvSpPr>
              <a:spLocks noChangeArrowheads="1"/>
            </p:cNvSpPr>
            <p:nvPr/>
          </p:nvSpPr>
          <p:spPr bwMode="auto">
            <a:xfrm rot="10800000">
              <a:off x="2079198" y="2814586"/>
              <a:ext cx="1735138" cy="1306513"/>
            </a:xfrm>
            <a:custGeom>
              <a:avLst/>
              <a:gdLst>
                <a:gd name="T0" fmla="*/ 887286 w 1735255"/>
                <a:gd name="T1" fmla="*/ 168 h 1306275"/>
                <a:gd name="T2" fmla="*/ 867628 w 1735255"/>
                <a:gd name="T3" fmla="*/ 653138 h 1306275"/>
                <a:gd name="T4" fmla="*/ 1667159 w 1735255"/>
                <a:gd name="T5" fmla="*/ 399497 h 1306275"/>
                <a:gd name="T6" fmla="*/ 11796480 60000 65536"/>
                <a:gd name="T7" fmla="*/ 17694720 60000 65536"/>
                <a:gd name="T8" fmla="*/ 5898240 60000 65536"/>
                <a:gd name="T9" fmla="*/ 887286 w 1735255"/>
                <a:gd name="T10" fmla="*/ 168 h 1306275"/>
                <a:gd name="T11" fmla="*/ 1667159 w 1735255"/>
                <a:gd name="T12" fmla="*/ 399497 h 1306275"/>
              </a:gdLst>
              <a:ahLst/>
              <a:cxnLst>
                <a:cxn ang="T6">
                  <a:pos x="T0" y="T1"/>
                </a:cxn>
                <a:cxn ang="T7">
                  <a:pos x="T2" y="T3"/>
                </a:cxn>
                <a:cxn ang="T8">
                  <a:pos x="T4" y="T5"/>
                </a:cxn>
              </a:cxnLst>
              <a:rect l="T9" t="T10" r="T11" b="T12"/>
              <a:pathLst>
                <a:path w="1735255" h="1306275" stroke="0">
                  <a:moveTo>
                    <a:pt x="887286" y="168"/>
                  </a:moveTo>
                  <a:lnTo>
                    <a:pt x="887286" y="167"/>
                  </a:lnTo>
                  <a:cubicBezTo>
                    <a:pt x="1229047" y="5998"/>
                    <a:pt x="1534405" y="162355"/>
                    <a:pt x="1667159" y="399497"/>
                  </a:cubicBezTo>
                  <a:lnTo>
                    <a:pt x="867628" y="653138"/>
                  </a:lnTo>
                  <a:close/>
                </a:path>
                <a:path w="1735255" h="1306275" fill="none">
                  <a:moveTo>
                    <a:pt x="887286" y="168"/>
                  </a:moveTo>
                  <a:lnTo>
                    <a:pt x="887286" y="167"/>
                  </a:lnTo>
                  <a:cubicBezTo>
                    <a:pt x="1229047" y="5998"/>
                    <a:pt x="1534405" y="162355"/>
                    <a:pt x="1667159" y="399497"/>
                  </a:cubicBezTo>
                </a:path>
              </a:pathLst>
            </a:custGeom>
            <a:noFill/>
            <a:ln w="38100" cmpd="sng">
              <a:solidFill>
                <a:srgbClr val="F3C97F"/>
              </a:solidFill>
              <a:miter lim="800000"/>
              <a:headEnd/>
              <a:tailEnd/>
            </a:ln>
            <a:effectLst>
              <a:outerShdw dist="23000" dir="5400000" algn="ctr" rotWithShape="0">
                <a:srgbClr val="000000">
                  <a:alpha val="32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graphicFrame>
          <p:nvGraphicFramePr>
            <p:cNvPr id="46110" name="Object 30"/>
            <p:cNvGraphicFramePr>
              <a:graphicFrameLocks noChangeAspect="1"/>
            </p:cNvGraphicFramePr>
            <p:nvPr>
              <p:extLst>
                <p:ext uri="{D42A27DB-BD31-4B8C-83A1-F6EECF244321}">
                  <p14:modId xmlns:p14="http://schemas.microsoft.com/office/powerpoint/2010/main" val="506633516"/>
                </p:ext>
              </p:extLst>
            </p:nvPr>
          </p:nvGraphicFramePr>
          <p:xfrm>
            <a:off x="2375945" y="3684845"/>
            <a:ext cx="266682" cy="320733"/>
          </p:xfrm>
          <a:graphic>
            <a:graphicData uri="http://schemas.openxmlformats.org/presentationml/2006/ole">
              <mc:AlternateContent xmlns:mc="http://schemas.openxmlformats.org/markup-compatibility/2006">
                <mc:Choice xmlns:v="urn:schemas-microsoft-com:vml" Requires="v">
                  <p:oleObj spid="_x0000_s46516" r:id="rId37" imgW="190983" imgH="229116" progId="">
                    <p:embed/>
                  </p:oleObj>
                </mc:Choice>
                <mc:Fallback>
                  <p:oleObj r:id="rId37" imgW="190983" imgH="229116" progId="">
                    <p:embed/>
                    <p:pic>
                      <p:nvPicPr>
                        <p:cNvPr id="0" name="Object 30"/>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2375945" y="3684845"/>
                          <a:ext cx="266682" cy="320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115" name="Object 35"/>
            <p:cNvGraphicFramePr>
              <a:graphicFrameLocks noChangeAspect="1"/>
            </p:cNvGraphicFramePr>
            <p:nvPr>
              <p:extLst>
                <p:ext uri="{D42A27DB-BD31-4B8C-83A1-F6EECF244321}">
                  <p14:modId xmlns:p14="http://schemas.microsoft.com/office/powerpoint/2010/main" val="2074994213"/>
                </p:ext>
              </p:extLst>
            </p:nvPr>
          </p:nvGraphicFramePr>
          <p:xfrm>
            <a:off x="3003518" y="4020843"/>
            <a:ext cx="284144" cy="320733"/>
          </p:xfrm>
          <a:graphic>
            <a:graphicData uri="http://schemas.openxmlformats.org/presentationml/2006/ole">
              <mc:AlternateContent xmlns:mc="http://schemas.openxmlformats.org/markup-compatibility/2006">
                <mc:Choice xmlns:v="urn:schemas-microsoft-com:vml" Requires="v">
                  <p:oleObj spid="_x0000_s46517" r:id="rId39" imgW="203605" imgH="229016" progId="">
                    <p:embed/>
                  </p:oleObj>
                </mc:Choice>
                <mc:Fallback>
                  <p:oleObj r:id="rId39" imgW="203605" imgH="229016" progId="">
                    <p:embed/>
                    <p:pic>
                      <p:nvPicPr>
                        <p:cNvPr id="0" name="Object 35"/>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3003518" y="4020843"/>
                          <a:ext cx="284144" cy="320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44" name="Rectangle 3">
            <a:extLst>
              <a:ext uri="{FF2B5EF4-FFF2-40B4-BE49-F238E27FC236}">
                <a16:creationId xmlns:a16="http://schemas.microsoft.com/office/drawing/2014/main" id="{44DF8AD9-1D32-42F8-87CA-FEB2259F1EF6}"/>
              </a:ext>
            </a:extLst>
          </p:cNvPr>
          <p:cNvSpPr txBox="1">
            <a:spLocks noChangeArrowheads="1"/>
          </p:cNvSpPr>
          <p:nvPr/>
        </p:nvSpPr>
        <p:spPr bwMode="auto">
          <a:xfrm>
            <a:off x="638858" y="1158998"/>
            <a:ext cx="7685745" cy="595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50900" lvl="2" indent="-342900" defTabSz="457200" eaLnBrk="1" hangingPunct="1">
              <a:lnSpc>
                <a:spcPts val="3100"/>
              </a:lnSpc>
              <a:spcBef>
                <a:spcPct val="0"/>
              </a:spcBef>
              <a:spcAft>
                <a:spcPts val="1200"/>
              </a:spcAft>
              <a:buFont typeface="Wingdings" panose="05000000000000000000" pitchFamily="2" charset="2"/>
              <a:buChar char="u"/>
              <a:defRPr/>
            </a:pPr>
            <a:r>
              <a:rPr lang="zh-CN" altLang="en-US" sz="2000" spc="150" dirty="0">
                <a:solidFill>
                  <a:srgbClr val="000000"/>
                </a:solidFill>
                <a:latin typeface="微软雅黑" panose="020B0503020204020204" pitchFamily="34" charset="-122"/>
                <a:ea typeface="微软雅黑" panose="020B0503020204020204" pitchFamily="34" charset="-122"/>
              </a:rPr>
              <a:t>吉芬商品的替代效应和收入效应方向相反</a:t>
            </a:r>
          </a:p>
          <a:p>
            <a:pPr marL="850900" lvl="2" indent="-342900" defTabSz="457200" eaLnBrk="1" hangingPunct="1">
              <a:lnSpc>
                <a:spcPts val="3100"/>
              </a:lnSpc>
              <a:spcBef>
                <a:spcPct val="0"/>
              </a:spcBef>
              <a:spcAft>
                <a:spcPts val="1200"/>
              </a:spcAft>
              <a:buFont typeface="Wingdings" panose="05000000000000000000" pitchFamily="2" charset="2"/>
              <a:buChar char="u"/>
              <a:defRPr/>
            </a:pPr>
            <a:r>
              <a:rPr lang="zh-CN" altLang="en-US" sz="2000" spc="150" dirty="0">
                <a:solidFill>
                  <a:srgbClr val="000000"/>
                </a:solidFill>
                <a:latin typeface="微软雅黑" panose="020B0503020204020204" pitchFamily="34" charset="-122"/>
                <a:ea typeface="微软雅黑" panose="020B0503020204020204" pitchFamily="34" charset="-122"/>
              </a:rPr>
              <a:t>正常品的替代效应弱于收入效应</a:t>
            </a:r>
          </a:p>
          <a:p>
            <a:pPr marL="850900" lvl="2" indent="-342900" defTabSz="457200" eaLnBrk="1" hangingPunct="1">
              <a:lnSpc>
                <a:spcPts val="3100"/>
              </a:lnSpc>
              <a:spcBef>
                <a:spcPct val="0"/>
              </a:spcBef>
              <a:spcAft>
                <a:spcPts val="1200"/>
              </a:spcAft>
              <a:buFont typeface="Wingdings" panose="05000000000000000000" pitchFamily="2" charset="2"/>
              <a:buChar char="u"/>
              <a:defRPr/>
            </a:pPr>
            <a:r>
              <a:rPr lang="en-US" altLang="zh-CN" sz="2000" dirty="0">
                <a:sym typeface="Wingdings" panose="05000000000000000000" pitchFamily="2" charset="2"/>
              </a:rPr>
              <a:t></a:t>
            </a:r>
            <a:r>
              <a:rPr lang="zh-CN" altLang="en-US" sz="2000" spc="150" dirty="0">
                <a:solidFill>
                  <a:srgbClr val="000000"/>
                </a:solidFill>
                <a:latin typeface="微软雅黑" panose="020B0503020204020204" pitchFamily="34" charset="-122"/>
                <a:ea typeface="微软雅黑" panose="020B0503020204020204" pitchFamily="34" charset="-122"/>
              </a:rPr>
              <a:t>需求量和价格同方向变化</a:t>
            </a:r>
            <a:endParaRPr lang="en-US" altLang="zh-CN" sz="3200" b="0" dirty="0">
              <a:solidFill>
                <a:schemeClr val="tx1"/>
              </a:solidFill>
            </a:endParaRPr>
          </a:p>
        </p:txBody>
      </p:sp>
      <p:sp>
        <p:nvSpPr>
          <p:cNvPr id="45" name="矩形 44">
            <a:extLst>
              <a:ext uri="{FF2B5EF4-FFF2-40B4-BE49-F238E27FC236}">
                <a16:creationId xmlns:a16="http://schemas.microsoft.com/office/drawing/2014/main" id="{96518923-BA84-4FA2-BC41-8F5A06D2BFF1}"/>
              </a:ext>
            </a:extLst>
          </p:cNvPr>
          <p:cNvSpPr/>
          <p:nvPr/>
        </p:nvSpPr>
        <p:spPr>
          <a:xfrm>
            <a:off x="4381159" y="0"/>
            <a:ext cx="4762842" cy="369332"/>
          </a:xfrm>
          <a:prstGeom prst="rect">
            <a:avLst/>
          </a:prstGeom>
        </p:spPr>
        <p:txBody>
          <a:bodyPr wrap="squar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 第五节  价格变动的替代效应和收入效应</a:t>
            </a:r>
          </a:p>
        </p:txBody>
      </p:sp>
      <p:sp>
        <p:nvSpPr>
          <p:cNvPr id="46" name="矩形 45">
            <a:extLst>
              <a:ext uri="{FF2B5EF4-FFF2-40B4-BE49-F238E27FC236}">
                <a16:creationId xmlns:a16="http://schemas.microsoft.com/office/drawing/2014/main" id="{4DF41C4A-4D48-4DA7-AD84-EE2A49EC8C3D}"/>
              </a:ext>
            </a:extLst>
          </p:cNvPr>
          <p:cNvSpPr/>
          <p:nvPr/>
        </p:nvSpPr>
        <p:spPr>
          <a:xfrm>
            <a:off x="467544" y="548680"/>
            <a:ext cx="5416868"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四、吉芬商品的替代效应和收入效应</a:t>
            </a:r>
          </a:p>
        </p:txBody>
      </p:sp>
      <p:sp>
        <p:nvSpPr>
          <p:cNvPr id="3" name="标注: 线形 2">
            <a:extLst>
              <a:ext uri="{FF2B5EF4-FFF2-40B4-BE49-F238E27FC236}">
                <a16:creationId xmlns:a16="http://schemas.microsoft.com/office/drawing/2014/main" id="{D8192DFD-BD42-48CD-9125-9B0708B33DC0}"/>
              </a:ext>
            </a:extLst>
          </p:cNvPr>
          <p:cNvSpPr/>
          <p:nvPr/>
        </p:nvSpPr>
        <p:spPr bwMode="auto">
          <a:xfrm>
            <a:off x="6974259" y="800402"/>
            <a:ext cx="2000596" cy="2310938"/>
          </a:xfrm>
          <a:prstGeom prst="borderCallout1">
            <a:avLst>
              <a:gd name="adj1" fmla="val 18750"/>
              <a:gd name="adj2" fmla="val -8333"/>
              <a:gd name="adj3" fmla="val 75376"/>
              <a:gd name="adj4" fmla="val -25037"/>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r>
              <a:rPr lang="zh-CN" altLang="en-US" dirty="0"/>
              <a:t>替代效应使得对吉芬商品需求量影响为正，收入效应使得对吉芬商品需求效应影响为负。但是正效应不如负效应大。</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wipe(left)">
                                      <p:cBhvr>
                                        <p:cTn id="7" dur="500"/>
                                        <p:tgtEl>
                                          <p:spTgt spid="46"/>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44">
                                            <p:txEl>
                                              <p:pRg st="0" end="0"/>
                                            </p:txEl>
                                          </p:spTgt>
                                        </p:tgtEl>
                                        <p:attrNameLst>
                                          <p:attrName>style.visibility</p:attrName>
                                        </p:attrNameLst>
                                      </p:cBhvr>
                                      <p:to>
                                        <p:strVal val="visible"/>
                                      </p:to>
                                    </p:set>
                                    <p:animEffect transition="in" filter="strips(downRight)">
                                      <p:cBhvr>
                                        <p:cTn id="12" dur="500"/>
                                        <p:tgtEl>
                                          <p:spTgt spid="4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44">
                                            <p:txEl>
                                              <p:pRg st="1" end="1"/>
                                            </p:txEl>
                                          </p:spTgt>
                                        </p:tgtEl>
                                        <p:attrNameLst>
                                          <p:attrName>style.visibility</p:attrName>
                                        </p:attrNameLst>
                                      </p:cBhvr>
                                      <p:to>
                                        <p:strVal val="visible"/>
                                      </p:to>
                                    </p:set>
                                    <p:animEffect transition="in" filter="strips(downRight)">
                                      <p:cBhvr>
                                        <p:cTn id="17" dur="500"/>
                                        <p:tgtEl>
                                          <p:spTgt spid="44">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44">
                                            <p:txEl>
                                              <p:pRg st="2" end="2"/>
                                            </p:txEl>
                                          </p:spTgt>
                                        </p:tgtEl>
                                        <p:attrNameLst>
                                          <p:attrName>style.visibility</p:attrName>
                                        </p:attrNameLst>
                                      </p:cBhvr>
                                      <p:to>
                                        <p:strVal val="visible"/>
                                      </p:to>
                                    </p:set>
                                    <p:animEffect transition="in" filter="strips(downRight)">
                                      <p:cBhvr>
                                        <p:cTn id="22" dur="500"/>
                                        <p:tgtEl>
                                          <p:spTgt spid="44">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grpId="0" nodeType="clickEffect">
                                  <p:stCondLst>
                                    <p:cond delay="0"/>
                                  </p:stCondLst>
                                  <p:childTnLst>
                                    <p:set>
                                      <p:cBhvr>
                                        <p:cTn id="26" dur="1" fill="hold">
                                          <p:stCondLst>
                                            <p:cond delay="0"/>
                                          </p:stCondLst>
                                        </p:cTn>
                                        <p:tgtEl>
                                          <p:spTgt spid="47"/>
                                        </p:tgtEl>
                                        <p:attrNameLst>
                                          <p:attrName>style.visibility</p:attrName>
                                        </p:attrNameLst>
                                      </p:cBhvr>
                                      <p:to>
                                        <p:strVal val="visible"/>
                                      </p:to>
                                    </p:set>
                                    <p:anim calcmode="lin" valueType="num">
                                      <p:cBhvr additive="base">
                                        <p:cTn id="27" dur="500" fill="hold"/>
                                        <p:tgtEl>
                                          <p:spTgt spid="47"/>
                                        </p:tgtEl>
                                        <p:attrNameLst>
                                          <p:attrName>ppt_x</p:attrName>
                                        </p:attrNameLst>
                                      </p:cBhvr>
                                      <p:tavLst>
                                        <p:tav tm="0">
                                          <p:val>
                                            <p:strVal val="1+#ppt_w/2"/>
                                          </p:val>
                                        </p:tav>
                                        <p:tav tm="100000">
                                          <p:val>
                                            <p:strVal val="#ppt_x"/>
                                          </p:val>
                                        </p:tav>
                                      </p:tavLst>
                                    </p:anim>
                                    <p:anim calcmode="lin" valueType="num">
                                      <p:cBhvr additive="base">
                                        <p:cTn id="28" dur="500" fill="hold"/>
                                        <p:tgtEl>
                                          <p:spTgt spid="47"/>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47">
                                            <p:txEl>
                                              <p:pRg st="0" end="0"/>
                                            </p:txEl>
                                          </p:spTgt>
                                        </p:tgtEl>
                                        <p:attrNameLst>
                                          <p:attrName>style.visibility</p:attrName>
                                        </p:attrNameLst>
                                      </p:cBhvr>
                                      <p:to>
                                        <p:strVal val="visible"/>
                                      </p:to>
                                    </p:set>
                                    <p:animEffect transition="in" filter="fade">
                                      <p:cBhvr>
                                        <p:cTn id="33" dur="1000"/>
                                        <p:tgtEl>
                                          <p:spTgt spid="47">
                                            <p:txEl>
                                              <p:pRg st="0" end="0"/>
                                            </p:txEl>
                                          </p:spTgt>
                                        </p:tgtEl>
                                      </p:cBhvr>
                                    </p:animEffect>
                                    <p:anim calcmode="lin" valueType="num">
                                      <p:cBhvr>
                                        <p:cTn id="34" dur="1000" fill="hold"/>
                                        <p:tgtEl>
                                          <p:spTgt spid="47">
                                            <p:txEl>
                                              <p:pRg st="0" end="0"/>
                                            </p:txEl>
                                          </p:spTgt>
                                        </p:tgtEl>
                                        <p:attrNameLst>
                                          <p:attrName>ppt_x</p:attrName>
                                        </p:attrNameLst>
                                      </p:cBhvr>
                                      <p:tavLst>
                                        <p:tav tm="0">
                                          <p:val>
                                            <p:strVal val="#ppt_x"/>
                                          </p:val>
                                        </p:tav>
                                        <p:tav tm="100000">
                                          <p:val>
                                            <p:strVal val="#ppt_x"/>
                                          </p:val>
                                        </p:tav>
                                      </p:tavLst>
                                    </p:anim>
                                    <p:anim calcmode="lin" valueType="num">
                                      <p:cBhvr>
                                        <p:cTn id="35" dur="1000" fill="hold"/>
                                        <p:tgtEl>
                                          <p:spTgt spid="4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47">
                                            <p:txEl>
                                              <p:pRg st="1" end="1"/>
                                            </p:txEl>
                                          </p:spTgt>
                                        </p:tgtEl>
                                        <p:attrNameLst>
                                          <p:attrName>style.visibility</p:attrName>
                                        </p:attrNameLst>
                                      </p:cBhvr>
                                      <p:to>
                                        <p:strVal val="visible"/>
                                      </p:to>
                                    </p:set>
                                    <p:animEffect transition="in" filter="wipe(left)">
                                      <p:cBhvr>
                                        <p:cTn id="40" dur="500"/>
                                        <p:tgtEl>
                                          <p:spTgt spid="47">
                                            <p:txEl>
                                              <p:pRg st="1" end="1"/>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47">
                                            <p:txEl>
                                              <p:pRg st="2" end="2"/>
                                            </p:txEl>
                                          </p:spTgt>
                                        </p:tgtEl>
                                        <p:attrNameLst>
                                          <p:attrName>style.visibility</p:attrName>
                                        </p:attrNameLst>
                                      </p:cBhvr>
                                      <p:to>
                                        <p:strVal val="visible"/>
                                      </p:to>
                                    </p:set>
                                    <p:animEffect transition="in" filter="wipe(left)">
                                      <p:cBhvr>
                                        <p:cTn id="45" dur="500"/>
                                        <p:tgtEl>
                                          <p:spTgt spid="47">
                                            <p:txEl>
                                              <p:pRg st="2" end="2"/>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47">
                                            <p:txEl>
                                              <p:pRg st="3" end="3"/>
                                            </p:txEl>
                                          </p:spTgt>
                                        </p:tgtEl>
                                        <p:attrNameLst>
                                          <p:attrName>style.visibility</p:attrName>
                                        </p:attrNameLst>
                                      </p:cBhvr>
                                      <p:to>
                                        <p:strVal val="visible"/>
                                      </p:to>
                                    </p:set>
                                    <p:animEffect transition="in" filter="wipe(left)">
                                      <p:cBhvr>
                                        <p:cTn id="50" dur="500"/>
                                        <p:tgtEl>
                                          <p:spTgt spid="47">
                                            <p:txEl>
                                              <p:pRg st="3" end="3"/>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2"/>
                                        </p:tgtEl>
                                        <p:attrNameLst>
                                          <p:attrName>style.visibility</p:attrName>
                                        </p:attrNameLst>
                                      </p:cBhvr>
                                      <p:to>
                                        <p:strVal val="visible"/>
                                      </p:to>
                                    </p:set>
                                    <p:animEffect transition="in" filter="fade">
                                      <p:cBhvr>
                                        <p:cTn id="55" dur="500"/>
                                        <p:tgtEl>
                                          <p:spTgt spid="2"/>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46105"/>
                                        </p:tgtEl>
                                        <p:attrNameLst>
                                          <p:attrName>style.visibility</p:attrName>
                                        </p:attrNameLst>
                                      </p:cBhvr>
                                      <p:to>
                                        <p:strVal val="visible"/>
                                      </p:to>
                                    </p:set>
                                    <p:animEffect transition="in" filter="fade">
                                      <p:cBhvr>
                                        <p:cTn id="60" dur="500"/>
                                        <p:tgtEl>
                                          <p:spTgt spid="46105"/>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8"/>
                                        </p:tgtEl>
                                        <p:attrNameLst>
                                          <p:attrName>style.visibility</p:attrName>
                                        </p:attrNameLst>
                                      </p:cBhvr>
                                      <p:to>
                                        <p:strVal val="visible"/>
                                      </p:to>
                                    </p:set>
                                    <p:animEffect transition="in" filter="fade">
                                      <p:cBhvr>
                                        <p:cTn id="65" dur="500"/>
                                        <p:tgtEl>
                                          <p:spTgt spid="8"/>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7"/>
                                        </p:tgtEl>
                                        <p:attrNameLst>
                                          <p:attrName>style.visibility</p:attrName>
                                        </p:attrNameLst>
                                      </p:cBhvr>
                                      <p:to>
                                        <p:strVal val="visible"/>
                                      </p:to>
                                    </p:set>
                                    <p:animEffect transition="in" filter="fade">
                                      <p:cBhvr>
                                        <p:cTn id="70" dur="500"/>
                                        <p:tgtEl>
                                          <p:spTgt spid="7"/>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46106"/>
                                        </p:tgtEl>
                                        <p:attrNameLst>
                                          <p:attrName>style.visibility</p:attrName>
                                        </p:attrNameLst>
                                      </p:cBhvr>
                                      <p:to>
                                        <p:strVal val="visible"/>
                                      </p:to>
                                    </p:set>
                                    <p:animEffect transition="in" filter="fade">
                                      <p:cBhvr>
                                        <p:cTn id="75" dur="500"/>
                                        <p:tgtEl>
                                          <p:spTgt spid="46106"/>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nodeType="clickEffect">
                                  <p:stCondLst>
                                    <p:cond delay="0"/>
                                  </p:stCondLst>
                                  <p:childTnLst>
                                    <p:set>
                                      <p:cBhvr>
                                        <p:cTn id="79" dur="1" fill="hold">
                                          <p:stCondLst>
                                            <p:cond delay="0"/>
                                          </p:stCondLst>
                                        </p:cTn>
                                        <p:tgtEl>
                                          <p:spTgt spid="9"/>
                                        </p:tgtEl>
                                        <p:attrNameLst>
                                          <p:attrName>style.visibility</p:attrName>
                                        </p:attrNameLst>
                                      </p:cBhvr>
                                      <p:to>
                                        <p:strVal val="visible"/>
                                      </p:to>
                                    </p:set>
                                    <p:animEffect transition="in" filter="fade">
                                      <p:cBhvr>
                                        <p:cTn id="80" dur="500"/>
                                        <p:tgtEl>
                                          <p:spTgt spid="9"/>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nodeType="clickEffect">
                                  <p:stCondLst>
                                    <p:cond delay="0"/>
                                  </p:stCondLst>
                                  <p:childTnLst>
                                    <p:set>
                                      <p:cBhvr>
                                        <p:cTn id="84" dur="1" fill="hold">
                                          <p:stCondLst>
                                            <p:cond delay="0"/>
                                          </p:stCondLst>
                                        </p:cTn>
                                        <p:tgtEl>
                                          <p:spTgt spid="10"/>
                                        </p:tgtEl>
                                        <p:attrNameLst>
                                          <p:attrName>style.visibility</p:attrName>
                                        </p:attrNameLst>
                                      </p:cBhvr>
                                      <p:to>
                                        <p:strVal val="visible"/>
                                      </p:to>
                                    </p:set>
                                    <p:animEffect transition="in" filter="fade">
                                      <p:cBhvr>
                                        <p:cTn id="85" dur="500"/>
                                        <p:tgtEl>
                                          <p:spTgt spid="10"/>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nodeType="clickEffect">
                                  <p:stCondLst>
                                    <p:cond delay="0"/>
                                  </p:stCondLst>
                                  <p:childTnLst>
                                    <p:set>
                                      <p:cBhvr>
                                        <p:cTn id="89" dur="1" fill="hold">
                                          <p:stCondLst>
                                            <p:cond delay="0"/>
                                          </p:stCondLst>
                                        </p:cTn>
                                        <p:tgtEl>
                                          <p:spTgt spid="11"/>
                                        </p:tgtEl>
                                        <p:attrNameLst>
                                          <p:attrName>style.visibility</p:attrName>
                                        </p:attrNameLst>
                                      </p:cBhvr>
                                      <p:to>
                                        <p:strVal val="visible"/>
                                      </p:to>
                                    </p:set>
                                    <p:animEffect transition="in" filter="fade">
                                      <p:cBhvr>
                                        <p:cTn id="90" dur="500"/>
                                        <p:tgtEl>
                                          <p:spTgt spid="11"/>
                                        </p:tgtEl>
                                      </p:cBhvr>
                                    </p:animEffect>
                                  </p:childTnLst>
                                </p:cTn>
                              </p:par>
                            </p:childTnLst>
                          </p:cTn>
                        </p:par>
                      </p:childTnLst>
                    </p:cTn>
                  </p:par>
                  <p:par>
                    <p:cTn id="91" fill="hold">
                      <p:stCondLst>
                        <p:cond delay="indefinite"/>
                      </p:stCondLst>
                      <p:childTnLst>
                        <p:par>
                          <p:cTn id="92" fill="hold">
                            <p:stCondLst>
                              <p:cond delay="0"/>
                            </p:stCondLst>
                            <p:childTnLst>
                              <p:par>
                                <p:cTn id="93" presetID="10" presetClass="entr" presetSubtype="0" fill="hold" nodeType="clickEffect">
                                  <p:stCondLst>
                                    <p:cond delay="0"/>
                                  </p:stCondLst>
                                  <p:childTnLst>
                                    <p:set>
                                      <p:cBhvr>
                                        <p:cTn id="94" dur="1" fill="hold">
                                          <p:stCondLst>
                                            <p:cond delay="0"/>
                                          </p:stCondLst>
                                        </p:cTn>
                                        <p:tgtEl>
                                          <p:spTgt spid="12"/>
                                        </p:tgtEl>
                                        <p:attrNameLst>
                                          <p:attrName>style.visibility</p:attrName>
                                        </p:attrNameLst>
                                      </p:cBhvr>
                                      <p:to>
                                        <p:strVal val="visible"/>
                                      </p:to>
                                    </p:set>
                                    <p:animEffect transition="in" filter="fade">
                                      <p:cBhvr>
                                        <p:cTn id="95" dur="500"/>
                                        <p:tgtEl>
                                          <p:spTgt spid="12"/>
                                        </p:tgtEl>
                                      </p:cBhvr>
                                    </p:animEffect>
                                  </p:childTnLst>
                                </p:cTn>
                              </p:par>
                            </p:childTnLst>
                          </p:cTn>
                        </p:par>
                      </p:childTnLst>
                    </p:cTn>
                  </p:par>
                  <p:par>
                    <p:cTn id="96" fill="hold">
                      <p:stCondLst>
                        <p:cond delay="indefinite"/>
                      </p:stCondLst>
                      <p:childTnLst>
                        <p:par>
                          <p:cTn id="97" fill="hold">
                            <p:stCondLst>
                              <p:cond delay="0"/>
                            </p:stCondLst>
                            <p:childTnLst>
                              <p:par>
                                <p:cTn id="98" presetID="10" presetClass="entr" presetSubtype="0" fill="hold" nodeType="clickEffect">
                                  <p:stCondLst>
                                    <p:cond delay="0"/>
                                  </p:stCondLst>
                                  <p:childTnLst>
                                    <p:set>
                                      <p:cBhvr>
                                        <p:cTn id="99" dur="1" fill="hold">
                                          <p:stCondLst>
                                            <p:cond delay="0"/>
                                          </p:stCondLst>
                                        </p:cTn>
                                        <p:tgtEl>
                                          <p:spTgt spid="13"/>
                                        </p:tgtEl>
                                        <p:attrNameLst>
                                          <p:attrName>style.visibility</p:attrName>
                                        </p:attrNameLst>
                                      </p:cBhvr>
                                      <p:to>
                                        <p:strVal val="visible"/>
                                      </p:to>
                                    </p:set>
                                    <p:animEffect transition="in" filter="fade">
                                      <p:cBhvr>
                                        <p:cTn id="100" dur="500"/>
                                        <p:tgtEl>
                                          <p:spTgt spid="13"/>
                                        </p:tgtEl>
                                      </p:cBhvr>
                                    </p:animEffect>
                                  </p:childTnLst>
                                </p:cTn>
                              </p:par>
                            </p:childTnLst>
                          </p:cTn>
                        </p:par>
                      </p:childTnLst>
                    </p:cTn>
                  </p:par>
                  <p:par>
                    <p:cTn id="101" fill="hold">
                      <p:stCondLst>
                        <p:cond delay="indefinite"/>
                      </p:stCondLst>
                      <p:childTnLst>
                        <p:par>
                          <p:cTn id="102" fill="hold">
                            <p:stCondLst>
                              <p:cond delay="0"/>
                            </p:stCondLst>
                            <p:childTnLst>
                              <p:par>
                                <p:cTn id="103" presetID="10" presetClass="entr" presetSubtype="0" fill="hold" nodeType="clickEffect">
                                  <p:stCondLst>
                                    <p:cond delay="0"/>
                                  </p:stCondLst>
                                  <p:childTnLst>
                                    <p:set>
                                      <p:cBhvr>
                                        <p:cTn id="104" dur="1" fill="hold">
                                          <p:stCondLst>
                                            <p:cond delay="0"/>
                                          </p:stCondLst>
                                        </p:cTn>
                                        <p:tgtEl>
                                          <p:spTgt spid="14"/>
                                        </p:tgtEl>
                                        <p:attrNameLst>
                                          <p:attrName>style.visibility</p:attrName>
                                        </p:attrNameLst>
                                      </p:cBhvr>
                                      <p:to>
                                        <p:strVal val="visible"/>
                                      </p:to>
                                    </p:set>
                                    <p:animEffect transition="in" filter="fade">
                                      <p:cBhvr>
                                        <p:cTn id="10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utoUpdateAnimBg="0"/>
      <p:bldP spid="44" grpId="0" uiExpand="1" build="p" autoUpdateAnimBg="0"/>
      <p:bldP spid="46"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7107" name="Group 1028"/>
          <p:cNvGraphicFramePr>
            <a:graphicFrameLocks noGrp="1"/>
          </p:cNvGraphicFramePr>
          <p:nvPr>
            <p:extLst>
              <p:ext uri="{D42A27DB-BD31-4B8C-83A1-F6EECF244321}">
                <p14:modId xmlns:p14="http://schemas.microsoft.com/office/powerpoint/2010/main" val="4294212533"/>
              </p:ext>
            </p:extLst>
          </p:nvPr>
        </p:nvGraphicFramePr>
        <p:xfrm>
          <a:off x="1142104" y="2298224"/>
          <a:ext cx="7066962" cy="3215557"/>
        </p:xfrm>
        <a:graphic>
          <a:graphicData uri="http://schemas.openxmlformats.org/drawingml/2006/table">
            <a:tbl>
              <a:tblPr/>
              <a:tblGrid>
                <a:gridCol w="1766405">
                  <a:extLst>
                    <a:ext uri="{9D8B030D-6E8A-4147-A177-3AD203B41FA5}">
                      <a16:colId xmlns:a16="http://schemas.microsoft.com/office/drawing/2014/main" val="3658935804"/>
                    </a:ext>
                  </a:extLst>
                </a:gridCol>
                <a:gridCol w="1766404">
                  <a:extLst>
                    <a:ext uri="{9D8B030D-6E8A-4147-A177-3AD203B41FA5}">
                      <a16:colId xmlns:a16="http://schemas.microsoft.com/office/drawing/2014/main" val="4021408495"/>
                    </a:ext>
                  </a:extLst>
                </a:gridCol>
                <a:gridCol w="1767748">
                  <a:extLst>
                    <a:ext uri="{9D8B030D-6E8A-4147-A177-3AD203B41FA5}">
                      <a16:colId xmlns:a16="http://schemas.microsoft.com/office/drawing/2014/main" val="25491870"/>
                    </a:ext>
                  </a:extLst>
                </a:gridCol>
                <a:gridCol w="1766405">
                  <a:extLst>
                    <a:ext uri="{9D8B030D-6E8A-4147-A177-3AD203B41FA5}">
                      <a16:colId xmlns:a16="http://schemas.microsoft.com/office/drawing/2014/main" val="46198695"/>
                    </a:ext>
                  </a:extLst>
                </a:gridCol>
              </a:tblGrid>
              <a:tr h="765908">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tabLst/>
                      </a:pPr>
                      <a:endParaRPr kumimoji="0" lang="zh-CN"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L="93941" marR="93941" marT="46970" marB="46970" anchor="ctr" horzOverflow="overflow">
                    <a:lnL w="12700" cap="flat" cmpd="sng" algn="ctr">
                      <a:solidFill>
                        <a:srgbClr val="C3C9D7"/>
                      </a:solidFill>
                      <a:prstDash val="solid"/>
                      <a:round/>
                      <a:headEnd type="none" w="med" len="med"/>
                      <a:tailEnd type="none" w="med" len="med"/>
                    </a:lnL>
                    <a:lnR w="12700" cap="flat" cmpd="sng" algn="ctr">
                      <a:solidFill>
                        <a:srgbClr val="C3C9D7"/>
                      </a:solid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zh-CN"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rPr>
                        <a:t>正常商品</a:t>
                      </a:r>
                      <a:endParaRPr kumimoji="0" lang="zh-CN" altLang="zh-CN" sz="1600" b="0" i="0" u="none" strike="noStrike" cap="none" normalizeH="0" baseline="0" dirty="0">
                        <a:ln>
                          <a:noFill/>
                        </a:ln>
                        <a:solidFill>
                          <a:srgbClr val="CC0000"/>
                        </a:solidFill>
                        <a:effectLst/>
                        <a:latin typeface="微软雅黑" panose="020B0503020204020204" pitchFamily="34" charset="-122"/>
                        <a:ea typeface="微软雅黑" panose="020B0503020204020204" pitchFamily="34" charset="-122"/>
                      </a:endParaRPr>
                    </a:p>
                  </a:txBody>
                  <a:tcPr marL="93941" marR="93941" marT="46970" marB="46970" anchor="ctr" horzOverflow="overflow">
                    <a:lnL w="12700" cap="flat" cmpd="sng" algn="ctr">
                      <a:solidFill>
                        <a:srgbClr val="C3C9D7"/>
                      </a:solidFill>
                      <a:prstDash val="solid"/>
                      <a:round/>
                      <a:headEnd type="none" w="med" len="med"/>
                      <a:tailEnd type="none" w="med" len="med"/>
                    </a:lnL>
                    <a:lnR w="12700" cap="flat" cmpd="sng" algn="ctr">
                      <a:solidFill>
                        <a:srgbClr val="C3C9D7"/>
                      </a:solid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zh-CN"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rPr>
                        <a:t>低劣商品</a:t>
                      </a:r>
                      <a:endParaRPr kumimoji="0" lang="zh-CN" altLang="zh-CN" sz="1600" b="0" i="0" u="none" strike="noStrike" cap="none" normalizeH="0" baseline="0" dirty="0">
                        <a:ln>
                          <a:noFill/>
                        </a:ln>
                        <a:solidFill>
                          <a:srgbClr val="CC0000"/>
                        </a:solidFill>
                        <a:effectLst/>
                        <a:latin typeface="微软雅黑" panose="020B0503020204020204" pitchFamily="34" charset="-122"/>
                        <a:ea typeface="微软雅黑" panose="020B0503020204020204" pitchFamily="34" charset="-122"/>
                      </a:endParaRPr>
                    </a:p>
                  </a:txBody>
                  <a:tcPr marL="93941" marR="93941" marT="46970" marB="46970" anchor="ctr" horzOverflow="overflow">
                    <a:lnL w="12700" cap="flat" cmpd="sng" algn="ctr">
                      <a:solidFill>
                        <a:srgbClr val="C3C9D7"/>
                      </a:solidFill>
                      <a:prstDash val="solid"/>
                      <a:round/>
                      <a:headEnd type="none" w="med" len="med"/>
                      <a:tailEnd type="none" w="med" len="med"/>
                    </a:lnL>
                    <a:lnR w="12700" cap="flat" cmpd="sng" algn="ctr">
                      <a:solidFill>
                        <a:srgbClr val="C3C9D7"/>
                      </a:solid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zh-CN" altLang="zh-CN"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rPr>
                        <a:t>低劣商品</a:t>
                      </a:r>
                      <a:endParaRPr kumimoji="0" lang="zh-CN" altLang="zh-CN" sz="1600" b="0" i="0" u="none" strike="noStrike" cap="none" normalizeH="0" baseline="0">
                        <a:ln>
                          <a:noFill/>
                        </a:ln>
                        <a:solidFill>
                          <a:srgbClr val="CC0000"/>
                        </a:solidFill>
                        <a:effectLst/>
                        <a:latin typeface="微软雅黑" panose="020B0503020204020204" pitchFamily="34" charset="-122"/>
                        <a:ea typeface="微软雅黑" panose="020B0503020204020204" pitchFamily="34" charset="-122"/>
                      </a:endParaRPr>
                    </a:p>
                  </a:txBody>
                  <a:tcPr marL="93941" marR="93941" marT="46970" marB="46970" anchor="ctr" horzOverflow="overflow">
                    <a:lnL w="12700" cap="flat" cmpd="sng" algn="ctr">
                      <a:solidFill>
                        <a:srgbClr val="C3C9D7"/>
                      </a:solidFill>
                      <a:prstDash val="solid"/>
                      <a:round/>
                      <a:headEnd type="none" w="med" len="med"/>
                      <a:tailEnd type="none" w="med" len="med"/>
                    </a:lnL>
                    <a:lnR w="12700" cap="flat" cmpd="sng" algn="ctr">
                      <a:solidFill>
                        <a:srgbClr val="C3C9D7"/>
                      </a:solid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91511370"/>
                  </a:ext>
                </a:extLst>
              </a:tr>
              <a:tr h="765908">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zh-CN" altLang="zh-CN"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rPr>
                        <a:t>收入效应</a:t>
                      </a:r>
                      <a:endParaRPr kumimoji="0" lang="zh-CN" altLang="zh-CN" sz="1600" b="0" i="0" u="none" strike="noStrike" cap="none" normalizeH="0" baseline="0">
                        <a:ln>
                          <a:noFill/>
                        </a:ln>
                        <a:solidFill>
                          <a:srgbClr val="CC0000"/>
                        </a:solidFill>
                        <a:effectLst/>
                        <a:latin typeface="微软雅黑" panose="020B0503020204020204" pitchFamily="34" charset="-122"/>
                        <a:ea typeface="微软雅黑" panose="020B0503020204020204" pitchFamily="34" charset="-122"/>
                      </a:endParaRPr>
                    </a:p>
                  </a:txBody>
                  <a:tcPr marL="93941" marR="93941" marT="46970" marB="46970" anchor="ctr" horzOverflow="overflow">
                    <a:lnL w="12700" cap="flat" cmpd="sng" algn="ctr">
                      <a:solidFill>
                        <a:srgbClr val="C3C9D7"/>
                      </a:solidFill>
                      <a:prstDash val="solid"/>
                      <a:round/>
                      <a:headEnd type="none" w="med" len="med"/>
                      <a:tailEnd type="none" w="med" len="med"/>
                    </a:lnL>
                    <a:lnR w="12700" cap="flat" cmpd="sng" algn="ctr">
                      <a:solidFill>
                        <a:srgbClr val="C3C9D7"/>
                      </a:solid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zh-CN"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rPr>
                        <a:t>需求增加</a:t>
                      </a:r>
                      <a:endParaRPr kumimoji="0" lang="zh-CN" altLang="zh-CN" sz="1600" b="0" i="0" u="none" strike="noStrike" cap="none" normalizeH="0" baseline="0" dirty="0">
                        <a:ln>
                          <a:noFill/>
                        </a:ln>
                        <a:solidFill>
                          <a:srgbClr val="CC0000"/>
                        </a:solidFill>
                        <a:effectLst/>
                        <a:latin typeface="微软雅黑" panose="020B0503020204020204" pitchFamily="34" charset="-122"/>
                        <a:ea typeface="微软雅黑" panose="020B0503020204020204" pitchFamily="34" charset="-122"/>
                      </a:endParaRPr>
                    </a:p>
                  </a:txBody>
                  <a:tcPr marL="93941" marR="93941" marT="46970" marB="46970" anchor="ctr" horzOverflow="overflow">
                    <a:lnL w="12700" cap="flat" cmpd="sng" algn="ctr">
                      <a:solidFill>
                        <a:srgbClr val="C3C9D7"/>
                      </a:solidFill>
                      <a:prstDash val="solid"/>
                      <a:round/>
                      <a:headEnd type="none" w="med" len="med"/>
                      <a:tailEnd type="none" w="med" len="med"/>
                    </a:lnL>
                    <a:lnR w="12700" cap="flat" cmpd="sng" algn="ctr">
                      <a:solidFill>
                        <a:srgbClr val="C3C9D7"/>
                      </a:solid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zh-CN"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rPr>
                        <a:t>需求减少</a:t>
                      </a:r>
                      <a:endParaRPr kumimoji="0" lang="zh-CN" altLang="zh-CN" sz="1600" b="0" i="0" u="none" strike="noStrike" cap="none" normalizeH="0" baseline="0" dirty="0">
                        <a:ln>
                          <a:noFill/>
                        </a:ln>
                        <a:solidFill>
                          <a:srgbClr val="CC0000"/>
                        </a:solidFill>
                        <a:effectLst/>
                        <a:latin typeface="微软雅黑" panose="020B0503020204020204" pitchFamily="34" charset="-122"/>
                        <a:ea typeface="微软雅黑" panose="020B0503020204020204" pitchFamily="34" charset="-122"/>
                      </a:endParaRPr>
                    </a:p>
                  </a:txBody>
                  <a:tcPr marL="93941" marR="93941" marT="46970" marB="46970" anchor="ctr" horzOverflow="overflow">
                    <a:lnL w="12700" cap="flat" cmpd="sng" algn="ctr">
                      <a:solidFill>
                        <a:srgbClr val="C3C9D7"/>
                      </a:solidFill>
                      <a:prstDash val="solid"/>
                      <a:round/>
                      <a:headEnd type="none" w="med" len="med"/>
                      <a:tailEnd type="none" w="med" len="med"/>
                    </a:lnL>
                    <a:lnR w="12700" cap="flat" cmpd="sng" algn="ctr">
                      <a:solidFill>
                        <a:srgbClr val="C3C9D7"/>
                      </a:solid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zh-CN"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rPr>
                        <a:t>需求减少</a:t>
                      </a:r>
                      <a:endParaRPr kumimoji="0" lang="zh-CN" altLang="zh-CN" sz="1600" b="0" i="0" u="none" strike="noStrike" cap="none" normalizeH="0" baseline="0" dirty="0">
                        <a:ln>
                          <a:noFill/>
                        </a:ln>
                        <a:solidFill>
                          <a:srgbClr val="CC0000"/>
                        </a:solidFill>
                        <a:effectLst/>
                        <a:latin typeface="微软雅黑" panose="020B0503020204020204" pitchFamily="34" charset="-122"/>
                        <a:ea typeface="微软雅黑" panose="020B0503020204020204" pitchFamily="34" charset="-122"/>
                      </a:endParaRPr>
                    </a:p>
                  </a:txBody>
                  <a:tcPr marL="93941" marR="93941" marT="46970" marB="46970" anchor="ctr" horzOverflow="overflow">
                    <a:lnL w="12700" cap="flat" cmpd="sng" algn="ctr">
                      <a:solidFill>
                        <a:srgbClr val="C3C9D7"/>
                      </a:solidFill>
                      <a:prstDash val="solid"/>
                      <a:round/>
                      <a:headEnd type="none" w="med" len="med"/>
                      <a:tailEnd type="none" w="med" len="med"/>
                    </a:lnL>
                    <a:lnR w="12700" cap="flat" cmpd="sng" algn="ctr">
                      <a:solidFill>
                        <a:srgbClr val="C3C9D7"/>
                      </a:solid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539327854"/>
                  </a:ext>
                </a:extLst>
              </a:tr>
              <a:tr h="765908">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zh-CN" altLang="zh-CN"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rPr>
                        <a:t>替代效应</a:t>
                      </a:r>
                      <a:endParaRPr kumimoji="0" lang="zh-CN" altLang="zh-CN" sz="1600" b="0" i="0" u="none" strike="noStrike" cap="none" normalizeH="0" baseline="0">
                        <a:ln>
                          <a:noFill/>
                        </a:ln>
                        <a:solidFill>
                          <a:srgbClr val="CC0000"/>
                        </a:solidFill>
                        <a:effectLst/>
                        <a:latin typeface="微软雅黑" panose="020B0503020204020204" pitchFamily="34" charset="-122"/>
                        <a:ea typeface="微软雅黑" panose="020B0503020204020204" pitchFamily="34" charset="-122"/>
                      </a:endParaRPr>
                    </a:p>
                  </a:txBody>
                  <a:tcPr marL="93941" marR="93941" marT="46970" marB="46970" anchor="ctr" horzOverflow="overflow">
                    <a:lnL w="12700" cap="flat" cmpd="sng" algn="ctr">
                      <a:solidFill>
                        <a:srgbClr val="C3C9D7"/>
                      </a:solidFill>
                      <a:prstDash val="solid"/>
                      <a:round/>
                      <a:headEnd type="none" w="med" len="med"/>
                      <a:tailEnd type="none" w="med" len="med"/>
                    </a:lnL>
                    <a:lnR w="12700" cap="flat" cmpd="sng" algn="ctr">
                      <a:solidFill>
                        <a:srgbClr val="C3C9D7"/>
                      </a:solid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zh-CN" altLang="zh-CN"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rPr>
                        <a:t>需求增加</a:t>
                      </a:r>
                      <a:endParaRPr kumimoji="0" lang="zh-CN" altLang="zh-CN" sz="1600" b="0" i="0" u="none" strike="noStrike" cap="none" normalizeH="0" baseline="0">
                        <a:ln>
                          <a:noFill/>
                        </a:ln>
                        <a:solidFill>
                          <a:srgbClr val="CC0000"/>
                        </a:solidFill>
                        <a:effectLst/>
                        <a:latin typeface="微软雅黑" panose="020B0503020204020204" pitchFamily="34" charset="-122"/>
                        <a:ea typeface="微软雅黑" panose="020B0503020204020204" pitchFamily="34" charset="-122"/>
                      </a:endParaRPr>
                    </a:p>
                  </a:txBody>
                  <a:tcPr marL="93941" marR="93941" marT="46970" marB="46970" anchor="ctr" horzOverflow="overflow">
                    <a:lnL w="12700" cap="flat" cmpd="sng" algn="ctr">
                      <a:solidFill>
                        <a:srgbClr val="C3C9D7"/>
                      </a:solidFill>
                      <a:prstDash val="solid"/>
                      <a:round/>
                      <a:headEnd type="none" w="med" len="med"/>
                      <a:tailEnd type="none" w="med" len="med"/>
                    </a:lnL>
                    <a:lnR w="12700" cap="flat" cmpd="sng" algn="ctr">
                      <a:solidFill>
                        <a:srgbClr val="C3C9D7"/>
                      </a:solid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zh-CN"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rPr>
                        <a:t>需求增加</a:t>
                      </a:r>
                      <a:endParaRPr kumimoji="0" lang="zh-CN" altLang="zh-CN" sz="1600" b="0" i="0" u="none" strike="noStrike" cap="none" normalizeH="0" baseline="0" dirty="0">
                        <a:ln>
                          <a:noFill/>
                        </a:ln>
                        <a:solidFill>
                          <a:srgbClr val="CC0000"/>
                        </a:solidFill>
                        <a:effectLst/>
                        <a:latin typeface="微软雅黑" panose="020B0503020204020204" pitchFamily="34" charset="-122"/>
                        <a:ea typeface="微软雅黑" panose="020B0503020204020204" pitchFamily="34" charset="-122"/>
                      </a:endParaRPr>
                    </a:p>
                  </a:txBody>
                  <a:tcPr marL="93941" marR="93941" marT="46970" marB="46970" anchor="ctr" horzOverflow="overflow">
                    <a:lnL w="12700" cap="flat" cmpd="sng" algn="ctr">
                      <a:solidFill>
                        <a:srgbClr val="C3C9D7"/>
                      </a:solidFill>
                      <a:prstDash val="solid"/>
                      <a:round/>
                      <a:headEnd type="none" w="med" len="med"/>
                      <a:tailEnd type="none" w="med" len="med"/>
                    </a:lnL>
                    <a:lnR w="12700" cap="flat" cmpd="sng" algn="ctr">
                      <a:solidFill>
                        <a:srgbClr val="C3C9D7"/>
                      </a:solid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zh-CN"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rPr>
                        <a:t>需求增加</a:t>
                      </a:r>
                      <a:endParaRPr kumimoji="0" lang="zh-CN" altLang="zh-CN" sz="1600" b="0" i="0" u="none" strike="noStrike" cap="none" normalizeH="0" baseline="0" dirty="0">
                        <a:ln>
                          <a:noFill/>
                        </a:ln>
                        <a:solidFill>
                          <a:srgbClr val="CC0000"/>
                        </a:solidFill>
                        <a:effectLst/>
                        <a:latin typeface="微软雅黑" panose="020B0503020204020204" pitchFamily="34" charset="-122"/>
                        <a:ea typeface="微软雅黑" panose="020B0503020204020204" pitchFamily="34" charset="-122"/>
                      </a:endParaRPr>
                    </a:p>
                  </a:txBody>
                  <a:tcPr marL="93941" marR="93941" marT="46970" marB="46970" anchor="ctr" horzOverflow="overflow">
                    <a:lnL w="12700" cap="flat" cmpd="sng" algn="ctr">
                      <a:solidFill>
                        <a:srgbClr val="C3C9D7"/>
                      </a:solidFill>
                      <a:prstDash val="solid"/>
                      <a:round/>
                      <a:headEnd type="none" w="med" len="med"/>
                      <a:tailEnd type="none" w="med" len="med"/>
                    </a:lnL>
                    <a:lnR w="12700" cap="flat" cmpd="sng" algn="ctr">
                      <a:solidFill>
                        <a:srgbClr val="C3C9D7"/>
                      </a:solid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97588579"/>
                  </a:ext>
                </a:extLst>
              </a:tr>
              <a:tr h="917833">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zh-CN" altLang="zh-CN"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宋体" panose="02010600030101010101" pitchFamily="2" charset="-122"/>
                        </a:rPr>
                        <a:t>总效应</a:t>
                      </a:r>
                      <a:endParaRPr kumimoji="0" lang="zh-CN" altLang="zh-CN" sz="1600" b="0" i="0" u="none" strike="noStrike" cap="none" normalizeH="0" baseline="0">
                        <a:ln>
                          <a:noFill/>
                        </a:ln>
                        <a:solidFill>
                          <a:srgbClr val="CC0000"/>
                        </a:solidFill>
                        <a:effectLst/>
                        <a:latin typeface="微软雅黑" panose="020B0503020204020204" pitchFamily="34" charset="-122"/>
                        <a:ea typeface="微软雅黑" panose="020B0503020204020204" pitchFamily="34" charset="-122"/>
                      </a:endParaRPr>
                    </a:p>
                  </a:txBody>
                  <a:tcPr marL="93941" marR="93941" marT="46970" marB="46970" anchor="ctr" horzOverflow="overflow">
                    <a:lnL w="12700" cap="flat" cmpd="sng" algn="ctr">
                      <a:solidFill>
                        <a:srgbClr val="C3C9D7"/>
                      </a:solidFill>
                      <a:prstDash val="solid"/>
                      <a:round/>
                      <a:headEnd type="none" w="med" len="med"/>
                      <a:tailEnd type="none" w="med" len="med"/>
                    </a:lnL>
                    <a:lnR w="12700" cap="flat" cmpd="sng" algn="ctr">
                      <a:solidFill>
                        <a:srgbClr val="C3C9D7"/>
                      </a:solid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zh-CN" altLang="zh-CN"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sym typeface="宋体" panose="02010600030101010101" pitchFamily="2" charset="-122"/>
                        </a:rPr>
                        <a:t>增加</a:t>
                      </a:r>
                      <a:endParaRPr kumimoji="0" lang="zh-CN" altLang="zh-CN" sz="1600" b="0" i="0" u="none" strike="noStrike" cap="none" normalizeH="0" baseline="0">
                        <a:ln>
                          <a:noFill/>
                        </a:ln>
                        <a:solidFill>
                          <a:srgbClr val="CC0000"/>
                        </a:solidFill>
                        <a:effectLst/>
                        <a:latin typeface="微软雅黑" panose="020B0503020204020204" pitchFamily="34" charset="-122"/>
                        <a:ea typeface="微软雅黑" panose="020B0503020204020204" pitchFamily="34" charset="-122"/>
                      </a:endParaRPr>
                    </a:p>
                  </a:txBody>
                  <a:tcPr marL="93941" marR="93941" marT="46970" marB="46970" anchor="ctr" horzOverflow="overflow">
                    <a:lnL w="12700" cap="flat" cmpd="sng" algn="ctr">
                      <a:solidFill>
                        <a:srgbClr val="C3C9D7"/>
                      </a:solidFill>
                      <a:prstDash val="solid"/>
                      <a:round/>
                      <a:headEnd type="none" w="med" len="med"/>
                      <a:tailEnd type="none" w="med" len="med"/>
                    </a:lnL>
                    <a:lnR w="12700" cap="flat" cmpd="sng" algn="ctr">
                      <a:solidFill>
                        <a:srgbClr val="C3C9D7"/>
                      </a:solid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zh-CN"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宋体" panose="02010600030101010101" pitchFamily="2" charset="-122"/>
                        </a:rPr>
                        <a:t>增加</a:t>
                      </a:r>
                      <a:endParaRPr kumimoji="0" lang="zh-CN" altLang="zh-CN" sz="1600" b="0" i="0" u="none" strike="noStrike" cap="none" normalizeH="0" baseline="0" dirty="0">
                        <a:ln>
                          <a:noFill/>
                        </a:ln>
                        <a:solidFill>
                          <a:srgbClr val="CC0000"/>
                        </a:solidFill>
                        <a:effectLst/>
                        <a:latin typeface="微软雅黑" panose="020B0503020204020204" pitchFamily="34" charset="-122"/>
                        <a:ea typeface="微软雅黑" panose="020B0503020204020204" pitchFamily="34" charset="-122"/>
                      </a:endParaRPr>
                    </a:p>
                  </a:txBody>
                  <a:tcPr marL="93941" marR="93941" marT="46970" marB="46970" anchor="ctr" horzOverflow="overflow">
                    <a:lnL w="12700" cap="flat" cmpd="sng" algn="ctr">
                      <a:solidFill>
                        <a:srgbClr val="C3C9D7"/>
                      </a:solidFill>
                      <a:prstDash val="solid"/>
                      <a:round/>
                      <a:headEnd type="none" w="med" len="med"/>
                      <a:tailEnd type="none" w="med" len="med"/>
                    </a:lnL>
                    <a:lnR w="12700" cap="flat" cmpd="sng" algn="ctr">
                      <a:solidFill>
                        <a:srgbClr val="C3C9D7"/>
                      </a:solid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宋体" panose="02010600030101010101" pitchFamily="2" charset="-122"/>
                        </a:rPr>
                        <a:t>减少</a:t>
                      </a:r>
                    </a:p>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tabLst/>
                      </a:pPr>
                      <a:r>
                        <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宋体" panose="02010600030101010101" pitchFamily="2" charset="-122"/>
                        </a:rPr>
                        <a:t>(</a:t>
                      </a:r>
                      <a:r>
                        <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宋体" panose="02010600030101010101" pitchFamily="2" charset="-122"/>
                        </a:rPr>
                        <a:t>吉芬商品）</a:t>
                      </a:r>
                      <a:endParaRPr kumimoji="0" lang="zh-CN" altLang="en-US" sz="1600" b="0" i="0" u="none" strike="noStrike" cap="none" normalizeH="0" baseline="0" dirty="0">
                        <a:ln>
                          <a:noFill/>
                        </a:ln>
                        <a:solidFill>
                          <a:srgbClr val="CC0000"/>
                        </a:solidFill>
                        <a:effectLst/>
                        <a:latin typeface="微软雅黑" panose="020B0503020204020204" pitchFamily="34" charset="-122"/>
                        <a:ea typeface="微软雅黑" panose="020B0503020204020204" pitchFamily="34" charset="-122"/>
                      </a:endParaRPr>
                    </a:p>
                  </a:txBody>
                  <a:tcPr marL="93941" marR="93941" marT="46970" marB="46970" anchor="ctr" horzOverflow="overflow">
                    <a:lnL w="12700" cap="flat" cmpd="sng" algn="ctr">
                      <a:solidFill>
                        <a:srgbClr val="C3C9D7"/>
                      </a:solidFill>
                      <a:prstDash val="solid"/>
                      <a:round/>
                      <a:headEnd type="none" w="med" len="med"/>
                      <a:tailEnd type="none" w="med" len="med"/>
                    </a:lnL>
                    <a:lnR w="12700" cap="flat" cmpd="sng" algn="ctr">
                      <a:solidFill>
                        <a:srgbClr val="C3C9D7"/>
                      </a:solid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95088011"/>
                  </a:ext>
                </a:extLst>
              </a:tr>
            </a:tbl>
          </a:graphicData>
        </a:graphic>
      </p:graphicFrame>
      <p:sp>
        <p:nvSpPr>
          <p:cNvPr id="10" name="矩形 9">
            <a:extLst>
              <a:ext uri="{FF2B5EF4-FFF2-40B4-BE49-F238E27FC236}">
                <a16:creationId xmlns:a16="http://schemas.microsoft.com/office/drawing/2014/main" id="{B36BC8E6-1EBB-4E20-8B31-5D005A064853}"/>
              </a:ext>
            </a:extLst>
          </p:cNvPr>
          <p:cNvSpPr/>
          <p:nvPr/>
        </p:nvSpPr>
        <p:spPr>
          <a:xfrm>
            <a:off x="4381159" y="0"/>
            <a:ext cx="4762842" cy="369332"/>
          </a:xfrm>
          <a:prstGeom prst="rect">
            <a:avLst/>
          </a:prstGeom>
        </p:spPr>
        <p:txBody>
          <a:bodyPr wrap="squar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 第五节  价格变动的替代效应和收入效应</a:t>
            </a:r>
          </a:p>
        </p:txBody>
      </p:sp>
      <p:sp>
        <p:nvSpPr>
          <p:cNvPr id="6" name="矩形 5">
            <a:extLst>
              <a:ext uri="{FF2B5EF4-FFF2-40B4-BE49-F238E27FC236}">
                <a16:creationId xmlns:a16="http://schemas.microsoft.com/office/drawing/2014/main" id="{C7DB4AFB-36DA-400D-85A0-9944C8816399}"/>
              </a:ext>
            </a:extLst>
          </p:cNvPr>
          <p:cNvSpPr/>
          <p:nvPr/>
        </p:nvSpPr>
        <p:spPr>
          <a:xfrm>
            <a:off x="467544" y="548680"/>
            <a:ext cx="5416868"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四、吉芬商品的替代效应和收入效应</a:t>
            </a:r>
          </a:p>
        </p:txBody>
      </p:sp>
      <p:grpSp>
        <p:nvGrpSpPr>
          <p:cNvPr id="7" name="组合 6">
            <a:extLst>
              <a:ext uri="{FF2B5EF4-FFF2-40B4-BE49-F238E27FC236}">
                <a16:creationId xmlns:a16="http://schemas.microsoft.com/office/drawing/2014/main" id="{7DD4837F-DD85-47A8-BC84-75B0FDB53376}"/>
              </a:ext>
            </a:extLst>
          </p:cNvPr>
          <p:cNvGrpSpPr/>
          <p:nvPr/>
        </p:nvGrpSpPr>
        <p:grpSpPr>
          <a:xfrm>
            <a:off x="458735" y="1189693"/>
            <a:ext cx="6667407" cy="636165"/>
            <a:chOff x="467544" y="911869"/>
            <a:chExt cx="3806023" cy="908768"/>
          </a:xfrm>
        </p:grpSpPr>
        <p:sp>
          <p:nvSpPr>
            <p:cNvPr id="8" name="MH_Text_1">
              <a:extLst>
                <a:ext uri="{FF2B5EF4-FFF2-40B4-BE49-F238E27FC236}">
                  <a16:creationId xmlns:a16="http://schemas.microsoft.com/office/drawing/2014/main" id="{C660FAA6-FF58-48CF-BF4B-76610A364D9B}"/>
                </a:ext>
              </a:extLst>
            </p:cNvPr>
            <p:cNvSpPr/>
            <p:nvPr>
              <p:custDataLst>
                <p:tags r:id="rId1"/>
              </p:custDataLst>
            </p:nvPr>
          </p:nvSpPr>
          <p:spPr bwMode="auto">
            <a:xfrm>
              <a:off x="467544" y="911869"/>
              <a:ext cx="3806023" cy="908768"/>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algn="ctr">
                <a:defRPr/>
              </a:pPr>
              <a:r>
                <a:rPr lang="zh-CN" altLang="en-US" sz="2000" spc="150" dirty="0">
                  <a:solidFill>
                    <a:srgbClr val="000000"/>
                  </a:solidFill>
                  <a:latin typeface="微软雅黑" panose="020B0503020204020204" pitchFamily="34" charset="-122"/>
                  <a:ea typeface="微软雅黑" panose="020B0503020204020204" pitchFamily="34" charset="-122"/>
                </a:rPr>
                <a:t>不同商品的替代效应和收入效应比较</a:t>
              </a:r>
            </a:p>
          </p:txBody>
        </p:sp>
        <p:sp>
          <p:nvSpPr>
            <p:cNvPr id="11" name="MH_Other_2">
              <a:extLst>
                <a:ext uri="{FF2B5EF4-FFF2-40B4-BE49-F238E27FC236}">
                  <a16:creationId xmlns:a16="http://schemas.microsoft.com/office/drawing/2014/main" id="{C5CBE4B1-2CE1-456B-AF2C-5CF638E709EC}"/>
                </a:ext>
              </a:extLst>
            </p:cNvPr>
            <p:cNvSpPr/>
            <p:nvPr>
              <p:custDataLst>
                <p:tags r:id="rId2"/>
              </p:custDataLst>
            </p:nvPr>
          </p:nvSpPr>
          <p:spPr bwMode="auto">
            <a:xfrm rot="10800000">
              <a:off x="4082601" y="1025693"/>
              <a:ext cx="131131" cy="255303"/>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Tree>
    <p:extLst>
      <p:ext uri="{BB962C8B-B14F-4D97-AF65-F5344CB8AC3E}">
        <p14:creationId xmlns:p14="http://schemas.microsoft.com/office/powerpoint/2010/main" val="2702481911"/>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47107"/>
                                        </p:tgtEl>
                                        <p:attrNameLst>
                                          <p:attrName>style.visibility</p:attrName>
                                        </p:attrNameLst>
                                      </p:cBhvr>
                                      <p:to>
                                        <p:strVal val="visible"/>
                                      </p:to>
                                    </p:set>
                                    <p:animEffect transition="in" filter="fade">
                                      <p:cBhvr>
                                        <p:cTn id="12" dur="1000"/>
                                        <p:tgtEl>
                                          <p:spTgt spid="47107"/>
                                        </p:tgtEl>
                                      </p:cBhvr>
                                    </p:animEffect>
                                    <p:anim calcmode="lin" valueType="num">
                                      <p:cBhvr>
                                        <p:cTn id="13" dur="1000" fill="hold"/>
                                        <p:tgtEl>
                                          <p:spTgt spid="47107"/>
                                        </p:tgtEl>
                                        <p:attrNameLst>
                                          <p:attrName>ppt_x</p:attrName>
                                        </p:attrNameLst>
                                      </p:cBhvr>
                                      <p:tavLst>
                                        <p:tav tm="0">
                                          <p:val>
                                            <p:strVal val="#ppt_x"/>
                                          </p:val>
                                        </p:tav>
                                        <p:tav tm="100000">
                                          <p:val>
                                            <p:strVal val="#ppt_x"/>
                                          </p:val>
                                        </p:tav>
                                      </p:tavLst>
                                    </p:anim>
                                    <p:anim calcmode="lin" valueType="num">
                                      <p:cBhvr>
                                        <p:cTn id="14" dur="1000" fill="hold"/>
                                        <p:tgtEl>
                                          <p:spTgt spid="4710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9178" name="Object 26"/>
          <p:cNvGraphicFramePr>
            <a:graphicFrameLocks noChangeAspect="1"/>
          </p:cNvGraphicFramePr>
          <p:nvPr/>
        </p:nvGraphicFramePr>
        <p:xfrm>
          <a:off x="1369655" y="2341966"/>
          <a:ext cx="163235" cy="163571"/>
        </p:xfrm>
        <a:graphic>
          <a:graphicData uri="http://schemas.openxmlformats.org/presentationml/2006/ole">
            <mc:AlternateContent xmlns:mc="http://schemas.openxmlformats.org/markup-compatibility/2006">
              <mc:Choice xmlns:v="urn:schemas-microsoft-com:vml" Requires="v">
                <p:oleObj spid="_x0000_s49693" r:id="rId7" imgW="152783" imgH="165489" progId="">
                  <p:embed/>
                </p:oleObj>
              </mc:Choice>
              <mc:Fallback>
                <p:oleObj r:id="rId7" imgW="152783" imgH="165489" progId="">
                  <p:embed/>
                  <p:pic>
                    <p:nvPicPr>
                      <p:cNvPr id="0" name="Object 2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69655" y="2341966"/>
                        <a:ext cx="163235" cy="1635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9179" name="Object 27"/>
          <p:cNvGraphicFramePr>
            <a:graphicFrameLocks noChangeAspect="1"/>
          </p:cNvGraphicFramePr>
          <p:nvPr/>
        </p:nvGraphicFramePr>
        <p:xfrm>
          <a:off x="1346136" y="2712897"/>
          <a:ext cx="190035" cy="163571"/>
        </p:xfrm>
        <a:graphic>
          <a:graphicData uri="http://schemas.openxmlformats.org/presentationml/2006/ole">
            <mc:AlternateContent xmlns:mc="http://schemas.openxmlformats.org/markup-compatibility/2006">
              <mc:Choice xmlns:v="urn:schemas-microsoft-com:vml" Requires="v">
                <p:oleObj spid="_x0000_s49694" r:id="rId9" imgW="178117" imgH="165417" progId="">
                  <p:embed/>
                </p:oleObj>
              </mc:Choice>
              <mc:Fallback>
                <p:oleObj r:id="rId9" imgW="178117" imgH="165417" progId="">
                  <p:embed/>
                  <p:pic>
                    <p:nvPicPr>
                      <p:cNvPr id="0" name="Object 2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46136" y="2712897"/>
                        <a:ext cx="190035" cy="1635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0" name="组合 9">
            <a:extLst>
              <a:ext uri="{FF2B5EF4-FFF2-40B4-BE49-F238E27FC236}">
                <a16:creationId xmlns:a16="http://schemas.microsoft.com/office/drawing/2014/main" id="{8163F2C0-D47E-4F78-89EA-8BAC2F62FAE6}"/>
              </a:ext>
            </a:extLst>
          </p:cNvPr>
          <p:cNvGrpSpPr/>
          <p:nvPr/>
        </p:nvGrpSpPr>
        <p:grpSpPr>
          <a:xfrm>
            <a:off x="1903462" y="2934845"/>
            <a:ext cx="231452" cy="1150717"/>
            <a:chOff x="1903462" y="2934845"/>
            <a:chExt cx="231452" cy="1150717"/>
          </a:xfrm>
        </p:grpSpPr>
        <p:graphicFrame>
          <p:nvGraphicFramePr>
            <p:cNvPr id="49171" name="Object 19"/>
            <p:cNvGraphicFramePr>
              <a:graphicFrameLocks noChangeAspect="1"/>
            </p:cNvGraphicFramePr>
            <p:nvPr>
              <p:extLst>
                <p:ext uri="{D42A27DB-BD31-4B8C-83A1-F6EECF244321}">
                  <p14:modId xmlns:p14="http://schemas.microsoft.com/office/powerpoint/2010/main" val="1648126"/>
                </p:ext>
              </p:extLst>
            </p:nvPr>
          </p:nvGraphicFramePr>
          <p:xfrm>
            <a:off x="1903462" y="3857690"/>
            <a:ext cx="231452" cy="227872"/>
          </p:xfrm>
          <a:graphic>
            <a:graphicData uri="http://schemas.openxmlformats.org/presentationml/2006/ole">
              <mc:AlternateContent xmlns:mc="http://schemas.openxmlformats.org/markup-compatibility/2006">
                <mc:Choice xmlns:v="urn:schemas-microsoft-com:vml" Requires="v">
                  <p:oleObj spid="_x0000_s49695" r:id="rId11" imgW="216217" imgH="228917" progId="">
                    <p:embed/>
                  </p:oleObj>
                </mc:Choice>
                <mc:Fallback>
                  <p:oleObj r:id="rId11" imgW="216217" imgH="228917" progId="">
                    <p:embed/>
                    <p:pic>
                      <p:nvPicPr>
                        <p:cNvPr id="0" name="Object 1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903462" y="3857690"/>
                          <a:ext cx="231452" cy="227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49167" name="直接连接符 34"/>
            <p:cNvCxnSpPr>
              <a:cxnSpLocks noChangeShapeType="1"/>
            </p:cNvCxnSpPr>
            <p:nvPr/>
          </p:nvCxnSpPr>
          <p:spPr bwMode="auto">
            <a:xfrm rot="16200000" flipH="1">
              <a:off x="1541696" y="3364974"/>
              <a:ext cx="888650" cy="28391"/>
            </a:xfrm>
            <a:prstGeom prst="line">
              <a:avLst/>
            </a:prstGeom>
            <a:noFill/>
            <a:ln w="9525" cmpd="sng">
              <a:solidFill>
                <a:srgbClr val="7F7F7F"/>
              </a:solidFill>
              <a:prstDash val="lgDash"/>
              <a:round/>
              <a:headEnd/>
              <a:tailEnd/>
            </a:ln>
            <a:extLst>
              <a:ext uri="{909E8E84-426E-40DD-AFC4-6F175D3DCCD1}">
                <a14:hiddenFill xmlns:a14="http://schemas.microsoft.com/office/drawing/2010/main">
                  <a:noFill/>
                </a14:hiddenFill>
              </a:ext>
            </a:extLst>
          </p:spPr>
        </p:cxnSp>
      </p:grpSp>
      <p:grpSp>
        <p:nvGrpSpPr>
          <p:cNvPr id="11" name="组合 10">
            <a:extLst>
              <a:ext uri="{FF2B5EF4-FFF2-40B4-BE49-F238E27FC236}">
                <a16:creationId xmlns:a16="http://schemas.microsoft.com/office/drawing/2014/main" id="{1C0D490A-7A46-4F88-A373-21EB686AE433}"/>
              </a:ext>
            </a:extLst>
          </p:cNvPr>
          <p:cNvGrpSpPr/>
          <p:nvPr/>
        </p:nvGrpSpPr>
        <p:grpSpPr>
          <a:xfrm>
            <a:off x="2319330" y="3372071"/>
            <a:ext cx="231452" cy="713192"/>
            <a:chOff x="2319330" y="3372071"/>
            <a:chExt cx="231452" cy="713192"/>
          </a:xfrm>
        </p:grpSpPr>
        <p:graphicFrame>
          <p:nvGraphicFramePr>
            <p:cNvPr id="49173" name="Object 21"/>
            <p:cNvGraphicFramePr>
              <a:graphicFrameLocks noChangeAspect="1"/>
            </p:cNvGraphicFramePr>
            <p:nvPr>
              <p:extLst>
                <p:ext uri="{D42A27DB-BD31-4B8C-83A1-F6EECF244321}">
                  <p14:modId xmlns:p14="http://schemas.microsoft.com/office/powerpoint/2010/main" val="4077512609"/>
                </p:ext>
              </p:extLst>
            </p:nvPr>
          </p:nvGraphicFramePr>
          <p:xfrm>
            <a:off x="2319330" y="3857391"/>
            <a:ext cx="231452" cy="227872"/>
          </p:xfrm>
          <a:graphic>
            <a:graphicData uri="http://schemas.openxmlformats.org/presentationml/2006/ole">
              <mc:AlternateContent xmlns:mc="http://schemas.openxmlformats.org/markup-compatibility/2006">
                <mc:Choice xmlns:v="urn:schemas-microsoft-com:vml" Requires="v">
                  <p:oleObj spid="_x0000_s49696" r:id="rId13" imgW="216217" imgH="228917" progId="">
                    <p:embed/>
                  </p:oleObj>
                </mc:Choice>
                <mc:Fallback>
                  <p:oleObj r:id="rId13" imgW="216217" imgH="228917" progId="">
                    <p:embed/>
                    <p:pic>
                      <p:nvPicPr>
                        <p:cNvPr id="0" name="Object 2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19330" y="3857391"/>
                          <a:ext cx="231452" cy="227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49168" name="直接连接符 35"/>
            <p:cNvCxnSpPr>
              <a:cxnSpLocks noChangeShapeType="1"/>
            </p:cNvCxnSpPr>
            <p:nvPr/>
          </p:nvCxnSpPr>
          <p:spPr bwMode="auto">
            <a:xfrm rot="16200000" flipH="1">
              <a:off x="2211734" y="3576489"/>
              <a:ext cx="437227" cy="28391"/>
            </a:xfrm>
            <a:prstGeom prst="line">
              <a:avLst/>
            </a:prstGeom>
            <a:noFill/>
            <a:ln w="9525" cmpd="sng">
              <a:solidFill>
                <a:srgbClr val="7F7F7F"/>
              </a:solidFill>
              <a:prstDash val="lgDash"/>
              <a:round/>
              <a:headEnd/>
              <a:tailEnd/>
            </a:ln>
            <a:extLst>
              <a:ext uri="{909E8E84-426E-40DD-AFC4-6F175D3DCCD1}">
                <a14:hiddenFill xmlns:a14="http://schemas.microsoft.com/office/drawing/2010/main">
                  <a:noFill/>
                </a14:hiddenFill>
              </a:ext>
            </a:extLst>
          </p:spPr>
        </p:cxnSp>
      </p:grpSp>
      <p:grpSp>
        <p:nvGrpSpPr>
          <p:cNvPr id="12" name="组合 11">
            <a:extLst>
              <a:ext uri="{FF2B5EF4-FFF2-40B4-BE49-F238E27FC236}">
                <a16:creationId xmlns:a16="http://schemas.microsoft.com/office/drawing/2014/main" id="{7880863A-0785-4DC5-AF17-032B56E21A8A}"/>
              </a:ext>
            </a:extLst>
          </p:cNvPr>
          <p:cNvGrpSpPr/>
          <p:nvPr/>
        </p:nvGrpSpPr>
        <p:grpSpPr>
          <a:xfrm>
            <a:off x="3244791" y="3478538"/>
            <a:ext cx="246070" cy="607323"/>
            <a:chOff x="3244791" y="3478538"/>
            <a:chExt cx="246070" cy="607323"/>
          </a:xfrm>
        </p:grpSpPr>
        <p:graphicFrame>
          <p:nvGraphicFramePr>
            <p:cNvPr id="49172" name="Object 20"/>
            <p:cNvGraphicFramePr>
              <a:graphicFrameLocks noChangeAspect="1"/>
            </p:cNvGraphicFramePr>
            <p:nvPr>
              <p:extLst>
                <p:ext uri="{D42A27DB-BD31-4B8C-83A1-F6EECF244321}">
                  <p14:modId xmlns:p14="http://schemas.microsoft.com/office/powerpoint/2010/main" val="3357439997"/>
                </p:ext>
              </p:extLst>
            </p:nvPr>
          </p:nvGraphicFramePr>
          <p:xfrm>
            <a:off x="3244791" y="3857989"/>
            <a:ext cx="246070" cy="227872"/>
          </p:xfrm>
          <a:graphic>
            <a:graphicData uri="http://schemas.openxmlformats.org/presentationml/2006/ole">
              <mc:AlternateContent xmlns:mc="http://schemas.openxmlformats.org/markup-compatibility/2006">
                <mc:Choice xmlns:v="urn:schemas-microsoft-com:vml" Requires="v">
                  <p:oleObj spid="_x0000_s49697" r:id="rId15" imgW="229215" imgH="229215" progId="">
                    <p:embed/>
                  </p:oleObj>
                </mc:Choice>
                <mc:Fallback>
                  <p:oleObj r:id="rId15" imgW="229215" imgH="229215" progId="">
                    <p:embed/>
                    <p:pic>
                      <p:nvPicPr>
                        <p:cNvPr id="0" name="Object 2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244791" y="3857989"/>
                          <a:ext cx="246070" cy="227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49169" name="直接连接符 36"/>
            <p:cNvCxnSpPr>
              <a:cxnSpLocks noChangeShapeType="1"/>
            </p:cNvCxnSpPr>
            <p:nvPr/>
          </p:nvCxnSpPr>
          <p:spPr bwMode="auto">
            <a:xfrm rot="16200000" flipH="1">
              <a:off x="3124515" y="3643208"/>
              <a:ext cx="357732" cy="28391"/>
            </a:xfrm>
            <a:prstGeom prst="line">
              <a:avLst/>
            </a:prstGeom>
            <a:noFill/>
            <a:ln w="9525" cmpd="sng">
              <a:solidFill>
                <a:srgbClr val="7F7F7F"/>
              </a:solidFill>
              <a:prstDash val="lgDash"/>
              <a:round/>
              <a:headEnd/>
              <a:tailEnd/>
            </a:ln>
            <a:extLst>
              <a:ext uri="{909E8E84-426E-40DD-AFC4-6F175D3DCCD1}">
                <a14:hiddenFill xmlns:a14="http://schemas.microsoft.com/office/drawing/2010/main">
                  <a:noFill/>
                </a14:hiddenFill>
              </a:ext>
            </a:extLst>
          </p:spPr>
        </p:cxnSp>
      </p:grpSp>
      <p:grpSp>
        <p:nvGrpSpPr>
          <p:cNvPr id="3" name="组合 2">
            <a:extLst>
              <a:ext uri="{FF2B5EF4-FFF2-40B4-BE49-F238E27FC236}">
                <a16:creationId xmlns:a16="http://schemas.microsoft.com/office/drawing/2014/main" id="{DF80F10C-95FE-4A39-A028-A31BF8C2D2FE}"/>
              </a:ext>
            </a:extLst>
          </p:cNvPr>
          <p:cNvGrpSpPr/>
          <p:nvPr/>
        </p:nvGrpSpPr>
        <p:grpSpPr>
          <a:xfrm>
            <a:off x="1351596" y="2085441"/>
            <a:ext cx="2968197" cy="2012898"/>
            <a:chOff x="1351596" y="2085441"/>
            <a:chExt cx="2968197" cy="2012898"/>
          </a:xfrm>
        </p:grpSpPr>
        <p:cxnSp>
          <p:nvCxnSpPr>
            <p:cNvPr id="49162" name="直接箭头连接符 29"/>
            <p:cNvCxnSpPr>
              <a:cxnSpLocks noChangeShapeType="1"/>
            </p:cNvCxnSpPr>
            <p:nvPr/>
          </p:nvCxnSpPr>
          <p:spPr bwMode="auto">
            <a:xfrm>
              <a:off x="1585705" y="3809300"/>
              <a:ext cx="2734088" cy="26972"/>
            </a:xfrm>
            <a:prstGeom prst="straightConnector1">
              <a:avLst/>
            </a:prstGeom>
            <a:noFill/>
            <a:ln w="9525" cmpd="sng">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49163" name="直接箭头连接符 30"/>
            <p:cNvCxnSpPr>
              <a:cxnSpLocks noChangeShapeType="1"/>
            </p:cNvCxnSpPr>
            <p:nvPr/>
          </p:nvCxnSpPr>
          <p:spPr bwMode="auto">
            <a:xfrm rot="16200000" flipV="1">
              <a:off x="713381" y="2954009"/>
              <a:ext cx="1704901" cy="8518"/>
            </a:xfrm>
            <a:prstGeom prst="straightConnector1">
              <a:avLst/>
            </a:prstGeom>
            <a:noFill/>
            <a:ln w="9525" cmpd="sng">
              <a:solidFill>
                <a:srgbClr val="7F7F7F"/>
              </a:solidFill>
              <a:round/>
              <a:headEnd/>
              <a:tailEnd type="stealth" w="med" len="lg"/>
            </a:ln>
            <a:extLst>
              <a:ext uri="{909E8E84-426E-40DD-AFC4-6F175D3DCCD1}">
                <a14:hiddenFill xmlns:a14="http://schemas.microsoft.com/office/drawing/2010/main">
                  <a:noFill/>
                </a14:hiddenFill>
              </a:ext>
            </a:extLst>
          </p:spPr>
        </p:cxnSp>
        <p:graphicFrame>
          <p:nvGraphicFramePr>
            <p:cNvPr id="49170" name="Object 18"/>
            <p:cNvGraphicFramePr>
              <a:graphicFrameLocks noChangeAspect="1"/>
            </p:cNvGraphicFramePr>
            <p:nvPr>
              <p:extLst>
                <p:ext uri="{D42A27DB-BD31-4B8C-83A1-F6EECF244321}">
                  <p14:modId xmlns:p14="http://schemas.microsoft.com/office/powerpoint/2010/main" val="2852485344"/>
                </p:ext>
              </p:extLst>
            </p:nvPr>
          </p:nvGraphicFramePr>
          <p:xfrm>
            <a:off x="1369506" y="3835473"/>
            <a:ext cx="163235" cy="175980"/>
          </p:xfrm>
          <a:graphic>
            <a:graphicData uri="http://schemas.openxmlformats.org/presentationml/2006/ole">
              <mc:AlternateContent xmlns:mc="http://schemas.openxmlformats.org/markup-compatibility/2006">
                <mc:Choice xmlns:v="urn:schemas-microsoft-com:vml" Requires="v">
                  <p:oleObj spid="_x0000_s49698" r:id="rId17" imgW="152717" imgH="178117" progId="">
                    <p:embed/>
                  </p:oleObj>
                </mc:Choice>
                <mc:Fallback>
                  <p:oleObj r:id="rId17" imgW="152717" imgH="178117" progId="">
                    <p:embed/>
                    <p:pic>
                      <p:nvPicPr>
                        <p:cNvPr id="0" name="Object 1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369506" y="3835473"/>
                          <a:ext cx="163235" cy="175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9174" name="Object 22"/>
            <p:cNvGraphicFramePr>
              <a:graphicFrameLocks noChangeAspect="1"/>
            </p:cNvGraphicFramePr>
            <p:nvPr>
              <p:extLst>
                <p:ext uri="{D42A27DB-BD31-4B8C-83A1-F6EECF244321}">
                  <p14:modId xmlns:p14="http://schemas.microsoft.com/office/powerpoint/2010/main" val="3562585386"/>
                </p:ext>
              </p:extLst>
            </p:nvPr>
          </p:nvGraphicFramePr>
          <p:xfrm>
            <a:off x="4088462" y="3870467"/>
            <a:ext cx="191253" cy="227872"/>
          </p:xfrm>
          <a:graphic>
            <a:graphicData uri="http://schemas.openxmlformats.org/presentationml/2006/ole">
              <mc:AlternateContent xmlns:mc="http://schemas.openxmlformats.org/markup-compatibility/2006">
                <mc:Choice xmlns:v="urn:schemas-microsoft-com:vml" Requires="v">
                  <p:oleObj spid="_x0000_s49699" r:id="rId19" imgW="178040" imgH="228818" progId="">
                    <p:embed/>
                  </p:oleObj>
                </mc:Choice>
                <mc:Fallback>
                  <p:oleObj r:id="rId19" imgW="178040" imgH="228818" progId="">
                    <p:embed/>
                    <p:pic>
                      <p:nvPicPr>
                        <p:cNvPr id="0" name="Object 2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088462" y="3870467"/>
                          <a:ext cx="191253" cy="227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9180" name="Object 28"/>
            <p:cNvGraphicFramePr>
              <a:graphicFrameLocks noChangeAspect="1"/>
            </p:cNvGraphicFramePr>
            <p:nvPr>
              <p:extLst>
                <p:ext uri="{D42A27DB-BD31-4B8C-83A1-F6EECF244321}">
                  <p14:modId xmlns:p14="http://schemas.microsoft.com/office/powerpoint/2010/main" val="4065679824"/>
                </p:ext>
              </p:extLst>
            </p:nvPr>
          </p:nvGraphicFramePr>
          <p:xfrm>
            <a:off x="1351596" y="2085441"/>
            <a:ext cx="204653" cy="227872"/>
          </p:xfrm>
          <a:graphic>
            <a:graphicData uri="http://schemas.openxmlformats.org/presentationml/2006/ole">
              <mc:AlternateContent xmlns:mc="http://schemas.openxmlformats.org/markup-compatibility/2006">
                <mc:Choice xmlns:v="urn:schemas-microsoft-com:vml" Requires="v">
                  <p:oleObj spid="_x0000_s49700" r:id="rId21" imgW="190983" imgH="229116" progId="">
                    <p:embed/>
                  </p:oleObj>
                </mc:Choice>
                <mc:Fallback>
                  <p:oleObj r:id="rId21" imgW="190983" imgH="229116" progId="">
                    <p:embed/>
                    <p:pic>
                      <p:nvPicPr>
                        <p:cNvPr id="0" name="Object 28"/>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351596" y="2085441"/>
                          <a:ext cx="204653" cy="227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4" name="组合 13">
            <a:extLst>
              <a:ext uri="{FF2B5EF4-FFF2-40B4-BE49-F238E27FC236}">
                <a16:creationId xmlns:a16="http://schemas.microsoft.com/office/drawing/2014/main" id="{DF025E2C-2700-44CF-91CD-F85F78987823}"/>
              </a:ext>
            </a:extLst>
          </p:cNvPr>
          <p:cNvGrpSpPr/>
          <p:nvPr/>
        </p:nvGrpSpPr>
        <p:grpSpPr>
          <a:xfrm>
            <a:off x="1571509" y="2376954"/>
            <a:ext cx="2351356" cy="1694863"/>
            <a:chOff x="1571509" y="2376954"/>
            <a:chExt cx="2351356" cy="1694863"/>
          </a:xfrm>
        </p:grpSpPr>
        <p:grpSp>
          <p:nvGrpSpPr>
            <p:cNvPr id="5" name="组合 4">
              <a:extLst>
                <a:ext uri="{FF2B5EF4-FFF2-40B4-BE49-F238E27FC236}">
                  <a16:creationId xmlns:a16="http://schemas.microsoft.com/office/drawing/2014/main" id="{59734C1A-52B4-4DEF-B5B7-FB4E00171159}"/>
                </a:ext>
              </a:extLst>
            </p:cNvPr>
            <p:cNvGrpSpPr/>
            <p:nvPr/>
          </p:nvGrpSpPr>
          <p:grpSpPr>
            <a:xfrm>
              <a:off x="1571509" y="2376954"/>
              <a:ext cx="2351356" cy="1694863"/>
              <a:chOff x="1571509" y="2376954"/>
              <a:chExt cx="2351356" cy="1694863"/>
            </a:xfrm>
          </p:grpSpPr>
          <p:graphicFrame>
            <p:nvGraphicFramePr>
              <p:cNvPr id="49177" name="Object 25"/>
              <p:cNvGraphicFramePr>
                <a:graphicFrameLocks noChangeAspect="1"/>
              </p:cNvGraphicFramePr>
              <p:nvPr>
                <p:extLst>
                  <p:ext uri="{D42A27DB-BD31-4B8C-83A1-F6EECF244321}">
                    <p14:modId xmlns:p14="http://schemas.microsoft.com/office/powerpoint/2010/main" val="2956167984"/>
                  </p:ext>
                </p:extLst>
              </p:nvPr>
            </p:nvGraphicFramePr>
            <p:xfrm>
              <a:off x="3718212" y="3843945"/>
              <a:ext cx="204653" cy="227872"/>
            </p:xfrm>
            <a:graphic>
              <a:graphicData uri="http://schemas.openxmlformats.org/presentationml/2006/ole">
                <mc:AlternateContent xmlns:mc="http://schemas.openxmlformats.org/markup-compatibility/2006">
                  <mc:Choice xmlns:v="urn:schemas-microsoft-com:vml" Requires="v">
                    <p:oleObj spid="_x0000_s49701" r:id="rId23" imgW="190983" imgH="229116" progId="">
                      <p:embed/>
                    </p:oleObj>
                  </mc:Choice>
                  <mc:Fallback>
                    <p:oleObj r:id="rId23" imgW="190983" imgH="229116" progId="">
                      <p:embed/>
                      <p:pic>
                        <p:nvPicPr>
                          <p:cNvPr id="0" name="Object 25"/>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718212" y="3843945"/>
                            <a:ext cx="204653" cy="227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49164" name="直接连接符 31"/>
              <p:cNvCxnSpPr>
                <a:cxnSpLocks noChangeShapeType="1"/>
              </p:cNvCxnSpPr>
              <p:nvPr/>
            </p:nvCxnSpPr>
            <p:spPr bwMode="auto">
              <a:xfrm>
                <a:off x="1571509" y="2376954"/>
                <a:ext cx="2276988" cy="1446541"/>
              </a:xfrm>
              <a:prstGeom prst="line">
                <a:avLst/>
              </a:prstGeom>
              <a:noFill/>
              <a:ln w="38100" cmpd="sng">
                <a:solidFill>
                  <a:srgbClr val="C3C9D7"/>
                </a:solidFill>
                <a:round/>
                <a:headEnd/>
                <a:tailEnd/>
              </a:ln>
              <a:effectLst>
                <a:outerShdw dist="23000" dir="5400000" algn="ctr" rotWithShape="0">
                  <a:srgbClr val="000000">
                    <a:alpha val="32999"/>
                  </a:srgbClr>
                </a:outerShdw>
              </a:effectLst>
              <a:extLst>
                <a:ext uri="{909E8E84-426E-40DD-AFC4-6F175D3DCCD1}">
                  <a14:hiddenFill xmlns:a14="http://schemas.microsoft.com/office/drawing/2010/main">
                    <a:noFill/>
                  </a14:hiddenFill>
                </a:ext>
              </a:extLst>
            </p:spPr>
          </p:cxnSp>
        </p:grpSp>
        <p:graphicFrame>
          <p:nvGraphicFramePr>
            <p:cNvPr id="49185" name="Object 33"/>
            <p:cNvGraphicFramePr>
              <a:graphicFrameLocks noChangeAspect="1"/>
            </p:cNvGraphicFramePr>
            <p:nvPr>
              <p:extLst>
                <p:ext uri="{D42A27DB-BD31-4B8C-83A1-F6EECF244321}">
                  <p14:modId xmlns:p14="http://schemas.microsoft.com/office/powerpoint/2010/main" val="125282172"/>
                </p:ext>
              </p:extLst>
            </p:nvPr>
          </p:nvGraphicFramePr>
          <p:xfrm>
            <a:off x="3396934" y="3621735"/>
            <a:ext cx="163235" cy="227872"/>
          </p:xfrm>
          <a:graphic>
            <a:graphicData uri="http://schemas.openxmlformats.org/presentationml/2006/ole">
              <mc:AlternateContent xmlns:mc="http://schemas.openxmlformats.org/markup-compatibility/2006">
                <mc:Choice xmlns:v="urn:schemas-microsoft-com:vml" Requires="v">
                  <p:oleObj spid="_x0000_s49702" r:id="rId25" imgW="152783" imgH="229016" progId="">
                    <p:embed/>
                  </p:oleObj>
                </mc:Choice>
                <mc:Fallback>
                  <p:oleObj r:id="rId25" imgW="152783" imgH="229016" progId="">
                    <p:embed/>
                    <p:pic>
                      <p:nvPicPr>
                        <p:cNvPr id="0" name="Object 33"/>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396934" y="3621735"/>
                          <a:ext cx="163235" cy="227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3" name="组合 12">
            <a:extLst>
              <a:ext uri="{FF2B5EF4-FFF2-40B4-BE49-F238E27FC236}">
                <a16:creationId xmlns:a16="http://schemas.microsoft.com/office/drawing/2014/main" id="{55190D50-C168-4519-8B62-75AD989800E6}"/>
              </a:ext>
            </a:extLst>
          </p:cNvPr>
          <p:cNvGrpSpPr/>
          <p:nvPr/>
        </p:nvGrpSpPr>
        <p:grpSpPr>
          <a:xfrm>
            <a:off x="1571510" y="2376953"/>
            <a:ext cx="1172614" cy="1708263"/>
            <a:chOff x="1571510" y="2376953"/>
            <a:chExt cx="1172614" cy="1708263"/>
          </a:xfrm>
        </p:grpSpPr>
        <p:graphicFrame>
          <p:nvGraphicFramePr>
            <p:cNvPr id="49184" name="Object 32"/>
            <p:cNvGraphicFramePr>
              <a:graphicFrameLocks noChangeAspect="1"/>
            </p:cNvGraphicFramePr>
            <p:nvPr>
              <p:extLst>
                <p:ext uri="{D42A27DB-BD31-4B8C-83A1-F6EECF244321}">
                  <p14:modId xmlns:p14="http://schemas.microsoft.com/office/powerpoint/2010/main" val="397639747"/>
                </p:ext>
              </p:extLst>
            </p:nvPr>
          </p:nvGraphicFramePr>
          <p:xfrm>
            <a:off x="2217943" y="3482702"/>
            <a:ext cx="149835" cy="227872"/>
          </p:xfrm>
          <a:graphic>
            <a:graphicData uri="http://schemas.openxmlformats.org/presentationml/2006/ole">
              <mc:AlternateContent xmlns:mc="http://schemas.openxmlformats.org/markup-compatibility/2006">
                <mc:Choice xmlns:v="urn:schemas-microsoft-com:vml" Requires="v">
                  <p:oleObj spid="_x0000_s49703" r:id="rId27" imgW="140199" imgH="229215" progId="">
                    <p:embed/>
                  </p:oleObj>
                </mc:Choice>
                <mc:Fallback>
                  <p:oleObj r:id="rId27" imgW="140199" imgH="229215" progId="">
                    <p:embed/>
                    <p:pic>
                      <p:nvPicPr>
                        <p:cNvPr id="0" name="Object 32"/>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2217943" y="3482702"/>
                          <a:ext cx="149835" cy="227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4" name="组合 3">
              <a:extLst>
                <a:ext uri="{FF2B5EF4-FFF2-40B4-BE49-F238E27FC236}">
                  <a16:creationId xmlns:a16="http://schemas.microsoft.com/office/drawing/2014/main" id="{65C041EF-8833-4643-AF1A-A7D26FC8F349}"/>
                </a:ext>
              </a:extLst>
            </p:cNvPr>
            <p:cNvGrpSpPr/>
            <p:nvPr/>
          </p:nvGrpSpPr>
          <p:grpSpPr>
            <a:xfrm>
              <a:off x="1571510" y="2376953"/>
              <a:ext cx="1172614" cy="1708263"/>
              <a:chOff x="1571510" y="2376953"/>
              <a:chExt cx="1172614" cy="1708263"/>
            </a:xfrm>
          </p:grpSpPr>
          <p:cxnSp>
            <p:nvCxnSpPr>
              <p:cNvPr id="49158" name="直接连接符 25"/>
              <p:cNvCxnSpPr>
                <a:cxnSpLocks noChangeShapeType="1"/>
              </p:cNvCxnSpPr>
              <p:nvPr/>
            </p:nvCxnSpPr>
            <p:spPr bwMode="auto">
              <a:xfrm rot="16200000" flipH="1">
                <a:off x="1377738" y="2570725"/>
                <a:ext cx="1446541" cy="1058998"/>
              </a:xfrm>
              <a:prstGeom prst="line">
                <a:avLst/>
              </a:prstGeom>
              <a:noFill/>
              <a:ln w="38100" cmpd="sng">
                <a:solidFill>
                  <a:srgbClr val="C3C9D7"/>
                </a:solidFill>
                <a:round/>
                <a:headEnd/>
                <a:tailEnd/>
              </a:ln>
              <a:effectLst>
                <a:outerShdw dist="23000" dir="5400000" algn="ctr" rotWithShape="0">
                  <a:srgbClr val="000000">
                    <a:alpha val="32999"/>
                  </a:srgbClr>
                </a:outerShdw>
              </a:effectLst>
              <a:extLst>
                <a:ext uri="{909E8E84-426E-40DD-AFC4-6F175D3DCCD1}">
                  <a14:hiddenFill xmlns:a14="http://schemas.microsoft.com/office/drawing/2010/main">
                    <a:noFill/>
                  </a14:hiddenFill>
                </a:ext>
              </a:extLst>
            </p:spPr>
          </p:cxnSp>
          <p:graphicFrame>
            <p:nvGraphicFramePr>
              <p:cNvPr id="49175" name="Object 23"/>
              <p:cNvGraphicFramePr>
                <a:graphicFrameLocks noChangeAspect="1"/>
              </p:cNvGraphicFramePr>
              <p:nvPr>
                <p:extLst>
                  <p:ext uri="{D42A27DB-BD31-4B8C-83A1-F6EECF244321}">
                    <p14:modId xmlns:p14="http://schemas.microsoft.com/office/powerpoint/2010/main" val="3637684564"/>
                  </p:ext>
                </p:extLst>
              </p:nvPr>
            </p:nvGraphicFramePr>
            <p:xfrm>
              <a:off x="2567489" y="3857344"/>
              <a:ext cx="176635" cy="227872"/>
            </p:xfrm>
            <a:graphic>
              <a:graphicData uri="http://schemas.openxmlformats.org/presentationml/2006/ole">
                <mc:AlternateContent xmlns:mc="http://schemas.openxmlformats.org/markup-compatibility/2006">
                  <mc:Choice xmlns:v="urn:schemas-microsoft-com:vml" Requires="v">
                    <p:oleObj spid="_x0000_s49704" r:id="rId29" imgW="165417" imgH="228917" progId="">
                      <p:embed/>
                    </p:oleObj>
                  </mc:Choice>
                  <mc:Fallback>
                    <p:oleObj r:id="rId29" imgW="165417" imgH="228917" progId="">
                      <p:embed/>
                      <p:pic>
                        <p:nvPicPr>
                          <p:cNvPr id="0" name="Object 23"/>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2567489" y="3857344"/>
                            <a:ext cx="176635" cy="227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grpSp>
        <p:nvGrpSpPr>
          <p:cNvPr id="8" name="组合 7">
            <a:extLst>
              <a:ext uri="{FF2B5EF4-FFF2-40B4-BE49-F238E27FC236}">
                <a16:creationId xmlns:a16="http://schemas.microsoft.com/office/drawing/2014/main" id="{E29F404F-BC81-4676-B10F-9C35AC936A47}"/>
              </a:ext>
            </a:extLst>
          </p:cNvPr>
          <p:cNvGrpSpPr/>
          <p:nvPr/>
        </p:nvGrpSpPr>
        <p:grpSpPr>
          <a:xfrm>
            <a:off x="1729082" y="643662"/>
            <a:ext cx="3679521" cy="3097421"/>
            <a:chOff x="1729082" y="643662"/>
            <a:chExt cx="3679521" cy="3097421"/>
          </a:xfrm>
        </p:grpSpPr>
        <p:grpSp>
          <p:nvGrpSpPr>
            <p:cNvPr id="7" name="组合 6">
              <a:extLst>
                <a:ext uri="{FF2B5EF4-FFF2-40B4-BE49-F238E27FC236}">
                  <a16:creationId xmlns:a16="http://schemas.microsoft.com/office/drawing/2014/main" id="{69B9C990-8653-423C-853F-D17909E02F8F}"/>
                </a:ext>
              </a:extLst>
            </p:cNvPr>
            <p:cNvGrpSpPr/>
            <p:nvPr/>
          </p:nvGrpSpPr>
          <p:grpSpPr>
            <a:xfrm>
              <a:off x="1729082" y="643662"/>
              <a:ext cx="3679521" cy="3033617"/>
              <a:chOff x="1729082" y="643662"/>
              <a:chExt cx="3679521" cy="3033617"/>
            </a:xfrm>
          </p:grpSpPr>
          <p:sp>
            <p:nvSpPr>
              <p:cNvPr id="49165" name="弧形 32"/>
              <p:cNvSpPr>
                <a:spLocks noChangeArrowheads="1"/>
              </p:cNvSpPr>
              <p:nvPr/>
            </p:nvSpPr>
            <p:spPr bwMode="auto">
              <a:xfrm rot="10800000">
                <a:off x="1729082" y="643662"/>
                <a:ext cx="3679521" cy="3033617"/>
              </a:xfrm>
              <a:custGeom>
                <a:avLst/>
                <a:gdLst>
                  <a:gd name="T0" fmla="*/ 3202750 w 4795091"/>
                  <a:gd name="T1" fmla="*/ 123980 h 4269086"/>
                  <a:gd name="T2" fmla="*/ 2397546 w 4795091"/>
                  <a:gd name="T3" fmla="*/ 2134543 h 4269086"/>
                  <a:gd name="T4" fmla="*/ 4788780 w 4795091"/>
                  <a:gd name="T5" fmla="*/ 1979769 h 4269086"/>
                  <a:gd name="T6" fmla="*/ 11796480 60000 65536"/>
                  <a:gd name="T7" fmla="*/ 23592960 60000 65536"/>
                  <a:gd name="T8" fmla="*/ 5898240 60000 65536"/>
                  <a:gd name="T9" fmla="*/ 3202750 w 4795091"/>
                  <a:gd name="T10" fmla="*/ 123980 h 4269086"/>
                  <a:gd name="T11" fmla="*/ 4788780 w 4795091"/>
                  <a:gd name="T12" fmla="*/ 1979769 h 4269086"/>
                </a:gdLst>
                <a:ahLst/>
                <a:cxnLst>
                  <a:cxn ang="T6">
                    <a:pos x="T0" y="T1"/>
                  </a:cxn>
                  <a:cxn ang="T7">
                    <a:pos x="T2" y="T3"/>
                  </a:cxn>
                  <a:cxn ang="T8">
                    <a:pos x="T4" y="T5"/>
                  </a:cxn>
                </a:cxnLst>
                <a:rect l="T9" t="T10" r="T11" b="T12"/>
                <a:pathLst>
                  <a:path w="4795091" h="4269086" stroke="0">
                    <a:moveTo>
                      <a:pt x="3202750" y="123980"/>
                    </a:moveTo>
                    <a:lnTo>
                      <a:pt x="3202749" y="123980"/>
                    </a:lnTo>
                    <a:cubicBezTo>
                      <a:pt x="4097779" y="408100"/>
                      <a:pt x="4719880" y="1136010"/>
                      <a:pt x="4788780" y="1979769"/>
                    </a:cubicBezTo>
                    <a:lnTo>
                      <a:pt x="2397546" y="2134543"/>
                    </a:lnTo>
                    <a:close/>
                  </a:path>
                  <a:path w="4795091" h="4269086" fill="none">
                    <a:moveTo>
                      <a:pt x="3202750" y="123980"/>
                    </a:moveTo>
                    <a:lnTo>
                      <a:pt x="3202749" y="123980"/>
                    </a:lnTo>
                    <a:cubicBezTo>
                      <a:pt x="4097779" y="408100"/>
                      <a:pt x="4719880" y="1136010"/>
                      <a:pt x="4788780" y="1979769"/>
                    </a:cubicBezTo>
                  </a:path>
                </a:pathLst>
              </a:custGeom>
              <a:noFill/>
              <a:ln w="38100" cmpd="sng">
                <a:solidFill>
                  <a:srgbClr val="F3C97F"/>
                </a:solidFill>
                <a:miter lim="800000"/>
                <a:headEnd/>
                <a:tailEnd/>
              </a:ln>
              <a:effectLst>
                <a:outerShdw dist="23000" dir="5400000" algn="ctr" rotWithShape="0">
                  <a:srgbClr val="000000">
                    <a:alpha val="32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400">
                  <a:latin typeface="微软雅黑" panose="020B0503020204020204" pitchFamily="34" charset="-122"/>
                  <a:ea typeface="微软雅黑" panose="020B0503020204020204" pitchFamily="34" charset="-122"/>
                </a:endParaRPr>
              </a:p>
            </p:txBody>
          </p:sp>
          <p:graphicFrame>
            <p:nvGraphicFramePr>
              <p:cNvPr id="49181" name="Object 29"/>
              <p:cNvGraphicFramePr>
                <a:graphicFrameLocks noChangeAspect="1"/>
              </p:cNvGraphicFramePr>
              <p:nvPr>
                <p:extLst>
                  <p:ext uri="{D42A27DB-BD31-4B8C-83A1-F6EECF244321}">
                    <p14:modId xmlns:p14="http://schemas.microsoft.com/office/powerpoint/2010/main" val="335541103"/>
                  </p:ext>
                </p:extLst>
              </p:nvPr>
            </p:nvGraphicFramePr>
            <p:xfrm>
              <a:off x="1961536" y="2730646"/>
              <a:ext cx="190035" cy="227872"/>
            </p:xfrm>
            <a:graphic>
              <a:graphicData uri="http://schemas.openxmlformats.org/presentationml/2006/ole">
                <mc:AlternateContent xmlns:mc="http://schemas.openxmlformats.org/markup-compatibility/2006">
                  <mc:Choice xmlns:v="urn:schemas-microsoft-com:vml" Requires="v">
                    <p:oleObj spid="_x0000_s49705" r:id="rId31" imgW="178040" imgH="228818" progId="">
                      <p:embed/>
                    </p:oleObj>
                  </mc:Choice>
                  <mc:Fallback>
                    <p:oleObj r:id="rId31" imgW="178040" imgH="228818" progId="">
                      <p:embed/>
                      <p:pic>
                        <p:nvPicPr>
                          <p:cNvPr id="0" name="Object 29"/>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1961536" y="2730646"/>
                            <a:ext cx="190035" cy="227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9182" name="Object 30"/>
              <p:cNvGraphicFramePr>
                <a:graphicFrameLocks noChangeAspect="1"/>
              </p:cNvGraphicFramePr>
              <p:nvPr>
                <p:extLst>
                  <p:ext uri="{D42A27DB-BD31-4B8C-83A1-F6EECF244321}">
                    <p14:modId xmlns:p14="http://schemas.microsoft.com/office/powerpoint/2010/main" val="912312713"/>
                  </p:ext>
                </p:extLst>
              </p:nvPr>
            </p:nvGraphicFramePr>
            <p:xfrm>
              <a:off x="2428890" y="3181464"/>
              <a:ext cx="204653" cy="227872"/>
            </p:xfrm>
            <a:graphic>
              <a:graphicData uri="http://schemas.openxmlformats.org/presentationml/2006/ole">
                <mc:AlternateContent xmlns:mc="http://schemas.openxmlformats.org/markup-compatibility/2006">
                  <mc:Choice xmlns:v="urn:schemas-microsoft-com:vml" Requires="v">
                    <p:oleObj spid="_x0000_s49706" r:id="rId33" imgW="190983" imgH="229116" progId="">
                      <p:embed/>
                    </p:oleObj>
                  </mc:Choice>
                  <mc:Fallback>
                    <p:oleObj r:id="rId33" imgW="190983" imgH="229116" progId="">
                      <p:embed/>
                      <p:pic>
                        <p:nvPicPr>
                          <p:cNvPr id="0" name="Object 30"/>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2428890" y="3181464"/>
                            <a:ext cx="204653" cy="227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49187" name="Object 35"/>
            <p:cNvGraphicFramePr>
              <a:graphicFrameLocks noChangeAspect="1"/>
            </p:cNvGraphicFramePr>
            <p:nvPr>
              <p:extLst>
                <p:ext uri="{D42A27DB-BD31-4B8C-83A1-F6EECF244321}">
                  <p14:modId xmlns:p14="http://schemas.microsoft.com/office/powerpoint/2010/main" val="1213363314"/>
                </p:ext>
              </p:extLst>
            </p:nvPr>
          </p:nvGraphicFramePr>
          <p:xfrm>
            <a:off x="2958497" y="3513211"/>
            <a:ext cx="204653" cy="227872"/>
          </p:xfrm>
          <a:graphic>
            <a:graphicData uri="http://schemas.openxmlformats.org/presentationml/2006/ole">
              <mc:AlternateContent xmlns:mc="http://schemas.openxmlformats.org/markup-compatibility/2006">
                <mc:Choice xmlns:v="urn:schemas-microsoft-com:vml" Requires="v">
                  <p:oleObj spid="_x0000_s49707" r:id="rId35" imgW="190983" imgH="229116" progId="">
                    <p:embed/>
                  </p:oleObj>
                </mc:Choice>
                <mc:Fallback>
                  <p:oleObj r:id="rId35" imgW="190983" imgH="229116" progId="">
                    <p:embed/>
                    <p:pic>
                      <p:nvPicPr>
                        <p:cNvPr id="0" name="Object 35"/>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2958497" y="3513211"/>
                          <a:ext cx="204653" cy="227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9" name="组合 8">
            <a:extLst>
              <a:ext uri="{FF2B5EF4-FFF2-40B4-BE49-F238E27FC236}">
                <a16:creationId xmlns:a16="http://schemas.microsoft.com/office/drawing/2014/main" id="{3042C5D2-D35E-4036-9538-359F4B948A98}"/>
              </a:ext>
            </a:extLst>
          </p:cNvPr>
          <p:cNvGrpSpPr/>
          <p:nvPr/>
        </p:nvGrpSpPr>
        <p:grpSpPr>
          <a:xfrm>
            <a:off x="2604955" y="765745"/>
            <a:ext cx="3679521" cy="3033617"/>
            <a:chOff x="2604955" y="765745"/>
            <a:chExt cx="3679521" cy="3033617"/>
          </a:xfrm>
        </p:grpSpPr>
        <p:sp>
          <p:nvSpPr>
            <p:cNvPr id="49166" name="弧形 25"/>
            <p:cNvSpPr>
              <a:spLocks noChangeArrowheads="1"/>
            </p:cNvSpPr>
            <p:nvPr/>
          </p:nvSpPr>
          <p:spPr bwMode="auto">
            <a:xfrm rot="10800000">
              <a:off x="2604955" y="765745"/>
              <a:ext cx="3679521" cy="3033617"/>
            </a:xfrm>
            <a:custGeom>
              <a:avLst/>
              <a:gdLst>
                <a:gd name="T0" fmla="*/ 3225165 w 4795091"/>
                <a:gd name="T1" fmla="*/ 131208 h 4269086"/>
                <a:gd name="T2" fmla="*/ 2397546 w 4795091"/>
                <a:gd name="T3" fmla="*/ 2134543 h 4269086"/>
                <a:gd name="T4" fmla="*/ 4652666 w 4795091"/>
                <a:gd name="T5" fmla="*/ 1409803 h 4269086"/>
                <a:gd name="T6" fmla="*/ 11796480 60000 65536"/>
                <a:gd name="T7" fmla="*/ 23592960 60000 65536"/>
                <a:gd name="T8" fmla="*/ 5898240 60000 65536"/>
                <a:gd name="T9" fmla="*/ 3225165 w 4795091"/>
                <a:gd name="T10" fmla="*/ 131208 h 4269086"/>
                <a:gd name="T11" fmla="*/ 4652666 w 4795091"/>
                <a:gd name="T12" fmla="*/ 1409803 h 4269086"/>
              </a:gdLst>
              <a:ahLst/>
              <a:cxnLst>
                <a:cxn ang="T6">
                  <a:pos x="T0" y="T1"/>
                </a:cxn>
                <a:cxn ang="T7">
                  <a:pos x="T2" y="T3"/>
                </a:cxn>
                <a:cxn ang="T8">
                  <a:pos x="T4" y="T5"/>
                </a:cxn>
              </a:cxnLst>
              <a:rect l="T9" t="T10" r="T11" b="T12"/>
              <a:pathLst>
                <a:path w="4795091" h="4269086" stroke="0">
                  <a:moveTo>
                    <a:pt x="3225165" y="131208"/>
                  </a:moveTo>
                  <a:lnTo>
                    <a:pt x="3225165" y="131207"/>
                  </a:lnTo>
                  <a:cubicBezTo>
                    <a:pt x="3889724" y="348821"/>
                    <a:pt x="4412251" y="816841"/>
                    <a:pt x="4652666" y="1409802"/>
                  </a:cubicBezTo>
                  <a:lnTo>
                    <a:pt x="2397546" y="2134543"/>
                  </a:lnTo>
                  <a:close/>
                </a:path>
                <a:path w="4795091" h="4269086" fill="none">
                  <a:moveTo>
                    <a:pt x="3225165" y="131208"/>
                  </a:moveTo>
                  <a:lnTo>
                    <a:pt x="3225165" y="131207"/>
                  </a:lnTo>
                  <a:cubicBezTo>
                    <a:pt x="3889724" y="348821"/>
                    <a:pt x="4412251" y="816841"/>
                    <a:pt x="4652666" y="1409802"/>
                  </a:cubicBezTo>
                </a:path>
              </a:pathLst>
            </a:custGeom>
            <a:noFill/>
            <a:ln w="38100" cmpd="sng">
              <a:solidFill>
                <a:srgbClr val="F3C97F"/>
              </a:solidFill>
              <a:miter lim="800000"/>
              <a:headEnd/>
              <a:tailEnd/>
            </a:ln>
            <a:effectLst>
              <a:outerShdw dist="23000" dir="5400000" algn="ctr" rotWithShape="0">
                <a:srgbClr val="000000">
                  <a:alpha val="32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400" dirty="0">
                <a:latin typeface="微软雅黑" panose="020B0503020204020204" pitchFamily="34" charset="-122"/>
                <a:ea typeface="微软雅黑" panose="020B0503020204020204" pitchFamily="34" charset="-122"/>
              </a:endParaRPr>
            </a:p>
          </p:txBody>
        </p:sp>
        <p:graphicFrame>
          <p:nvGraphicFramePr>
            <p:cNvPr id="49183" name="Object 31"/>
            <p:cNvGraphicFramePr>
              <a:graphicFrameLocks noChangeAspect="1"/>
            </p:cNvGraphicFramePr>
            <p:nvPr>
              <p:extLst>
                <p:ext uri="{D42A27DB-BD31-4B8C-83A1-F6EECF244321}">
                  <p14:modId xmlns:p14="http://schemas.microsoft.com/office/powerpoint/2010/main" val="3944411612"/>
                </p:ext>
              </p:extLst>
            </p:nvPr>
          </p:nvGraphicFramePr>
          <p:xfrm>
            <a:off x="3260106" y="3287319"/>
            <a:ext cx="204653" cy="227872"/>
          </p:xfrm>
          <a:graphic>
            <a:graphicData uri="http://schemas.openxmlformats.org/presentationml/2006/ole">
              <mc:AlternateContent xmlns:mc="http://schemas.openxmlformats.org/markup-compatibility/2006">
                <mc:Choice xmlns:v="urn:schemas-microsoft-com:vml" Requires="v">
                  <p:oleObj spid="_x0000_s49708" r:id="rId37" imgW="190983" imgH="229116" progId="">
                    <p:embed/>
                  </p:oleObj>
                </mc:Choice>
                <mc:Fallback>
                  <p:oleObj r:id="rId37" imgW="190983" imgH="229116" progId="">
                    <p:embed/>
                    <p:pic>
                      <p:nvPicPr>
                        <p:cNvPr id="0" name="Object 31"/>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3260106" y="3287319"/>
                          <a:ext cx="204653" cy="227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9188" name="Object 36"/>
            <p:cNvGraphicFramePr>
              <a:graphicFrameLocks noChangeAspect="1"/>
            </p:cNvGraphicFramePr>
            <p:nvPr>
              <p:extLst>
                <p:ext uri="{D42A27DB-BD31-4B8C-83A1-F6EECF244321}">
                  <p14:modId xmlns:p14="http://schemas.microsoft.com/office/powerpoint/2010/main" val="1309356519"/>
                </p:ext>
              </p:extLst>
            </p:nvPr>
          </p:nvGraphicFramePr>
          <p:xfrm>
            <a:off x="3813304" y="3552557"/>
            <a:ext cx="218053" cy="227872"/>
          </p:xfrm>
          <a:graphic>
            <a:graphicData uri="http://schemas.openxmlformats.org/presentationml/2006/ole">
              <mc:AlternateContent xmlns:mc="http://schemas.openxmlformats.org/markup-compatibility/2006">
                <mc:Choice xmlns:v="urn:schemas-microsoft-com:vml" Requires="v">
                  <p:oleObj spid="_x0000_s49709" r:id="rId39" imgW="203605" imgH="229016" progId="">
                    <p:embed/>
                  </p:oleObj>
                </mc:Choice>
                <mc:Fallback>
                  <p:oleObj r:id="rId39" imgW="203605" imgH="229016" progId="">
                    <p:embed/>
                    <p:pic>
                      <p:nvPicPr>
                        <p:cNvPr id="0" name="Object 36"/>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3813304" y="3552557"/>
                          <a:ext cx="218053" cy="227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20" name="组合 19">
            <a:extLst>
              <a:ext uri="{FF2B5EF4-FFF2-40B4-BE49-F238E27FC236}">
                <a16:creationId xmlns:a16="http://schemas.microsoft.com/office/drawing/2014/main" id="{488A3C84-6126-42B2-852F-87781211B07B}"/>
              </a:ext>
            </a:extLst>
          </p:cNvPr>
          <p:cNvGrpSpPr/>
          <p:nvPr/>
        </p:nvGrpSpPr>
        <p:grpSpPr>
          <a:xfrm>
            <a:off x="1945200" y="3867055"/>
            <a:ext cx="270251" cy="2215217"/>
            <a:chOff x="1945200" y="3867055"/>
            <a:chExt cx="270251" cy="2215217"/>
          </a:xfrm>
        </p:grpSpPr>
        <p:cxnSp>
          <p:nvCxnSpPr>
            <p:cNvPr id="49194" name="直接连接符 44"/>
            <p:cNvCxnSpPr>
              <a:cxnSpLocks noChangeShapeType="1"/>
            </p:cNvCxnSpPr>
            <p:nvPr/>
          </p:nvCxnSpPr>
          <p:spPr bwMode="auto">
            <a:xfrm rot="16200000" flipH="1">
              <a:off x="1090777" y="4801840"/>
              <a:ext cx="1902221" cy="32651"/>
            </a:xfrm>
            <a:prstGeom prst="line">
              <a:avLst/>
            </a:prstGeom>
            <a:noFill/>
            <a:ln w="9525" cmpd="sng">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49199" name="Object 47"/>
            <p:cNvGraphicFramePr>
              <a:graphicFrameLocks noChangeAspect="1"/>
            </p:cNvGraphicFramePr>
            <p:nvPr>
              <p:extLst>
                <p:ext uri="{D42A27DB-BD31-4B8C-83A1-F6EECF244321}">
                  <p14:modId xmlns:p14="http://schemas.microsoft.com/office/powerpoint/2010/main" val="1704404253"/>
                </p:ext>
              </p:extLst>
            </p:nvPr>
          </p:nvGraphicFramePr>
          <p:xfrm>
            <a:off x="1945200" y="5796051"/>
            <a:ext cx="270251" cy="286221"/>
          </p:xfrm>
          <a:graphic>
            <a:graphicData uri="http://schemas.openxmlformats.org/presentationml/2006/ole">
              <mc:AlternateContent xmlns:mc="http://schemas.openxmlformats.org/markup-compatibility/2006">
                <mc:Choice xmlns:v="urn:schemas-microsoft-com:vml" Requires="v">
                  <p:oleObj spid="_x0000_s49710" r:id="rId41" imgW="216217" imgH="228917" progId="">
                    <p:embed/>
                  </p:oleObj>
                </mc:Choice>
                <mc:Fallback>
                  <p:oleObj r:id="rId41" imgW="216217" imgH="228917" progId="">
                    <p:embed/>
                    <p:pic>
                      <p:nvPicPr>
                        <p:cNvPr id="0" name="Object 47"/>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1945200" y="5796051"/>
                          <a:ext cx="270251" cy="28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21" name="组合 20">
            <a:extLst>
              <a:ext uri="{FF2B5EF4-FFF2-40B4-BE49-F238E27FC236}">
                <a16:creationId xmlns:a16="http://schemas.microsoft.com/office/drawing/2014/main" id="{CC3018A6-9921-47E9-A1A1-B30BD97C1C09}"/>
              </a:ext>
            </a:extLst>
          </p:cNvPr>
          <p:cNvGrpSpPr/>
          <p:nvPr/>
        </p:nvGrpSpPr>
        <p:grpSpPr>
          <a:xfrm>
            <a:off x="3190898" y="3884090"/>
            <a:ext cx="286148" cy="2231561"/>
            <a:chOff x="3190898" y="3884090"/>
            <a:chExt cx="286148" cy="2231561"/>
          </a:xfrm>
        </p:grpSpPr>
        <p:cxnSp>
          <p:nvCxnSpPr>
            <p:cNvPr id="49195" name="直接连接符 46"/>
            <p:cNvCxnSpPr>
              <a:cxnSpLocks noChangeShapeType="1"/>
            </p:cNvCxnSpPr>
            <p:nvPr/>
          </p:nvCxnSpPr>
          <p:spPr bwMode="auto">
            <a:xfrm rot="5400000">
              <a:off x="2358451" y="4851526"/>
              <a:ext cx="1936291" cy="1420"/>
            </a:xfrm>
            <a:prstGeom prst="line">
              <a:avLst/>
            </a:prstGeom>
            <a:noFill/>
            <a:ln w="9525" cmpd="sng">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49200" name="Object 48"/>
            <p:cNvGraphicFramePr>
              <a:graphicFrameLocks noChangeAspect="1"/>
            </p:cNvGraphicFramePr>
            <p:nvPr>
              <p:extLst>
                <p:ext uri="{D42A27DB-BD31-4B8C-83A1-F6EECF244321}">
                  <p14:modId xmlns:p14="http://schemas.microsoft.com/office/powerpoint/2010/main" val="3355077739"/>
                </p:ext>
              </p:extLst>
            </p:nvPr>
          </p:nvGraphicFramePr>
          <p:xfrm>
            <a:off x="3190898" y="5829430"/>
            <a:ext cx="286148" cy="286221"/>
          </p:xfrm>
          <a:graphic>
            <a:graphicData uri="http://schemas.openxmlformats.org/presentationml/2006/ole">
              <mc:AlternateContent xmlns:mc="http://schemas.openxmlformats.org/markup-compatibility/2006">
                <mc:Choice xmlns:v="urn:schemas-microsoft-com:vml" Requires="v">
                  <p:oleObj spid="_x0000_s49711" r:id="rId43" imgW="229215" imgH="229215" progId="">
                    <p:embed/>
                  </p:oleObj>
                </mc:Choice>
                <mc:Fallback>
                  <p:oleObj r:id="rId43" imgW="229215" imgH="229215" progId="">
                    <p:embed/>
                    <p:pic>
                      <p:nvPicPr>
                        <p:cNvPr id="0" name="Object 48"/>
                        <p:cNvPicPr>
                          <a:picLocks noChangeAspect="1" noChangeArrowheads="1"/>
                        </p:cNvPicPr>
                        <p:nvPr/>
                      </p:nvPicPr>
                      <p:blipFill>
                        <a:blip r:embed="rId44">
                          <a:extLst>
                            <a:ext uri="{28A0092B-C50C-407E-A947-70E740481C1C}">
                              <a14:useLocalDpi xmlns:a14="http://schemas.microsoft.com/office/drawing/2010/main" val="0"/>
                            </a:ext>
                          </a:extLst>
                        </a:blip>
                        <a:srcRect/>
                        <a:stretch>
                          <a:fillRect/>
                        </a:stretch>
                      </p:blipFill>
                      <p:spPr bwMode="auto">
                        <a:xfrm>
                          <a:off x="3190898" y="5829430"/>
                          <a:ext cx="286148" cy="28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7" name="组合 16">
            <a:extLst>
              <a:ext uri="{FF2B5EF4-FFF2-40B4-BE49-F238E27FC236}">
                <a16:creationId xmlns:a16="http://schemas.microsoft.com/office/drawing/2014/main" id="{B8DF757C-CDCB-4607-90B9-F4278F9E33E7}"/>
              </a:ext>
            </a:extLst>
          </p:cNvPr>
          <p:cNvGrpSpPr/>
          <p:nvPr/>
        </p:nvGrpSpPr>
        <p:grpSpPr>
          <a:xfrm>
            <a:off x="1356244" y="4101283"/>
            <a:ext cx="2720594" cy="2014369"/>
            <a:chOff x="1356244" y="4101283"/>
            <a:chExt cx="2720594" cy="2014369"/>
          </a:xfrm>
        </p:grpSpPr>
        <p:cxnSp>
          <p:nvCxnSpPr>
            <p:cNvPr id="49190" name="直接箭头连接符 39"/>
            <p:cNvCxnSpPr>
              <a:cxnSpLocks noChangeShapeType="1"/>
            </p:cNvCxnSpPr>
            <p:nvPr/>
          </p:nvCxnSpPr>
          <p:spPr bwMode="auto">
            <a:xfrm>
              <a:off x="1574139" y="5752243"/>
              <a:ext cx="2502699" cy="49684"/>
            </a:xfrm>
            <a:prstGeom prst="straightConnector1">
              <a:avLst/>
            </a:prstGeom>
            <a:noFill/>
            <a:ln w="9525" cmpd="sng">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49192" name="直接箭头连接符 41"/>
            <p:cNvCxnSpPr>
              <a:cxnSpLocks noChangeShapeType="1"/>
            </p:cNvCxnSpPr>
            <p:nvPr/>
          </p:nvCxnSpPr>
          <p:spPr bwMode="auto">
            <a:xfrm rot="5400000" flipH="1" flipV="1">
              <a:off x="757887" y="4934570"/>
              <a:ext cx="1667993" cy="1420"/>
            </a:xfrm>
            <a:prstGeom prst="straightConnector1">
              <a:avLst/>
            </a:prstGeom>
            <a:noFill/>
            <a:ln w="9525" cmpd="sng">
              <a:solidFill>
                <a:srgbClr val="7F7F7F"/>
              </a:solidFill>
              <a:round/>
              <a:headEnd/>
              <a:tailEnd type="stealth" w="med" len="lg"/>
            </a:ln>
            <a:extLst>
              <a:ext uri="{909E8E84-426E-40DD-AFC4-6F175D3DCCD1}">
                <a14:hiddenFill xmlns:a14="http://schemas.microsoft.com/office/drawing/2010/main">
                  <a:noFill/>
                </a14:hiddenFill>
              </a:ext>
            </a:extLst>
          </p:spPr>
        </p:cxnSp>
        <p:graphicFrame>
          <p:nvGraphicFramePr>
            <p:cNvPr id="49198" name="Object 46"/>
            <p:cNvGraphicFramePr>
              <a:graphicFrameLocks noChangeAspect="1"/>
            </p:cNvGraphicFramePr>
            <p:nvPr>
              <p:extLst>
                <p:ext uri="{D42A27DB-BD31-4B8C-83A1-F6EECF244321}">
                  <p14:modId xmlns:p14="http://schemas.microsoft.com/office/powerpoint/2010/main" val="2542556435"/>
                </p:ext>
              </p:extLst>
            </p:nvPr>
          </p:nvGraphicFramePr>
          <p:xfrm>
            <a:off x="1356244" y="5768700"/>
            <a:ext cx="190765" cy="222616"/>
          </p:xfrm>
          <a:graphic>
            <a:graphicData uri="http://schemas.openxmlformats.org/presentationml/2006/ole">
              <mc:AlternateContent xmlns:mc="http://schemas.openxmlformats.org/markup-compatibility/2006">
                <mc:Choice xmlns:v="urn:schemas-microsoft-com:vml" Requires="v">
                  <p:oleObj spid="_x0000_s49712" r:id="rId45" imgW="152717" imgH="178117" progId="">
                    <p:embed/>
                  </p:oleObj>
                </mc:Choice>
                <mc:Fallback>
                  <p:oleObj r:id="rId45" imgW="152717" imgH="178117" progId="">
                    <p:embed/>
                    <p:pic>
                      <p:nvPicPr>
                        <p:cNvPr id="0" name="Object 46"/>
                        <p:cNvPicPr>
                          <a:picLocks noChangeAspect="1" noChangeArrowheads="1"/>
                        </p:cNvPicPr>
                        <p:nvPr/>
                      </p:nvPicPr>
                      <p:blipFill>
                        <a:blip r:embed="rId46">
                          <a:extLst>
                            <a:ext uri="{28A0092B-C50C-407E-A947-70E740481C1C}">
                              <a14:useLocalDpi xmlns:a14="http://schemas.microsoft.com/office/drawing/2010/main" val="0"/>
                            </a:ext>
                          </a:extLst>
                        </a:blip>
                        <a:srcRect/>
                        <a:stretch>
                          <a:fillRect/>
                        </a:stretch>
                      </p:blipFill>
                      <p:spPr bwMode="auto">
                        <a:xfrm>
                          <a:off x="1356244" y="5768700"/>
                          <a:ext cx="190765" cy="222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9201" name="Object 49"/>
            <p:cNvGraphicFramePr>
              <a:graphicFrameLocks noChangeAspect="1"/>
            </p:cNvGraphicFramePr>
            <p:nvPr>
              <p:extLst>
                <p:ext uri="{D42A27DB-BD31-4B8C-83A1-F6EECF244321}">
                  <p14:modId xmlns:p14="http://schemas.microsoft.com/office/powerpoint/2010/main" val="3183766751"/>
                </p:ext>
              </p:extLst>
            </p:nvPr>
          </p:nvGraphicFramePr>
          <p:xfrm>
            <a:off x="3780898" y="5829431"/>
            <a:ext cx="222559" cy="286221"/>
          </p:xfrm>
          <a:graphic>
            <a:graphicData uri="http://schemas.openxmlformats.org/presentationml/2006/ole">
              <mc:AlternateContent xmlns:mc="http://schemas.openxmlformats.org/markup-compatibility/2006">
                <mc:Choice xmlns:v="urn:schemas-microsoft-com:vml" Requires="v">
                  <p:oleObj spid="_x0000_s49713" r:id="rId47" imgW="178040" imgH="228818" progId="">
                    <p:embed/>
                  </p:oleObj>
                </mc:Choice>
                <mc:Fallback>
                  <p:oleObj r:id="rId47" imgW="178040" imgH="228818" progId="">
                    <p:embed/>
                    <p:pic>
                      <p:nvPicPr>
                        <p:cNvPr id="0" name="Object 49"/>
                        <p:cNvPicPr>
                          <a:picLocks noChangeAspect="1" noChangeArrowheads="1"/>
                        </p:cNvPicPr>
                        <p:nvPr/>
                      </p:nvPicPr>
                      <p:blipFill>
                        <a:blip r:embed="rId48">
                          <a:extLst>
                            <a:ext uri="{28A0092B-C50C-407E-A947-70E740481C1C}">
                              <a14:useLocalDpi xmlns:a14="http://schemas.microsoft.com/office/drawing/2010/main" val="0"/>
                            </a:ext>
                          </a:extLst>
                        </a:blip>
                        <a:srcRect/>
                        <a:stretch>
                          <a:fillRect/>
                        </a:stretch>
                      </p:blipFill>
                      <p:spPr bwMode="auto">
                        <a:xfrm>
                          <a:off x="3780898" y="5829431"/>
                          <a:ext cx="222559" cy="28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9202" name="Object 50"/>
            <p:cNvGraphicFramePr>
              <a:graphicFrameLocks noChangeAspect="1"/>
            </p:cNvGraphicFramePr>
            <p:nvPr>
              <p:extLst>
                <p:ext uri="{D42A27DB-BD31-4B8C-83A1-F6EECF244321}">
                  <p14:modId xmlns:p14="http://schemas.microsoft.com/office/powerpoint/2010/main" val="4155881880"/>
                </p:ext>
              </p:extLst>
            </p:nvPr>
          </p:nvGraphicFramePr>
          <p:xfrm>
            <a:off x="1372928" y="4143814"/>
            <a:ext cx="190765" cy="286221"/>
          </p:xfrm>
          <a:graphic>
            <a:graphicData uri="http://schemas.openxmlformats.org/presentationml/2006/ole">
              <mc:AlternateContent xmlns:mc="http://schemas.openxmlformats.org/markup-compatibility/2006">
                <mc:Choice xmlns:v="urn:schemas-microsoft-com:vml" Requires="v">
                  <p:oleObj spid="_x0000_s49714" r:id="rId49" imgW="152783" imgH="229016" progId="">
                    <p:embed/>
                  </p:oleObj>
                </mc:Choice>
                <mc:Fallback>
                  <p:oleObj r:id="rId49" imgW="152783" imgH="229016" progId="">
                    <p:embed/>
                    <p:pic>
                      <p:nvPicPr>
                        <p:cNvPr id="0" name="Object 50"/>
                        <p:cNvPicPr>
                          <a:picLocks noChangeAspect="1" noChangeArrowheads="1"/>
                        </p:cNvPicPr>
                        <p:nvPr/>
                      </p:nvPicPr>
                      <p:blipFill>
                        <a:blip r:embed="rId50">
                          <a:extLst>
                            <a:ext uri="{28A0092B-C50C-407E-A947-70E740481C1C}">
                              <a14:useLocalDpi xmlns:a14="http://schemas.microsoft.com/office/drawing/2010/main" val="0"/>
                            </a:ext>
                          </a:extLst>
                        </a:blip>
                        <a:srcRect/>
                        <a:stretch>
                          <a:fillRect/>
                        </a:stretch>
                      </p:blipFill>
                      <p:spPr bwMode="auto">
                        <a:xfrm>
                          <a:off x="1372928" y="4143814"/>
                          <a:ext cx="190765" cy="28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8" name="组合 17">
            <a:extLst>
              <a:ext uri="{FF2B5EF4-FFF2-40B4-BE49-F238E27FC236}">
                <a16:creationId xmlns:a16="http://schemas.microsoft.com/office/drawing/2014/main" id="{30F6B197-A879-49B6-A44A-617F84DD46A6}"/>
              </a:ext>
            </a:extLst>
          </p:cNvPr>
          <p:cNvGrpSpPr/>
          <p:nvPr/>
        </p:nvGrpSpPr>
        <p:grpSpPr>
          <a:xfrm>
            <a:off x="1322524" y="4561046"/>
            <a:ext cx="718653" cy="286221"/>
            <a:chOff x="1322524" y="4561046"/>
            <a:chExt cx="718653" cy="286221"/>
          </a:xfrm>
        </p:grpSpPr>
        <p:cxnSp>
          <p:nvCxnSpPr>
            <p:cNvPr id="49196" name="直接连接符 48"/>
            <p:cNvCxnSpPr>
              <a:cxnSpLocks noChangeShapeType="1"/>
            </p:cNvCxnSpPr>
            <p:nvPr/>
          </p:nvCxnSpPr>
          <p:spPr bwMode="auto">
            <a:xfrm rot="10800000">
              <a:off x="1591174" y="4667692"/>
              <a:ext cx="450003" cy="17035"/>
            </a:xfrm>
            <a:prstGeom prst="line">
              <a:avLst/>
            </a:prstGeom>
            <a:noFill/>
            <a:ln w="9525" cmpd="sng">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49203" name="Object 51"/>
            <p:cNvGraphicFramePr>
              <a:graphicFrameLocks noChangeAspect="1"/>
            </p:cNvGraphicFramePr>
            <p:nvPr>
              <p:extLst>
                <p:ext uri="{D42A27DB-BD31-4B8C-83A1-F6EECF244321}">
                  <p14:modId xmlns:p14="http://schemas.microsoft.com/office/powerpoint/2010/main" val="89498607"/>
                </p:ext>
              </p:extLst>
            </p:nvPr>
          </p:nvGraphicFramePr>
          <p:xfrm>
            <a:off x="1322524" y="4561046"/>
            <a:ext cx="238457" cy="286221"/>
          </p:xfrm>
          <a:graphic>
            <a:graphicData uri="http://schemas.openxmlformats.org/presentationml/2006/ole">
              <mc:AlternateContent xmlns:mc="http://schemas.openxmlformats.org/markup-compatibility/2006">
                <mc:Choice xmlns:v="urn:schemas-microsoft-com:vml" Requires="v">
                  <p:oleObj spid="_x0000_s49715" r:id="rId51" imgW="190983" imgH="229116" progId="">
                    <p:embed/>
                  </p:oleObj>
                </mc:Choice>
                <mc:Fallback>
                  <p:oleObj r:id="rId51" imgW="190983" imgH="229116" progId="">
                    <p:embed/>
                    <p:pic>
                      <p:nvPicPr>
                        <p:cNvPr id="0" name="Object 51"/>
                        <p:cNvPicPr>
                          <a:picLocks noChangeAspect="1" noChangeArrowheads="1"/>
                        </p:cNvPicPr>
                        <p:nvPr/>
                      </p:nvPicPr>
                      <p:blipFill>
                        <a:blip r:embed="rId52">
                          <a:extLst>
                            <a:ext uri="{28A0092B-C50C-407E-A947-70E740481C1C}">
                              <a14:useLocalDpi xmlns:a14="http://schemas.microsoft.com/office/drawing/2010/main" val="0"/>
                            </a:ext>
                          </a:extLst>
                        </a:blip>
                        <a:srcRect/>
                        <a:stretch>
                          <a:fillRect/>
                        </a:stretch>
                      </p:blipFill>
                      <p:spPr bwMode="auto">
                        <a:xfrm>
                          <a:off x="1322524" y="4561046"/>
                          <a:ext cx="238457" cy="28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9" name="组合 18">
            <a:extLst>
              <a:ext uri="{FF2B5EF4-FFF2-40B4-BE49-F238E27FC236}">
                <a16:creationId xmlns:a16="http://schemas.microsoft.com/office/drawing/2014/main" id="{D3195AC6-DC61-4AA4-8B03-53FA29424A89}"/>
              </a:ext>
            </a:extLst>
          </p:cNvPr>
          <p:cNvGrpSpPr/>
          <p:nvPr/>
        </p:nvGrpSpPr>
        <p:grpSpPr>
          <a:xfrm>
            <a:off x="1300163" y="5328753"/>
            <a:ext cx="2042758" cy="286221"/>
            <a:chOff x="1300163" y="5328753"/>
            <a:chExt cx="2042758" cy="286221"/>
          </a:xfrm>
        </p:grpSpPr>
        <p:cxnSp>
          <p:nvCxnSpPr>
            <p:cNvPr id="49197" name="直接连接符 50"/>
            <p:cNvCxnSpPr>
              <a:cxnSpLocks noChangeShapeType="1"/>
            </p:cNvCxnSpPr>
            <p:nvPr/>
          </p:nvCxnSpPr>
          <p:spPr bwMode="auto">
            <a:xfrm rot="10800000">
              <a:off x="1608209" y="5468329"/>
              <a:ext cx="1734712" cy="34069"/>
            </a:xfrm>
            <a:prstGeom prst="line">
              <a:avLst/>
            </a:prstGeom>
            <a:noFill/>
            <a:ln w="9525" cmpd="sng">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49204" name="Object 52"/>
            <p:cNvGraphicFramePr>
              <a:graphicFrameLocks noChangeAspect="1"/>
            </p:cNvGraphicFramePr>
            <p:nvPr>
              <p:extLst>
                <p:ext uri="{D42A27DB-BD31-4B8C-83A1-F6EECF244321}">
                  <p14:modId xmlns:p14="http://schemas.microsoft.com/office/powerpoint/2010/main" val="2204691510"/>
                </p:ext>
              </p:extLst>
            </p:nvPr>
          </p:nvGraphicFramePr>
          <p:xfrm>
            <a:off x="1300163" y="5328753"/>
            <a:ext cx="254354" cy="286221"/>
          </p:xfrm>
          <a:graphic>
            <a:graphicData uri="http://schemas.openxmlformats.org/presentationml/2006/ole">
              <mc:AlternateContent xmlns:mc="http://schemas.openxmlformats.org/markup-compatibility/2006">
                <mc:Choice xmlns:v="urn:schemas-microsoft-com:vml" Requires="v">
                  <p:oleObj spid="_x0000_s49716" r:id="rId53" imgW="203605" imgH="229016" progId="">
                    <p:embed/>
                  </p:oleObj>
                </mc:Choice>
                <mc:Fallback>
                  <p:oleObj r:id="rId53" imgW="203605" imgH="229016" progId="">
                    <p:embed/>
                    <p:pic>
                      <p:nvPicPr>
                        <p:cNvPr id="0" name="Object 52"/>
                        <p:cNvPicPr>
                          <a:picLocks noChangeAspect="1" noChangeArrowheads="1"/>
                        </p:cNvPicPr>
                        <p:nvPr/>
                      </p:nvPicPr>
                      <p:blipFill>
                        <a:blip r:embed="rId54">
                          <a:extLst>
                            <a:ext uri="{28A0092B-C50C-407E-A947-70E740481C1C}">
                              <a14:useLocalDpi xmlns:a14="http://schemas.microsoft.com/office/drawing/2010/main" val="0"/>
                            </a:ext>
                          </a:extLst>
                        </a:blip>
                        <a:srcRect/>
                        <a:stretch>
                          <a:fillRect/>
                        </a:stretch>
                      </p:blipFill>
                      <p:spPr bwMode="auto">
                        <a:xfrm>
                          <a:off x="1300163" y="5328753"/>
                          <a:ext cx="254354" cy="28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22" name="组合 21">
            <a:extLst>
              <a:ext uri="{FF2B5EF4-FFF2-40B4-BE49-F238E27FC236}">
                <a16:creationId xmlns:a16="http://schemas.microsoft.com/office/drawing/2014/main" id="{2ADA19A3-D819-43D5-8D71-1B7362C05FC5}"/>
              </a:ext>
            </a:extLst>
          </p:cNvPr>
          <p:cNvGrpSpPr/>
          <p:nvPr/>
        </p:nvGrpSpPr>
        <p:grpSpPr>
          <a:xfrm>
            <a:off x="1568461" y="796531"/>
            <a:ext cx="5367387" cy="4899849"/>
            <a:chOff x="1568461" y="796531"/>
            <a:chExt cx="5367387" cy="4899849"/>
          </a:xfrm>
        </p:grpSpPr>
        <p:sp>
          <p:nvSpPr>
            <p:cNvPr id="49193" name="弧形 42"/>
            <p:cNvSpPr>
              <a:spLocks noChangeArrowheads="1"/>
            </p:cNvSpPr>
            <p:nvPr/>
          </p:nvSpPr>
          <p:spPr bwMode="auto">
            <a:xfrm rot="9861750">
              <a:off x="1568461" y="796531"/>
              <a:ext cx="5367387" cy="4782524"/>
            </a:xfrm>
            <a:custGeom>
              <a:avLst/>
              <a:gdLst>
                <a:gd name="T0" fmla="*/ 4125003 w 6003116"/>
                <a:gd name="T1" fmla="*/ 194351 h 5347616"/>
                <a:gd name="T2" fmla="*/ 3001558 w 6003116"/>
                <a:gd name="T3" fmla="*/ 2673808 h 5347616"/>
                <a:gd name="T4" fmla="*/ 5938707 w 6003116"/>
                <a:gd name="T5" fmla="*/ 2122869 h 5347616"/>
                <a:gd name="T6" fmla="*/ 11796480 60000 65536"/>
                <a:gd name="T7" fmla="*/ 23592960 60000 65536"/>
                <a:gd name="T8" fmla="*/ 5898240 60000 65536"/>
                <a:gd name="T9" fmla="*/ 4125003 w 6003116"/>
                <a:gd name="T10" fmla="*/ 194351 h 5347616"/>
                <a:gd name="T11" fmla="*/ 5938707 w 6003116"/>
                <a:gd name="T12" fmla="*/ 2122869 h 5347616"/>
              </a:gdLst>
              <a:ahLst/>
              <a:cxnLst>
                <a:cxn ang="T6">
                  <a:pos x="T0" y="T1"/>
                </a:cxn>
                <a:cxn ang="T7">
                  <a:pos x="T2" y="T3"/>
                </a:cxn>
                <a:cxn ang="T8">
                  <a:pos x="T4" y="T5"/>
                </a:cxn>
              </a:cxnLst>
              <a:rect l="T9" t="T10" r="T11" b="T12"/>
              <a:pathLst>
                <a:path w="6003116" h="5347616" stroke="0">
                  <a:moveTo>
                    <a:pt x="4125003" y="194351"/>
                  </a:moveTo>
                  <a:lnTo>
                    <a:pt x="4125002" y="194351"/>
                  </a:lnTo>
                  <a:cubicBezTo>
                    <a:pt x="5052517" y="527841"/>
                    <a:pt x="5732611" y="1250987"/>
                    <a:pt x="5938706" y="2122869"/>
                  </a:cubicBezTo>
                  <a:lnTo>
                    <a:pt x="3001558" y="2673808"/>
                  </a:lnTo>
                  <a:close/>
                </a:path>
                <a:path w="6003116" h="5347616" fill="none">
                  <a:moveTo>
                    <a:pt x="4125003" y="194351"/>
                  </a:moveTo>
                  <a:lnTo>
                    <a:pt x="4125002" y="194351"/>
                  </a:lnTo>
                  <a:cubicBezTo>
                    <a:pt x="5052517" y="527841"/>
                    <a:pt x="5732611" y="1250987"/>
                    <a:pt x="5938706" y="2122869"/>
                  </a:cubicBezTo>
                </a:path>
              </a:pathLst>
            </a:custGeom>
            <a:noFill/>
            <a:ln w="38100" cmpd="sng">
              <a:solidFill>
                <a:srgbClr val="BB1528"/>
              </a:solidFill>
              <a:miter lim="800000"/>
              <a:headEnd/>
              <a:tailEnd/>
            </a:ln>
            <a:effectLst>
              <a:outerShdw dist="23000" dir="5400000" algn="ctr" rotWithShape="0">
                <a:srgbClr val="000000">
                  <a:alpha val="32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400">
                <a:latin typeface="微软雅黑" panose="020B0503020204020204" pitchFamily="34" charset="-122"/>
                <a:ea typeface="微软雅黑" panose="020B0503020204020204" pitchFamily="34" charset="-122"/>
              </a:endParaRPr>
            </a:p>
          </p:txBody>
        </p:sp>
        <p:graphicFrame>
          <p:nvGraphicFramePr>
            <p:cNvPr id="49205" name="Object 53"/>
            <p:cNvGraphicFramePr>
              <a:graphicFrameLocks noChangeAspect="1"/>
            </p:cNvGraphicFramePr>
            <p:nvPr>
              <p:extLst>
                <p:ext uri="{D42A27DB-BD31-4B8C-83A1-F6EECF244321}">
                  <p14:modId xmlns:p14="http://schemas.microsoft.com/office/powerpoint/2010/main" val="3153187703"/>
                </p:ext>
              </p:extLst>
            </p:nvPr>
          </p:nvGraphicFramePr>
          <p:xfrm>
            <a:off x="3826592" y="5490517"/>
            <a:ext cx="205811" cy="205863"/>
          </p:xfrm>
          <a:graphic>
            <a:graphicData uri="http://schemas.openxmlformats.org/presentationml/2006/ole">
              <mc:AlternateContent xmlns:mc="http://schemas.openxmlformats.org/markup-compatibility/2006">
                <mc:Choice xmlns:v="urn:schemas-microsoft-com:vml" Requires="v">
                  <p:oleObj spid="_x0000_s49717" r:id="rId55" imgW="165489" imgH="165489" progId="">
                    <p:embed/>
                  </p:oleObj>
                </mc:Choice>
                <mc:Fallback>
                  <p:oleObj r:id="rId55" imgW="165489" imgH="165489" progId="">
                    <p:embed/>
                    <p:pic>
                      <p:nvPicPr>
                        <p:cNvPr id="0" name="Object 53"/>
                        <p:cNvPicPr>
                          <a:picLocks noChangeAspect="1" noChangeArrowheads="1"/>
                        </p:cNvPicPr>
                        <p:nvPr/>
                      </p:nvPicPr>
                      <p:blipFill>
                        <a:blip r:embed="rId56">
                          <a:extLst>
                            <a:ext uri="{28A0092B-C50C-407E-A947-70E740481C1C}">
                              <a14:useLocalDpi xmlns:a14="http://schemas.microsoft.com/office/drawing/2010/main" val="0"/>
                            </a:ext>
                          </a:extLst>
                        </a:blip>
                        <a:srcRect/>
                        <a:stretch>
                          <a:fillRect/>
                        </a:stretch>
                      </p:blipFill>
                      <p:spPr bwMode="auto">
                        <a:xfrm>
                          <a:off x="3826592" y="5490517"/>
                          <a:ext cx="205811" cy="205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32" name="组合 31">
            <a:extLst>
              <a:ext uri="{FF2B5EF4-FFF2-40B4-BE49-F238E27FC236}">
                <a16:creationId xmlns:a16="http://schemas.microsoft.com/office/drawing/2014/main" id="{8AB668B5-6517-49B9-9A8B-14668571ADD6}"/>
              </a:ext>
            </a:extLst>
          </p:cNvPr>
          <p:cNvGrpSpPr/>
          <p:nvPr/>
        </p:nvGrpSpPr>
        <p:grpSpPr>
          <a:xfrm>
            <a:off x="5975919" y="3215593"/>
            <a:ext cx="210850" cy="1082275"/>
            <a:chOff x="5975919" y="3215593"/>
            <a:chExt cx="210850" cy="1082275"/>
          </a:xfrm>
        </p:grpSpPr>
        <p:cxnSp>
          <p:nvCxnSpPr>
            <p:cNvPr id="104" name="直接连接符 34"/>
            <p:cNvCxnSpPr>
              <a:cxnSpLocks noChangeShapeType="1"/>
            </p:cNvCxnSpPr>
            <p:nvPr/>
          </p:nvCxnSpPr>
          <p:spPr bwMode="auto">
            <a:xfrm rot="16200000" flipH="1">
              <a:off x="5609050" y="3632103"/>
              <a:ext cx="833020" cy="0"/>
            </a:xfrm>
            <a:prstGeom prst="line">
              <a:avLst/>
            </a:prstGeom>
            <a:noFill/>
            <a:ln w="9525" cmpd="sng">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77" name="Object 19"/>
            <p:cNvGraphicFramePr>
              <a:graphicFrameLocks noChangeAspect="1"/>
            </p:cNvGraphicFramePr>
            <p:nvPr>
              <p:extLst>
                <p:ext uri="{D42A27DB-BD31-4B8C-83A1-F6EECF244321}">
                  <p14:modId xmlns:p14="http://schemas.microsoft.com/office/powerpoint/2010/main" val="1322107249"/>
                </p:ext>
              </p:extLst>
            </p:nvPr>
          </p:nvGraphicFramePr>
          <p:xfrm>
            <a:off x="5975919" y="4081120"/>
            <a:ext cx="210850" cy="216748"/>
          </p:xfrm>
          <a:graphic>
            <a:graphicData uri="http://schemas.openxmlformats.org/presentationml/2006/ole">
              <mc:AlternateContent xmlns:mc="http://schemas.openxmlformats.org/markup-compatibility/2006">
                <mc:Choice xmlns:v="urn:schemas-microsoft-com:vml" Requires="v">
                  <p:oleObj spid="_x0000_s49718" r:id="rId57" imgW="216217" imgH="228917" progId="">
                    <p:embed/>
                  </p:oleObj>
                </mc:Choice>
                <mc:Fallback>
                  <p:oleObj r:id="rId57" imgW="216217" imgH="228917" progId="">
                    <p:embed/>
                    <p:pic>
                      <p:nvPicPr>
                        <p:cNvPr id="50195" name="Object 1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975919" y="4081120"/>
                          <a:ext cx="210850" cy="216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31" name="组合 30">
            <a:extLst>
              <a:ext uri="{FF2B5EF4-FFF2-40B4-BE49-F238E27FC236}">
                <a16:creationId xmlns:a16="http://schemas.microsoft.com/office/drawing/2014/main" id="{8F9F8CF6-8D06-4D41-99B7-4C3054B1C131}"/>
              </a:ext>
            </a:extLst>
          </p:cNvPr>
          <p:cNvGrpSpPr/>
          <p:nvPr/>
        </p:nvGrpSpPr>
        <p:grpSpPr>
          <a:xfrm>
            <a:off x="5736805" y="2901114"/>
            <a:ext cx="224166" cy="1397038"/>
            <a:chOff x="5736805" y="2901114"/>
            <a:chExt cx="224166" cy="1397038"/>
          </a:xfrm>
        </p:grpSpPr>
        <p:cxnSp>
          <p:nvCxnSpPr>
            <p:cNvPr id="106" name="直接连接符 36"/>
            <p:cNvCxnSpPr>
              <a:cxnSpLocks noChangeShapeType="1"/>
            </p:cNvCxnSpPr>
            <p:nvPr/>
          </p:nvCxnSpPr>
          <p:spPr bwMode="auto">
            <a:xfrm rot="5400000">
              <a:off x="5386118" y="3462284"/>
              <a:ext cx="1134920" cy="12579"/>
            </a:xfrm>
            <a:prstGeom prst="line">
              <a:avLst/>
            </a:prstGeom>
            <a:noFill/>
            <a:ln w="9525" cmpd="sng">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78" name="Object 20"/>
            <p:cNvGraphicFramePr>
              <a:graphicFrameLocks noChangeAspect="1"/>
            </p:cNvGraphicFramePr>
            <p:nvPr>
              <p:extLst>
                <p:ext uri="{D42A27DB-BD31-4B8C-83A1-F6EECF244321}">
                  <p14:modId xmlns:p14="http://schemas.microsoft.com/office/powerpoint/2010/main" val="1011206566"/>
                </p:ext>
              </p:extLst>
            </p:nvPr>
          </p:nvGraphicFramePr>
          <p:xfrm>
            <a:off x="5736805" y="4081404"/>
            <a:ext cx="224166" cy="216748"/>
          </p:xfrm>
          <a:graphic>
            <a:graphicData uri="http://schemas.openxmlformats.org/presentationml/2006/ole">
              <mc:AlternateContent xmlns:mc="http://schemas.openxmlformats.org/markup-compatibility/2006">
                <mc:Choice xmlns:v="urn:schemas-microsoft-com:vml" Requires="v">
                  <p:oleObj spid="_x0000_s49719" r:id="rId58" imgW="229215" imgH="229215" progId="">
                    <p:embed/>
                  </p:oleObj>
                </mc:Choice>
                <mc:Fallback>
                  <p:oleObj r:id="rId58" imgW="229215" imgH="229215" progId="">
                    <p:embed/>
                    <p:pic>
                      <p:nvPicPr>
                        <p:cNvPr id="50196" name="Object 20"/>
                        <p:cNvPicPr>
                          <a:picLocks noChangeAspect="1" noChangeArrowheads="1"/>
                        </p:cNvPicPr>
                        <p:nvPr/>
                      </p:nvPicPr>
                      <p:blipFill>
                        <a:blip r:embed="rId59">
                          <a:extLst>
                            <a:ext uri="{28A0092B-C50C-407E-A947-70E740481C1C}">
                              <a14:useLocalDpi xmlns:a14="http://schemas.microsoft.com/office/drawing/2010/main" val="0"/>
                            </a:ext>
                          </a:extLst>
                        </a:blip>
                        <a:srcRect/>
                        <a:stretch>
                          <a:fillRect/>
                        </a:stretch>
                      </p:blipFill>
                      <p:spPr bwMode="auto">
                        <a:xfrm>
                          <a:off x="5736805" y="4081404"/>
                          <a:ext cx="224166" cy="216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33" name="组合 32">
            <a:extLst>
              <a:ext uri="{FF2B5EF4-FFF2-40B4-BE49-F238E27FC236}">
                <a16:creationId xmlns:a16="http://schemas.microsoft.com/office/drawing/2014/main" id="{C6EEEF11-7791-4DEA-AA39-F9EC13C6674F}"/>
              </a:ext>
            </a:extLst>
          </p:cNvPr>
          <p:cNvGrpSpPr/>
          <p:nvPr/>
        </p:nvGrpSpPr>
        <p:grpSpPr>
          <a:xfrm>
            <a:off x="6341724" y="3632106"/>
            <a:ext cx="210850" cy="678090"/>
            <a:chOff x="6341724" y="3632106"/>
            <a:chExt cx="210850" cy="678090"/>
          </a:xfrm>
        </p:grpSpPr>
        <p:cxnSp>
          <p:nvCxnSpPr>
            <p:cNvPr id="105" name="直接连接符 35"/>
            <p:cNvCxnSpPr>
              <a:cxnSpLocks noChangeShapeType="1"/>
            </p:cNvCxnSpPr>
            <p:nvPr/>
          </p:nvCxnSpPr>
          <p:spPr bwMode="auto">
            <a:xfrm rot="16200000" flipH="1">
              <a:off x="6234514" y="3827083"/>
              <a:ext cx="416510" cy="26555"/>
            </a:xfrm>
            <a:prstGeom prst="line">
              <a:avLst/>
            </a:prstGeom>
            <a:noFill/>
            <a:ln w="9525" cmpd="sng">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79" name="Object 21"/>
            <p:cNvGraphicFramePr>
              <a:graphicFrameLocks noChangeAspect="1"/>
            </p:cNvGraphicFramePr>
            <p:nvPr>
              <p:extLst>
                <p:ext uri="{D42A27DB-BD31-4B8C-83A1-F6EECF244321}">
                  <p14:modId xmlns:p14="http://schemas.microsoft.com/office/powerpoint/2010/main" val="3202194873"/>
                </p:ext>
              </p:extLst>
            </p:nvPr>
          </p:nvGraphicFramePr>
          <p:xfrm>
            <a:off x="6341724" y="4093448"/>
            <a:ext cx="210850" cy="216748"/>
          </p:xfrm>
          <a:graphic>
            <a:graphicData uri="http://schemas.openxmlformats.org/presentationml/2006/ole">
              <mc:AlternateContent xmlns:mc="http://schemas.openxmlformats.org/markup-compatibility/2006">
                <mc:Choice xmlns:v="urn:schemas-microsoft-com:vml" Requires="v">
                  <p:oleObj spid="_x0000_s49720" r:id="rId60" imgW="216217" imgH="228917" progId="">
                    <p:embed/>
                  </p:oleObj>
                </mc:Choice>
                <mc:Fallback>
                  <p:oleObj r:id="rId60" imgW="216217" imgH="228917" progId="">
                    <p:embed/>
                    <p:pic>
                      <p:nvPicPr>
                        <p:cNvPr id="50197" name="Object 2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341724" y="4093448"/>
                          <a:ext cx="210850" cy="216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84" name="Object 26"/>
          <p:cNvGraphicFramePr>
            <a:graphicFrameLocks noChangeAspect="1"/>
          </p:cNvGraphicFramePr>
          <p:nvPr/>
        </p:nvGraphicFramePr>
        <p:xfrm>
          <a:off x="5476584" y="2652002"/>
          <a:ext cx="148704" cy="155586"/>
        </p:xfrm>
        <a:graphic>
          <a:graphicData uri="http://schemas.openxmlformats.org/presentationml/2006/ole">
            <mc:AlternateContent xmlns:mc="http://schemas.openxmlformats.org/markup-compatibility/2006">
              <mc:Choice xmlns:v="urn:schemas-microsoft-com:vml" Requires="v">
                <p:oleObj spid="_x0000_s49721" r:id="rId61" imgW="152783" imgH="165489" progId="">
                  <p:embed/>
                </p:oleObj>
              </mc:Choice>
              <mc:Fallback>
                <p:oleObj r:id="rId61" imgW="152783" imgH="165489" progId="">
                  <p:embed/>
                  <p:pic>
                    <p:nvPicPr>
                      <p:cNvPr id="50202" name="Object 2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76584" y="2652002"/>
                        <a:ext cx="148704" cy="1555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5" name="Object 27"/>
          <p:cNvGraphicFramePr>
            <a:graphicFrameLocks noChangeAspect="1"/>
          </p:cNvGraphicFramePr>
          <p:nvPr/>
        </p:nvGraphicFramePr>
        <p:xfrm>
          <a:off x="5455159" y="3004825"/>
          <a:ext cx="173119" cy="155586"/>
        </p:xfrm>
        <a:graphic>
          <a:graphicData uri="http://schemas.openxmlformats.org/presentationml/2006/ole">
            <mc:AlternateContent xmlns:mc="http://schemas.openxmlformats.org/markup-compatibility/2006">
              <mc:Choice xmlns:v="urn:schemas-microsoft-com:vml" Requires="v">
                <p:oleObj spid="_x0000_s49722" r:id="rId62" imgW="178117" imgH="165417" progId="">
                  <p:embed/>
                </p:oleObj>
              </mc:Choice>
              <mc:Fallback>
                <p:oleObj r:id="rId62" imgW="178117" imgH="165417" progId="">
                  <p:embed/>
                  <p:pic>
                    <p:nvPicPr>
                      <p:cNvPr id="50203" name="Object 2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455159" y="3004825"/>
                        <a:ext cx="173119" cy="1555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3" name="组合 22">
            <a:extLst>
              <a:ext uri="{FF2B5EF4-FFF2-40B4-BE49-F238E27FC236}">
                <a16:creationId xmlns:a16="http://schemas.microsoft.com/office/drawing/2014/main" id="{375E1A36-43DA-4D7A-ADA8-BFD63DF9CD37}"/>
              </a:ext>
            </a:extLst>
          </p:cNvPr>
          <p:cNvGrpSpPr/>
          <p:nvPr/>
        </p:nvGrpSpPr>
        <p:grpSpPr>
          <a:xfrm>
            <a:off x="5443738" y="2367198"/>
            <a:ext cx="2552446" cy="1939006"/>
            <a:chOff x="5443738" y="2367198"/>
            <a:chExt cx="2552446" cy="1939006"/>
          </a:xfrm>
        </p:grpSpPr>
        <p:cxnSp>
          <p:nvCxnSpPr>
            <p:cNvPr id="99" name="直接箭头连接符 29"/>
            <p:cNvCxnSpPr>
              <a:cxnSpLocks noChangeShapeType="1"/>
            </p:cNvCxnSpPr>
            <p:nvPr/>
          </p:nvCxnSpPr>
          <p:spPr bwMode="auto">
            <a:xfrm>
              <a:off x="5646788" y="4048615"/>
              <a:ext cx="2327145" cy="11182"/>
            </a:xfrm>
            <a:prstGeom prst="straightConnector1">
              <a:avLst/>
            </a:prstGeom>
            <a:noFill/>
            <a:ln w="9525" cmpd="sng">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100" name="直接箭头连接符 30"/>
            <p:cNvCxnSpPr>
              <a:cxnSpLocks noChangeShapeType="1"/>
            </p:cNvCxnSpPr>
            <p:nvPr/>
          </p:nvCxnSpPr>
          <p:spPr bwMode="auto">
            <a:xfrm rot="16200000" flipV="1">
              <a:off x="4814466" y="3203713"/>
              <a:ext cx="1681415" cy="8386"/>
            </a:xfrm>
            <a:prstGeom prst="straightConnector1">
              <a:avLst/>
            </a:prstGeom>
            <a:noFill/>
            <a:ln w="9525" cmpd="sng">
              <a:solidFill>
                <a:srgbClr val="7F7F7F"/>
              </a:solidFill>
              <a:round/>
              <a:headEnd/>
              <a:tailEnd type="stealth" w="med" len="lg"/>
            </a:ln>
            <a:extLst>
              <a:ext uri="{909E8E84-426E-40DD-AFC4-6F175D3DCCD1}">
                <a14:hiddenFill xmlns:a14="http://schemas.microsoft.com/office/drawing/2010/main">
                  <a:noFill/>
                </a14:hiddenFill>
              </a:ext>
            </a:extLst>
          </p:spPr>
        </p:cxnSp>
        <p:graphicFrame>
          <p:nvGraphicFramePr>
            <p:cNvPr id="76" name="Object 18"/>
            <p:cNvGraphicFramePr>
              <a:graphicFrameLocks noChangeAspect="1"/>
            </p:cNvGraphicFramePr>
            <p:nvPr>
              <p:extLst>
                <p:ext uri="{D42A27DB-BD31-4B8C-83A1-F6EECF244321}">
                  <p14:modId xmlns:p14="http://schemas.microsoft.com/office/powerpoint/2010/main" val="1189735670"/>
                </p:ext>
              </p:extLst>
            </p:nvPr>
          </p:nvGraphicFramePr>
          <p:xfrm>
            <a:off x="5476448" y="4072601"/>
            <a:ext cx="148704" cy="167390"/>
          </p:xfrm>
          <a:graphic>
            <a:graphicData uri="http://schemas.openxmlformats.org/presentationml/2006/ole">
              <mc:AlternateContent xmlns:mc="http://schemas.openxmlformats.org/markup-compatibility/2006">
                <mc:Choice xmlns:v="urn:schemas-microsoft-com:vml" Requires="v">
                  <p:oleObj spid="_x0000_s49723" r:id="rId63" imgW="152717" imgH="178117" progId="">
                    <p:embed/>
                  </p:oleObj>
                </mc:Choice>
                <mc:Fallback>
                  <p:oleObj r:id="rId63" imgW="152717" imgH="178117" progId="">
                    <p:embed/>
                    <p:pic>
                      <p:nvPicPr>
                        <p:cNvPr id="50194" name="Object 1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476448" y="4072601"/>
                          <a:ext cx="148704" cy="167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0" name="Object 22"/>
            <p:cNvGraphicFramePr>
              <a:graphicFrameLocks noChangeAspect="1"/>
            </p:cNvGraphicFramePr>
            <p:nvPr>
              <p:extLst>
                <p:ext uri="{D42A27DB-BD31-4B8C-83A1-F6EECF244321}">
                  <p14:modId xmlns:p14="http://schemas.microsoft.com/office/powerpoint/2010/main" val="3888506093"/>
                </p:ext>
              </p:extLst>
            </p:nvPr>
          </p:nvGraphicFramePr>
          <p:xfrm>
            <a:off x="7821955" y="4089457"/>
            <a:ext cx="174229" cy="216747"/>
          </p:xfrm>
          <a:graphic>
            <a:graphicData uri="http://schemas.openxmlformats.org/presentationml/2006/ole">
              <mc:AlternateContent xmlns:mc="http://schemas.openxmlformats.org/markup-compatibility/2006">
                <mc:Choice xmlns:v="urn:schemas-microsoft-com:vml" Requires="v">
                  <p:oleObj spid="_x0000_s49724" r:id="rId64" imgW="178040" imgH="228818" progId="">
                    <p:embed/>
                  </p:oleObj>
                </mc:Choice>
                <mc:Fallback>
                  <p:oleObj r:id="rId64" imgW="178040" imgH="228818" progId="">
                    <p:embed/>
                    <p:pic>
                      <p:nvPicPr>
                        <p:cNvPr id="50198" name="Object 2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821955" y="4089457"/>
                          <a:ext cx="174229" cy="2167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6" name="Object 28"/>
            <p:cNvGraphicFramePr>
              <a:graphicFrameLocks noChangeAspect="1"/>
            </p:cNvGraphicFramePr>
            <p:nvPr>
              <p:extLst>
                <p:ext uri="{D42A27DB-BD31-4B8C-83A1-F6EECF244321}">
                  <p14:modId xmlns:p14="http://schemas.microsoft.com/office/powerpoint/2010/main" val="1746638025"/>
                </p:ext>
              </p:extLst>
            </p:nvPr>
          </p:nvGraphicFramePr>
          <p:xfrm>
            <a:off x="5443738" y="2383754"/>
            <a:ext cx="186435" cy="216748"/>
          </p:xfrm>
          <a:graphic>
            <a:graphicData uri="http://schemas.openxmlformats.org/presentationml/2006/ole">
              <mc:AlternateContent xmlns:mc="http://schemas.openxmlformats.org/markup-compatibility/2006">
                <mc:Choice xmlns:v="urn:schemas-microsoft-com:vml" Requires="v">
                  <p:oleObj spid="_x0000_s49725" r:id="rId65" imgW="190983" imgH="229116" progId="">
                    <p:embed/>
                  </p:oleObj>
                </mc:Choice>
                <mc:Fallback>
                  <p:oleObj r:id="rId65" imgW="190983" imgH="229116" progId="">
                    <p:embed/>
                    <p:pic>
                      <p:nvPicPr>
                        <p:cNvPr id="50204" name="Object 28"/>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443738" y="2383754"/>
                          <a:ext cx="186435" cy="216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26" name="组合 25">
            <a:extLst>
              <a:ext uri="{FF2B5EF4-FFF2-40B4-BE49-F238E27FC236}">
                <a16:creationId xmlns:a16="http://schemas.microsoft.com/office/drawing/2014/main" id="{4B065086-AB81-4F2B-AD7B-88A389B20207}"/>
              </a:ext>
            </a:extLst>
          </p:cNvPr>
          <p:cNvGrpSpPr/>
          <p:nvPr/>
        </p:nvGrpSpPr>
        <p:grpSpPr>
          <a:xfrm>
            <a:off x="5659366" y="2685871"/>
            <a:ext cx="1069339" cy="1624281"/>
            <a:chOff x="5659366" y="2685871"/>
            <a:chExt cx="1069339" cy="1624281"/>
          </a:xfrm>
        </p:grpSpPr>
        <p:grpSp>
          <p:nvGrpSpPr>
            <p:cNvPr id="24" name="组合 23">
              <a:extLst>
                <a:ext uri="{FF2B5EF4-FFF2-40B4-BE49-F238E27FC236}">
                  <a16:creationId xmlns:a16="http://schemas.microsoft.com/office/drawing/2014/main" id="{F2156E58-2703-47FC-AAA0-E8C10DC1EF76}"/>
                </a:ext>
              </a:extLst>
            </p:cNvPr>
            <p:cNvGrpSpPr/>
            <p:nvPr/>
          </p:nvGrpSpPr>
          <p:grpSpPr>
            <a:xfrm>
              <a:off x="5659366" y="2685871"/>
              <a:ext cx="1069339" cy="1624281"/>
              <a:chOff x="5659366" y="2685871"/>
              <a:chExt cx="1069339" cy="1624281"/>
            </a:xfrm>
          </p:grpSpPr>
          <p:cxnSp>
            <p:nvCxnSpPr>
              <p:cNvPr id="95" name="直接连接符 25"/>
              <p:cNvCxnSpPr>
                <a:cxnSpLocks noChangeShapeType="1"/>
              </p:cNvCxnSpPr>
              <p:nvPr/>
            </p:nvCxnSpPr>
            <p:spPr bwMode="auto">
              <a:xfrm rot="16200000" flipH="1">
                <a:off x="5454606" y="2890631"/>
                <a:ext cx="1375322" cy="965801"/>
              </a:xfrm>
              <a:prstGeom prst="line">
                <a:avLst/>
              </a:prstGeom>
              <a:noFill/>
              <a:ln w="38100" cmpd="sng">
                <a:solidFill>
                  <a:srgbClr val="C3C9D7"/>
                </a:solidFill>
                <a:round/>
                <a:headEnd/>
                <a:tailEnd/>
              </a:ln>
              <a:effectLst>
                <a:outerShdw dist="23000" dir="5400000" algn="ctr" rotWithShape="0">
                  <a:srgbClr val="000000">
                    <a:alpha val="32999"/>
                  </a:srgbClr>
                </a:outerShdw>
              </a:effectLst>
              <a:extLst>
                <a:ext uri="{909E8E84-426E-40DD-AFC4-6F175D3DCCD1}">
                  <a14:hiddenFill xmlns:a14="http://schemas.microsoft.com/office/drawing/2010/main">
                    <a:noFill/>
                  </a14:hiddenFill>
                </a:ext>
              </a:extLst>
            </p:spPr>
          </p:cxnSp>
          <p:graphicFrame>
            <p:nvGraphicFramePr>
              <p:cNvPr id="81" name="Object 23"/>
              <p:cNvGraphicFramePr>
                <a:graphicFrameLocks noChangeAspect="1"/>
              </p:cNvGraphicFramePr>
              <p:nvPr>
                <p:extLst>
                  <p:ext uri="{D42A27DB-BD31-4B8C-83A1-F6EECF244321}">
                    <p14:modId xmlns:p14="http://schemas.microsoft.com/office/powerpoint/2010/main" val="2930507860"/>
                  </p:ext>
                </p:extLst>
              </p:nvPr>
            </p:nvGraphicFramePr>
            <p:xfrm>
              <a:off x="6567793" y="4093404"/>
              <a:ext cx="160912" cy="216748"/>
            </p:xfrm>
            <a:graphic>
              <a:graphicData uri="http://schemas.openxmlformats.org/presentationml/2006/ole">
                <mc:AlternateContent xmlns:mc="http://schemas.openxmlformats.org/markup-compatibility/2006">
                  <mc:Choice xmlns:v="urn:schemas-microsoft-com:vml" Requires="v">
                    <p:oleObj spid="_x0000_s49726" r:id="rId66" imgW="165417" imgH="228917" progId="">
                      <p:embed/>
                    </p:oleObj>
                  </mc:Choice>
                  <mc:Fallback>
                    <p:oleObj r:id="rId66" imgW="165417" imgH="228917" progId="">
                      <p:embed/>
                      <p:pic>
                        <p:nvPicPr>
                          <p:cNvPr id="50199" name="Object 23"/>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6567793" y="4093404"/>
                            <a:ext cx="160912" cy="216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90" name="Object 32"/>
            <p:cNvGraphicFramePr>
              <a:graphicFrameLocks noChangeAspect="1"/>
            </p:cNvGraphicFramePr>
            <p:nvPr>
              <p:extLst>
                <p:ext uri="{D42A27DB-BD31-4B8C-83A1-F6EECF244321}">
                  <p14:modId xmlns:p14="http://schemas.microsoft.com/office/powerpoint/2010/main" val="1651529136"/>
                </p:ext>
              </p:extLst>
            </p:nvPr>
          </p:nvGraphicFramePr>
          <p:xfrm>
            <a:off x="6263795" y="3803012"/>
            <a:ext cx="136497" cy="216748"/>
          </p:xfrm>
          <a:graphic>
            <a:graphicData uri="http://schemas.openxmlformats.org/presentationml/2006/ole">
              <mc:AlternateContent xmlns:mc="http://schemas.openxmlformats.org/markup-compatibility/2006">
                <mc:Choice xmlns:v="urn:schemas-microsoft-com:vml" Requires="v">
                  <p:oleObj spid="_x0000_s49727" r:id="rId67" imgW="140199" imgH="229215" progId="">
                    <p:embed/>
                  </p:oleObj>
                </mc:Choice>
                <mc:Fallback>
                  <p:oleObj r:id="rId67" imgW="140199" imgH="229215" progId="">
                    <p:embed/>
                    <p:pic>
                      <p:nvPicPr>
                        <p:cNvPr id="50208" name="Object 32"/>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6263795" y="3803012"/>
                          <a:ext cx="136497" cy="216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25" name="组合 24">
            <a:extLst>
              <a:ext uri="{FF2B5EF4-FFF2-40B4-BE49-F238E27FC236}">
                <a16:creationId xmlns:a16="http://schemas.microsoft.com/office/drawing/2014/main" id="{4983F1C1-2B6E-44EB-894E-785ADBCCF3D9}"/>
              </a:ext>
            </a:extLst>
          </p:cNvPr>
          <p:cNvGrpSpPr/>
          <p:nvPr/>
        </p:nvGrpSpPr>
        <p:grpSpPr>
          <a:xfrm>
            <a:off x="5659367" y="2685872"/>
            <a:ext cx="2143152" cy="1611535"/>
            <a:chOff x="5659367" y="2685872"/>
            <a:chExt cx="2143152" cy="1611535"/>
          </a:xfrm>
        </p:grpSpPr>
        <p:cxnSp>
          <p:nvCxnSpPr>
            <p:cNvPr id="101" name="直接连接符 31"/>
            <p:cNvCxnSpPr>
              <a:cxnSpLocks noChangeShapeType="1"/>
            </p:cNvCxnSpPr>
            <p:nvPr/>
          </p:nvCxnSpPr>
          <p:spPr bwMode="auto">
            <a:xfrm>
              <a:off x="5659367" y="2685872"/>
              <a:ext cx="2075563" cy="1375322"/>
            </a:xfrm>
            <a:prstGeom prst="line">
              <a:avLst/>
            </a:prstGeom>
            <a:noFill/>
            <a:ln w="38100" cmpd="sng">
              <a:solidFill>
                <a:srgbClr val="C3C9D7"/>
              </a:solidFill>
              <a:round/>
              <a:headEnd/>
              <a:tailEnd/>
            </a:ln>
            <a:effectLst>
              <a:outerShdw dist="23000" dir="5400000" algn="ctr" rotWithShape="0">
                <a:srgbClr val="000000">
                  <a:alpha val="32999"/>
                </a:srgbClr>
              </a:outerShdw>
            </a:effectLst>
            <a:extLst>
              <a:ext uri="{909E8E84-426E-40DD-AFC4-6F175D3DCCD1}">
                <a14:hiddenFill xmlns:a14="http://schemas.microsoft.com/office/drawing/2010/main">
                  <a:noFill/>
                </a14:hiddenFill>
              </a:ext>
            </a:extLst>
          </p:spPr>
        </p:cxnSp>
        <p:graphicFrame>
          <p:nvGraphicFramePr>
            <p:cNvPr id="83" name="Object 25"/>
            <p:cNvGraphicFramePr>
              <a:graphicFrameLocks noChangeAspect="1"/>
            </p:cNvGraphicFramePr>
            <p:nvPr>
              <p:extLst>
                <p:ext uri="{D42A27DB-BD31-4B8C-83A1-F6EECF244321}">
                  <p14:modId xmlns:p14="http://schemas.microsoft.com/office/powerpoint/2010/main" val="238364930"/>
                </p:ext>
              </p:extLst>
            </p:nvPr>
          </p:nvGraphicFramePr>
          <p:xfrm>
            <a:off x="7616084" y="4080659"/>
            <a:ext cx="186435" cy="216748"/>
          </p:xfrm>
          <a:graphic>
            <a:graphicData uri="http://schemas.openxmlformats.org/presentationml/2006/ole">
              <mc:AlternateContent xmlns:mc="http://schemas.openxmlformats.org/markup-compatibility/2006">
                <mc:Choice xmlns:v="urn:schemas-microsoft-com:vml" Requires="v">
                  <p:oleObj spid="_x0000_s49728" r:id="rId68" imgW="190983" imgH="229116" progId="">
                    <p:embed/>
                  </p:oleObj>
                </mc:Choice>
                <mc:Fallback>
                  <p:oleObj r:id="rId68" imgW="190983" imgH="229116" progId="">
                    <p:embed/>
                    <p:pic>
                      <p:nvPicPr>
                        <p:cNvPr id="50201" name="Object 25"/>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7616084" y="4080659"/>
                          <a:ext cx="186435" cy="216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1" name="Object 33"/>
            <p:cNvGraphicFramePr>
              <a:graphicFrameLocks noChangeAspect="1"/>
            </p:cNvGraphicFramePr>
            <p:nvPr>
              <p:extLst>
                <p:ext uri="{D42A27DB-BD31-4B8C-83A1-F6EECF244321}">
                  <p14:modId xmlns:p14="http://schemas.microsoft.com/office/powerpoint/2010/main" val="1277860755"/>
                </p:ext>
              </p:extLst>
            </p:nvPr>
          </p:nvGraphicFramePr>
          <p:xfrm>
            <a:off x="7341573" y="3866100"/>
            <a:ext cx="148704" cy="216748"/>
          </p:xfrm>
          <a:graphic>
            <a:graphicData uri="http://schemas.openxmlformats.org/presentationml/2006/ole">
              <mc:AlternateContent xmlns:mc="http://schemas.openxmlformats.org/markup-compatibility/2006">
                <mc:Choice xmlns:v="urn:schemas-microsoft-com:vml" Requires="v">
                  <p:oleObj spid="_x0000_s49729" r:id="rId69" imgW="152783" imgH="229016" progId="">
                    <p:embed/>
                  </p:oleObj>
                </mc:Choice>
                <mc:Fallback>
                  <p:oleObj r:id="rId69" imgW="152783" imgH="229016" progId="">
                    <p:embed/>
                    <p:pic>
                      <p:nvPicPr>
                        <p:cNvPr id="50209" name="Object 33"/>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7341573" y="3866100"/>
                          <a:ext cx="148704" cy="216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27" name="组合 26">
            <a:extLst>
              <a:ext uri="{FF2B5EF4-FFF2-40B4-BE49-F238E27FC236}">
                <a16:creationId xmlns:a16="http://schemas.microsoft.com/office/drawing/2014/main" id="{29A750B9-74E5-46FE-8F9F-846D1E7D9545}"/>
              </a:ext>
            </a:extLst>
          </p:cNvPr>
          <p:cNvGrpSpPr/>
          <p:nvPr/>
        </p:nvGrpSpPr>
        <p:grpSpPr>
          <a:xfrm>
            <a:off x="5673343" y="3102382"/>
            <a:ext cx="1556441" cy="1195704"/>
            <a:chOff x="5673343" y="3102382"/>
            <a:chExt cx="1556441" cy="1195704"/>
          </a:xfrm>
        </p:grpSpPr>
        <p:cxnSp>
          <p:nvCxnSpPr>
            <p:cNvPr id="97" name="直接连接符 27"/>
            <p:cNvCxnSpPr>
              <a:cxnSpLocks noChangeShapeType="1"/>
            </p:cNvCxnSpPr>
            <p:nvPr/>
          </p:nvCxnSpPr>
          <p:spPr bwMode="auto">
            <a:xfrm>
              <a:off x="5673343" y="3102382"/>
              <a:ext cx="1434025" cy="971391"/>
            </a:xfrm>
            <a:prstGeom prst="line">
              <a:avLst/>
            </a:prstGeom>
            <a:noFill/>
            <a:ln w="38100" cmpd="sng">
              <a:solidFill>
                <a:srgbClr val="C3C9D7"/>
              </a:solidFill>
              <a:round/>
              <a:headEnd/>
              <a:tailEnd/>
            </a:ln>
            <a:effectLst>
              <a:outerShdw dist="23000" dir="5400000" algn="ctr" rotWithShape="0">
                <a:srgbClr val="000000">
                  <a:alpha val="32999"/>
                </a:srgbClr>
              </a:outerShdw>
            </a:effectLst>
            <a:extLst>
              <a:ext uri="{909E8E84-426E-40DD-AFC4-6F175D3DCCD1}">
                <a14:hiddenFill xmlns:a14="http://schemas.microsoft.com/office/drawing/2010/main">
                  <a:noFill/>
                </a14:hiddenFill>
              </a:ext>
            </a:extLst>
          </p:spPr>
        </p:cxnSp>
        <p:graphicFrame>
          <p:nvGraphicFramePr>
            <p:cNvPr id="82" name="Object 24"/>
            <p:cNvGraphicFramePr>
              <a:graphicFrameLocks noChangeAspect="1"/>
            </p:cNvGraphicFramePr>
            <p:nvPr>
              <p:extLst>
                <p:ext uri="{D42A27DB-BD31-4B8C-83A1-F6EECF244321}">
                  <p14:modId xmlns:p14="http://schemas.microsoft.com/office/powerpoint/2010/main" val="1597858994"/>
                </p:ext>
              </p:extLst>
            </p:nvPr>
          </p:nvGraphicFramePr>
          <p:xfrm>
            <a:off x="6993749" y="4081338"/>
            <a:ext cx="173119" cy="216748"/>
          </p:xfrm>
          <a:graphic>
            <a:graphicData uri="http://schemas.openxmlformats.org/presentationml/2006/ole">
              <mc:AlternateContent xmlns:mc="http://schemas.openxmlformats.org/markup-compatibility/2006">
                <mc:Choice xmlns:v="urn:schemas-microsoft-com:vml" Requires="v">
                  <p:oleObj spid="_x0000_s49730" r:id="rId70" imgW="178040" imgH="228818" progId="">
                    <p:embed/>
                  </p:oleObj>
                </mc:Choice>
                <mc:Fallback>
                  <p:oleObj r:id="rId70" imgW="178040" imgH="228818" progId="">
                    <p:embed/>
                    <p:pic>
                      <p:nvPicPr>
                        <p:cNvPr id="50200" name="Object 24"/>
                        <p:cNvPicPr>
                          <a:picLocks noChangeAspect="1" noChangeArrowheads="1"/>
                        </p:cNvPicPr>
                        <p:nvPr/>
                      </p:nvPicPr>
                      <p:blipFill>
                        <a:blip r:embed="rId71">
                          <a:extLst>
                            <a:ext uri="{28A0092B-C50C-407E-A947-70E740481C1C}">
                              <a14:useLocalDpi xmlns:a14="http://schemas.microsoft.com/office/drawing/2010/main" val="0"/>
                            </a:ext>
                          </a:extLst>
                        </a:blip>
                        <a:srcRect/>
                        <a:stretch>
                          <a:fillRect/>
                        </a:stretch>
                      </p:blipFill>
                      <p:spPr bwMode="auto">
                        <a:xfrm>
                          <a:off x="6993749" y="4081338"/>
                          <a:ext cx="173119" cy="216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2" name="Object 34"/>
            <p:cNvGraphicFramePr>
              <a:graphicFrameLocks noChangeAspect="1"/>
            </p:cNvGraphicFramePr>
            <p:nvPr>
              <p:extLst>
                <p:ext uri="{D42A27DB-BD31-4B8C-83A1-F6EECF244321}">
                  <p14:modId xmlns:p14="http://schemas.microsoft.com/office/powerpoint/2010/main" val="2733801245"/>
                </p:ext>
              </p:extLst>
            </p:nvPr>
          </p:nvGraphicFramePr>
          <p:xfrm>
            <a:off x="7081080" y="3866276"/>
            <a:ext cx="148704" cy="216748"/>
          </p:xfrm>
          <a:graphic>
            <a:graphicData uri="http://schemas.openxmlformats.org/presentationml/2006/ole">
              <mc:AlternateContent xmlns:mc="http://schemas.openxmlformats.org/markup-compatibility/2006">
                <mc:Choice xmlns:v="urn:schemas-microsoft-com:vml" Requires="v">
                  <p:oleObj spid="_x0000_s49731" r:id="rId72" imgW="152783" imgH="229016" progId="">
                    <p:embed/>
                  </p:oleObj>
                </mc:Choice>
                <mc:Fallback>
                  <p:oleObj r:id="rId72" imgW="152783" imgH="229016" progId="">
                    <p:embed/>
                    <p:pic>
                      <p:nvPicPr>
                        <p:cNvPr id="50210" name="Object 34"/>
                        <p:cNvPicPr>
                          <a:picLocks noChangeAspect="1" noChangeArrowheads="1"/>
                        </p:cNvPicPr>
                        <p:nvPr/>
                      </p:nvPicPr>
                      <p:blipFill>
                        <a:blip r:embed="rId73">
                          <a:extLst>
                            <a:ext uri="{28A0092B-C50C-407E-A947-70E740481C1C}">
                              <a14:useLocalDpi xmlns:a14="http://schemas.microsoft.com/office/drawing/2010/main" val="0"/>
                            </a:ext>
                          </a:extLst>
                        </a:blip>
                        <a:srcRect/>
                        <a:stretch>
                          <a:fillRect/>
                        </a:stretch>
                      </p:blipFill>
                      <p:spPr bwMode="auto">
                        <a:xfrm>
                          <a:off x="7081080" y="3866276"/>
                          <a:ext cx="148704" cy="216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40" name="组合 39">
            <a:extLst>
              <a:ext uri="{FF2B5EF4-FFF2-40B4-BE49-F238E27FC236}">
                <a16:creationId xmlns:a16="http://schemas.microsoft.com/office/drawing/2014/main" id="{553FD4D4-CBAE-42ED-93EB-1E6C936633DD}"/>
              </a:ext>
            </a:extLst>
          </p:cNvPr>
          <p:cNvGrpSpPr/>
          <p:nvPr/>
        </p:nvGrpSpPr>
        <p:grpSpPr>
          <a:xfrm>
            <a:off x="5803329" y="1036604"/>
            <a:ext cx="3353045" cy="2946214"/>
            <a:chOff x="5803329" y="1036604"/>
            <a:chExt cx="3353045" cy="2946214"/>
          </a:xfrm>
        </p:grpSpPr>
        <p:grpSp>
          <p:nvGrpSpPr>
            <p:cNvPr id="29" name="组合 28">
              <a:extLst>
                <a:ext uri="{FF2B5EF4-FFF2-40B4-BE49-F238E27FC236}">
                  <a16:creationId xmlns:a16="http://schemas.microsoft.com/office/drawing/2014/main" id="{FBAF71B2-A39C-4EA6-9862-84817085CFDB}"/>
                </a:ext>
              </a:extLst>
            </p:cNvPr>
            <p:cNvGrpSpPr/>
            <p:nvPr/>
          </p:nvGrpSpPr>
          <p:grpSpPr>
            <a:xfrm>
              <a:off x="5803329" y="1036604"/>
              <a:ext cx="3353045" cy="2886219"/>
              <a:chOff x="5803329" y="1036604"/>
              <a:chExt cx="3353045" cy="2886219"/>
            </a:xfrm>
          </p:grpSpPr>
          <p:sp>
            <p:nvSpPr>
              <p:cNvPr id="102" name="弧形 32"/>
              <p:cNvSpPr>
                <a:spLocks noChangeArrowheads="1"/>
              </p:cNvSpPr>
              <p:nvPr/>
            </p:nvSpPr>
            <p:spPr bwMode="auto">
              <a:xfrm rot="10800000">
                <a:off x="5803329" y="1036604"/>
                <a:ext cx="3353045" cy="2886219"/>
              </a:xfrm>
              <a:custGeom>
                <a:avLst/>
                <a:gdLst>
                  <a:gd name="T0" fmla="*/ 3203708 w 4796605"/>
                  <a:gd name="T1" fmla="*/ 123993 h 4270113"/>
                  <a:gd name="T2" fmla="*/ 2398303 w 4796605"/>
                  <a:gd name="T3" fmla="*/ 2135057 h 4270113"/>
                  <a:gd name="T4" fmla="*/ 4685569 w 4796605"/>
                  <a:gd name="T5" fmla="*/ 1492933 h 4270113"/>
                  <a:gd name="T6" fmla="*/ 11796480 60000 65536"/>
                  <a:gd name="T7" fmla="*/ 23592960 60000 65536"/>
                  <a:gd name="T8" fmla="*/ 5898240 60000 65536"/>
                  <a:gd name="T9" fmla="*/ 3203708 w 4796605"/>
                  <a:gd name="T10" fmla="*/ 123993 h 4270113"/>
                  <a:gd name="T11" fmla="*/ 4685569 w 4796605"/>
                  <a:gd name="T12" fmla="*/ 1492933 h 4270113"/>
                </a:gdLst>
                <a:ahLst/>
                <a:cxnLst>
                  <a:cxn ang="T6">
                    <a:pos x="T0" y="T1"/>
                  </a:cxn>
                  <a:cxn ang="T7">
                    <a:pos x="T2" y="T3"/>
                  </a:cxn>
                  <a:cxn ang="T8">
                    <a:pos x="T4" y="T5"/>
                  </a:cxn>
                </a:cxnLst>
                <a:rect l="T9" t="T10" r="T11" b="T12"/>
                <a:pathLst>
                  <a:path w="4796605" h="4270113" stroke="0">
                    <a:moveTo>
                      <a:pt x="3203708" y="123993"/>
                    </a:moveTo>
                    <a:lnTo>
                      <a:pt x="3203707" y="123993"/>
                    </a:lnTo>
                    <a:cubicBezTo>
                      <a:pt x="3911207" y="348549"/>
                      <a:pt x="4459668" y="855216"/>
                      <a:pt x="4685569" y="1492933"/>
                    </a:cubicBezTo>
                    <a:lnTo>
                      <a:pt x="2398303" y="2135057"/>
                    </a:lnTo>
                    <a:close/>
                  </a:path>
                  <a:path w="4796605" h="4270113" fill="none">
                    <a:moveTo>
                      <a:pt x="3203708" y="123993"/>
                    </a:moveTo>
                    <a:lnTo>
                      <a:pt x="3203707" y="123993"/>
                    </a:lnTo>
                    <a:cubicBezTo>
                      <a:pt x="3911207" y="348549"/>
                      <a:pt x="4459668" y="855216"/>
                      <a:pt x="4685569" y="1492933"/>
                    </a:cubicBezTo>
                  </a:path>
                </a:pathLst>
              </a:custGeom>
              <a:noFill/>
              <a:ln w="38100" cmpd="sng">
                <a:solidFill>
                  <a:srgbClr val="F3C97F"/>
                </a:solidFill>
                <a:miter lim="800000"/>
                <a:headEnd/>
                <a:tailEnd/>
              </a:ln>
              <a:effectLst>
                <a:outerShdw dist="23000" dir="5400000" algn="ctr" rotWithShape="0">
                  <a:srgbClr val="000000">
                    <a:alpha val="32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400">
                  <a:latin typeface="微软雅黑" panose="020B0503020204020204" pitchFamily="34" charset="-122"/>
                  <a:ea typeface="微软雅黑" panose="020B0503020204020204" pitchFamily="34" charset="-122"/>
                </a:endParaRPr>
              </a:p>
            </p:txBody>
          </p:sp>
          <p:graphicFrame>
            <p:nvGraphicFramePr>
              <p:cNvPr id="87" name="Object 29"/>
              <p:cNvGraphicFramePr>
                <a:graphicFrameLocks noChangeAspect="1"/>
              </p:cNvGraphicFramePr>
              <p:nvPr>
                <p:extLst>
                  <p:ext uri="{D42A27DB-BD31-4B8C-83A1-F6EECF244321}">
                    <p14:modId xmlns:p14="http://schemas.microsoft.com/office/powerpoint/2010/main" val="1313218903"/>
                  </p:ext>
                </p:extLst>
              </p:nvPr>
            </p:nvGraphicFramePr>
            <p:xfrm>
              <a:off x="6015779" y="3021708"/>
              <a:ext cx="173119" cy="216748"/>
            </p:xfrm>
            <a:graphic>
              <a:graphicData uri="http://schemas.openxmlformats.org/presentationml/2006/ole">
                <mc:AlternateContent xmlns:mc="http://schemas.openxmlformats.org/markup-compatibility/2006">
                  <mc:Choice xmlns:v="urn:schemas-microsoft-com:vml" Requires="v">
                    <p:oleObj spid="_x0000_s49732" r:id="rId74" imgW="178040" imgH="228818" progId="">
                      <p:embed/>
                    </p:oleObj>
                  </mc:Choice>
                  <mc:Fallback>
                    <p:oleObj r:id="rId74" imgW="178040" imgH="228818" progId="">
                      <p:embed/>
                      <p:pic>
                        <p:nvPicPr>
                          <p:cNvPr id="50205" name="Object 29"/>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6015779" y="3021708"/>
                            <a:ext cx="173119" cy="216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8" name="Object 30"/>
              <p:cNvGraphicFramePr>
                <a:graphicFrameLocks noChangeAspect="1"/>
              </p:cNvGraphicFramePr>
              <p:nvPr>
                <p:extLst>
                  <p:ext uri="{D42A27DB-BD31-4B8C-83A1-F6EECF244321}">
                    <p14:modId xmlns:p14="http://schemas.microsoft.com/office/powerpoint/2010/main" val="3886161802"/>
                  </p:ext>
                </p:extLst>
              </p:nvPr>
            </p:nvGraphicFramePr>
            <p:xfrm>
              <a:off x="6441532" y="3450518"/>
              <a:ext cx="186435" cy="216748"/>
            </p:xfrm>
            <a:graphic>
              <a:graphicData uri="http://schemas.openxmlformats.org/presentationml/2006/ole">
                <mc:AlternateContent xmlns:mc="http://schemas.openxmlformats.org/markup-compatibility/2006">
                  <mc:Choice xmlns:v="urn:schemas-microsoft-com:vml" Requires="v">
                    <p:oleObj spid="_x0000_s49733" r:id="rId75" imgW="190983" imgH="229116" progId="">
                      <p:embed/>
                    </p:oleObj>
                  </mc:Choice>
                  <mc:Fallback>
                    <p:oleObj r:id="rId75" imgW="190983" imgH="229116" progId="">
                      <p:embed/>
                      <p:pic>
                        <p:nvPicPr>
                          <p:cNvPr id="50206" name="Object 30"/>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6441532" y="3450518"/>
                            <a:ext cx="186435" cy="216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93" name="Object 35"/>
            <p:cNvGraphicFramePr>
              <a:graphicFrameLocks noChangeAspect="1"/>
            </p:cNvGraphicFramePr>
            <p:nvPr>
              <p:extLst>
                <p:ext uri="{D42A27DB-BD31-4B8C-83A1-F6EECF244321}">
                  <p14:modId xmlns:p14="http://schemas.microsoft.com/office/powerpoint/2010/main" val="607639680"/>
                </p:ext>
              </p:extLst>
            </p:nvPr>
          </p:nvGraphicFramePr>
          <p:xfrm>
            <a:off x="6923996" y="3766070"/>
            <a:ext cx="186435" cy="216748"/>
          </p:xfrm>
          <a:graphic>
            <a:graphicData uri="http://schemas.openxmlformats.org/presentationml/2006/ole">
              <mc:AlternateContent xmlns:mc="http://schemas.openxmlformats.org/markup-compatibility/2006">
                <mc:Choice xmlns:v="urn:schemas-microsoft-com:vml" Requires="v">
                  <p:oleObj spid="_x0000_s49734" r:id="rId76" imgW="190983" imgH="229116" progId="">
                    <p:embed/>
                  </p:oleObj>
                </mc:Choice>
                <mc:Fallback>
                  <p:oleObj r:id="rId76" imgW="190983" imgH="229116" progId="">
                    <p:embed/>
                    <p:pic>
                      <p:nvPicPr>
                        <p:cNvPr id="50211" name="Object 35"/>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6923996" y="3766070"/>
                          <a:ext cx="186435" cy="216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30" name="组合 29">
            <a:extLst>
              <a:ext uri="{FF2B5EF4-FFF2-40B4-BE49-F238E27FC236}">
                <a16:creationId xmlns:a16="http://schemas.microsoft.com/office/drawing/2014/main" id="{21F580E4-5B46-473A-BDD6-B95E9D1C17B7}"/>
              </a:ext>
            </a:extLst>
          </p:cNvPr>
          <p:cNvGrpSpPr/>
          <p:nvPr/>
        </p:nvGrpSpPr>
        <p:grpSpPr>
          <a:xfrm>
            <a:off x="5712479" y="1802535"/>
            <a:ext cx="1277484" cy="1347388"/>
            <a:chOff x="5712479" y="1802535"/>
            <a:chExt cx="1277484" cy="1347388"/>
          </a:xfrm>
        </p:grpSpPr>
        <p:sp>
          <p:nvSpPr>
            <p:cNvPr id="103" name="弧形 25"/>
            <p:cNvSpPr>
              <a:spLocks noChangeArrowheads="1"/>
            </p:cNvSpPr>
            <p:nvPr/>
          </p:nvSpPr>
          <p:spPr bwMode="auto">
            <a:xfrm rot="10800000">
              <a:off x="5712479" y="1802535"/>
              <a:ext cx="1277484" cy="1199213"/>
            </a:xfrm>
            <a:custGeom>
              <a:avLst/>
              <a:gdLst>
                <a:gd name="T0" fmla="*/ 940431 w 1827469"/>
                <a:gd name="T1" fmla="*/ 379 h 1774216"/>
                <a:gd name="T2" fmla="*/ 913735 w 1827469"/>
                <a:gd name="T3" fmla="*/ 887108 h 1774216"/>
                <a:gd name="T4" fmla="*/ 1813408 w 1827469"/>
                <a:gd name="T5" fmla="*/ 732080 h 1774216"/>
                <a:gd name="T6" fmla="*/ 11796480 60000 65536"/>
                <a:gd name="T7" fmla="*/ 17694720 60000 65536"/>
                <a:gd name="T8" fmla="*/ 5898240 60000 65536"/>
                <a:gd name="T9" fmla="*/ 940431 w 1827469"/>
                <a:gd name="T10" fmla="*/ 379 h 1774216"/>
                <a:gd name="T11" fmla="*/ 1813408 w 1827469"/>
                <a:gd name="T12" fmla="*/ 732080 h 1774216"/>
              </a:gdLst>
              <a:ahLst/>
              <a:cxnLst>
                <a:cxn ang="T6">
                  <a:pos x="T0" y="T1"/>
                </a:cxn>
                <a:cxn ang="T7">
                  <a:pos x="T2" y="T3"/>
                </a:cxn>
                <a:cxn ang="T8">
                  <a:pos x="T4" y="T5"/>
                </a:cxn>
              </a:cxnLst>
              <a:rect l="T9" t="T10" r="T11" b="T12"/>
              <a:pathLst>
                <a:path w="1827469" h="1774216" stroke="0">
                  <a:moveTo>
                    <a:pt x="940431" y="379"/>
                  </a:moveTo>
                  <a:lnTo>
                    <a:pt x="940431" y="378"/>
                  </a:lnTo>
                  <a:cubicBezTo>
                    <a:pt x="1373237" y="12660"/>
                    <a:pt x="1737740" y="318176"/>
                    <a:pt x="1813408" y="732081"/>
                  </a:cubicBezTo>
                  <a:lnTo>
                    <a:pt x="913735" y="887108"/>
                  </a:lnTo>
                  <a:close/>
                </a:path>
                <a:path w="1827469" h="1774216" fill="none">
                  <a:moveTo>
                    <a:pt x="940431" y="379"/>
                  </a:moveTo>
                  <a:lnTo>
                    <a:pt x="940431" y="378"/>
                  </a:lnTo>
                  <a:cubicBezTo>
                    <a:pt x="1373237" y="12660"/>
                    <a:pt x="1737740" y="318176"/>
                    <a:pt x="1813408" y="732081"/>
                  </a:cubicBezTo>
                </a:path>
              </a:pathLst>
            </a:custGeom>
            <a:noFill/>
            <a:ln w="38100" cmpd="sng">
              <a:solidFill>
                <a:srgbClr val="F3C97F"/>
              </a:solidFill>
              <a:miter lim="800000"/>
              <a:headEnd/>
              <a:tailEnd/>
            </a:ln>
            <a:effectLst>
              <a:outerShdw dist="23000" dir="5400000" algn="ctr" rotWithShape="0">
                <a:srgbClr val="000000">
                  <a:alpha val="32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400">
                <a:latin typeface="微软雅黑" panose="020B0503020204020204" pitchFamily="34" charset="-122"/>
                <a:ea typeface="微软雅黑" panose="020B0503020204020204" pitchFamily="34" charset="-122"/>
              </a:endParaRPr>
            </a:p>
          </p:txBody>
        </p:sp>
        <p:graphicFrame>
          <p:nvGraphicFramePr>
            <p:cNvPr id="89" name="Object 31"/>
            <p:cNvGraphicFramePr>
              <a:graphicFrameLocks noChangeAspect="1"/>
            </p:cNvGraphicFramePr>
            <p:nvPr>
              <p:extLst>
                <p:ext uri="{D42A27DB-BD31-4B8C-83A1-F6EECF244321}">
                  <p14:modId xmlns:p14="http://schemas.microsoft.com/office/powerpoint/2010/main" val="1433865650"/>
                </p:ext>
              </p:extLst>
            </p:nvPr>
          </p:nvGraphicFramePr>
          <p:xfrm>
            <a:off x="5985567" y="2706112"/>
            <a:ext cx="186435" cy="216748"/>
          </p:xfrm>
          <a:graphic>
            <a:graphicData uri="http://schemas.openxmlformats.org/presentationml/2006/ole">
              <mc:AlternateContent xmlns:mc="http://schemas.openxmlformats.org/markup-compatibility/2006">
                <mc:Choice xmlns:v="urn:schemas-microsoft-com:vml" Requires="v">
                  <p:oleObj spid="_x0000_s49735" r:id="rId77" imgW="190983" imgH="229116" progId="">
                    <p:embed/>
                  </p:oleObj>
                </mc:Choice>
                <mc:Fallback>
                  <p:oleObj r:id="rId77" imgW="190983" imgH="229116" progId="">
                    <p:embed/>
                    <p:pic>
                      <p:nvPicPr>
                        <p:cNvPr id="50207" name="Object 31"/>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5985567" y="2706112"/>
                          <a:ext cx="186435" cy="216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4" name="Object 36"/>
            <p:cNvGraphicFramePr>
              <a:graphicFrameLocks noChangeAspect="1"/>
            </p:cNvGraphicFramePr>
            <p:nvPr>
              <p:extLst>
                <p:ext uri="{D42A27DB-BD31-4B8C-83A1-F6EECF244321}">
                  <p14:modId xmlns:p14="http://schemas.microsoft.com/office/powerpoint/2010/main" val="832695571"/>
                </p:ext>
              </p:extLst>
            </p:nvPr>
          </p:nvGraphicFramePr>
          <p:xfrm>
            <a:off x="6424298" y="2933175"/>
            <a:ext cx="198643" cy="216748"/>
          </p:xfrm>
          <a:graphic>
            <a:graphicData uri="http://schemas.openxmlformats.org/presentationml/2006/ole">
              <mc:AlternateContent xmlns:mc="http://schemas.openxmlformats.org/markup-compatibility/2006">
                <mc:Choice xmlns:v="urn:schemas-microsoft-com:vml" Requires="v">
                  <p:oleObj spid="_x0000_s49736" r:id="rId78" imgW="203605" imgH="229016" progId="">
                    <p:embed/>
                  </p:oleObj>
                </mc:Choice>
                <mc:Fallback>
                  <p:oleObj r:id="rId78" imgW="203605" imgH="229016" progId="">
                    <p:embed/>
                    <p:pic>
                      <p:nvPicPr>
                        <p:cNvPr id="50212" name="Object 36"/>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6424298" y="2933175"/>
                          <a:ext cx="198643" cy="216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37" name="组合 36">
            <a:extLst>
              <a:ext uri="{FF2B5EF4-FFF2-40B4-BE49-F238E27FC236}">
                <a16:creationId xmlns:a16="http://schemas.microsoft.com/office/drawing/2014/main" id="{2A7687A4-3D56-4C94-9FD8-2982606FCA55}"/>
              </a:ext>
            </a:extLst>
          </p:cNvPr>
          <p:cNvGrpSpPr/>
          <p:nvPr/>
        </p:nvGrpSpPr>
        <p:grpSpPr>
          <a:xfrm>
            <a:off x="5753723" y="4026252"/>
            <a:ext cx="282292" cy="2117447"/>
            <a:chOff x="5753723" y="4026252"/>
            <a:chExt cx="282292" cy="2117447"/>
          </a:xfrm>
        </p:grpSpPr>
        <p:cxnSp>
          <p:nvCxnSpPr>
            <p:cNvPr id="63" name="直接连接符 45"/>
            <p:cNvCxnSpPr>
              <a:cxnSpLocks noChangeShapeType="1"/>
            </p:cNvCxnSpPr>
            <p:nvPr/>
          </p:nvCxnSpPr>
          <p:spPr bwMode="auto">
            <a:xfrm rot="5400000">
              <a:off x="5062554" y="4916577"/>
              <a:ext cx="1780650" cy="0"/>
            </a:xfrm>
            <a:prstGeom prst="line">
              <a:avLst/>
            </a:prstGeom>
            <a:noFill/>
            <a:ln w="9525" cmpd="sng">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66" name="Object 45"/>
            <p:cNvGraphicFramePr>
              <a:graphicFrameLocks noChangeAspect="1"/>
            </p:cNvGraphicFramePr>
            <p:nvPr>
              <p:extLst>
                <p:ext uri="{D42A27DB-BD31-4B8C-83A1-F6EECF244321}">
                  <p14:modId xmlns:p14="http://schemas.microsoft.com/office/powerpoint/2010/main" val="4097071841"/>
                </p:ext>
              </p:extLst>
            </p:nvPr>
          </p:nvGraphicFramePr>
          <p:xfrm>
            <a:off x="5753723" y="5861363"/>
            <a:ext cx="282292" cy="282336"/>
          </p:xfrm>
          <a:graphic>
            <a:graphicData uri="http://schemas.openxmlformats.org/presentationml/2006/ole">
              <mc:AlternateContent xmlns:mc="http://schemas.openxmlformats.org/markup-compatibility/2006">
                <mc:Choice xmlns:v="urn:schemas-microsoft-com:vml" Requires="v">
                  <p:oleObj spid="_x0000_s49737" r:id="rId79" imgW="229215" imgH="229215" progId="">
                    <p:embed/>
                  </p:oleObj>
                </mc:Choice>
                <mc:Fallback>
                  <p:oleObj r:id="rId79" imgW="229215" imgH="229215" progId="">
                    <p:embed/>
                    <p:pic>
                      <p:nvPicPr>
                        <p:cNvPr id="50221" name="Object 45"/>
                        <p:cNvPicPr>
                          <a:picLocks noChangeAspect="1" noChangeArrowheads="1"/>
                        </p:cNvPicPr>
                        <p:nvPr/>
                      </p:nvPicPr>
                      <p:blipFill>
                        <a:blip r:embed="rId80">
                          <a:extLst>
                            <a:ext uri="{28A0092B-C50C-407E-A947-70E740481C1C}">
                              <a14:useLocalDpi xmlns:a14="http://schemas.microsoft.com/office/drawing/2010/main" val="0"/>
                            </a:ext>
                          </a:extLst>
                        </a:blip>
                        <a:srcRect/>
                        <a:stretch>
                          <a:fillRect/>
                        </a:stretch>
                      </p:blipFill>
                      <p:spPr bwMode="auto">
                        <a:xfrm>
                          <a:off x="5753723" y="5861363"/>
                          <a:ext cx="282292" cy="282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38" name="组合 37">
            <a:extLst>
              <a:ext uri="{FF2B5EF4-FFF2-40B4-BE49-F238E27FC236}">
                <a16:creationId xmlns:a16="http://schemas.microsoft.com/office/drawing/2014/main" id="{76CC66BB-2C62-4944-8D94-72B2113EA8FC}"/>
              </a:ext>
            </a:extLst>
          </p:cNvPr>
          <p:cNvGrpSpPr/>
          <p:nvPr/>
        </p:nvGrpSpPr>
        <p:grpSpPr>
          <a:xfrm>
            <a:off x="6018572" y="4059793"/>
            <a:ext cx="268535" cy="2082909"/>
            <a:chOff x="6018572" y="4059793"/>
            <a:chExt cx="268535" cy="2082909"/>
          </a:xfrm>
        </p:grpSpPr>
        <p:cxnSp>
          <p:nvCxnSpPr>
            <p:cNvPr id="64" name="直接连接符 48"/>
            <p:cNvCxnSpPr>
              <a:cxnSpLocks noChangeShapeType="1"/>
            </p:cNvCxnSpPr>
            <p:nvPr/>
          </p:nvCxnSpPr>
          <p:spPr bwMode="auto">
            <a:xfrm rot="5400000">
              <a:off x="5145018" y="4933347"/>
              <a:ext cx="1763879" cy="16772"/>
            </a:xfrm>
            <a:prstGeom prst="line">
              <a:avLst/>
            </a:prstGeom>
            <a:noFill/>
            <a:ln w="9525" cmpd="sng">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67" name="Object 46"/>
            <p:cNvGraphicFramePr>
              <a:graphicFrameLocks noChangeAspect="1"/>
            </p:cNvGraphicFramePr>
            <p:nvPr>
              <p:extLst>
                <p:ext uri="{D42A27DB-BD31-4B8C-83A1-F6EECF244321}">
                  <p14:modId xmlns:p14="http://schemas.microsoft.com/office/powerpoint/2010/main" val="2272730565"/>
                </p:ext>
              </p:extLst>
            </p:nvPr>
          </p:nvGraphicFramePr>
          <p:xfrm>
            <a:off x="6021585" y="5860366"/>
            <a:ext cx="265522" cy="282336"/>
          </p:xfrm>
          <a:graphic>
            <a:graphicData uri="http://schemas.openxmlformats.org/presentationml/2006/ole">
              <mc:AlternateContent xmlns:mc="http://schemas.openxmlformats.org/markup-compatibility/2006">
                <mc:Choice xmlns:v="urn:schemas-microsoft-com:vml" Requires="v">
                  <p:oleObj spid="_x0000_s49738" r:id="rId81" imgW="216217" imgH="228917" progId="">
                    <p:embed/>
                  </p:oleObj>
                </mc:Choice>
                <mc:Fallback>
                  <p:oleObj r:id="rId81" imgW="216217" imgH="228917" progId="">
                    <p:embed/>
                    <p:pic>
                      <p:nvPicPr>
                        <p:cNvPr id="50222" name="Object 46"/>
                        <p:cNvPicPr>
                          <a:picLocks noChangeAspect="1" noChangeArrowheads="1"/>
                        </p:cNvPicPr>
                        <p:nvPr/>
                      </p:nvPicPr>
                      <p:blipFill>
                        <a:blip r:embed="rId82">
                          <a:extLst>
                            <a:ext uri="{28A0092B-C50C-407E-A947-70E740481C1C}">
                              <a14:useLocalDpi xmlns:a14="http://schemas.microsoft.com/office/drawing/2010/main" val="0"/>
                            </a:ext>
                          </a:extLst>
                        </a:blip>
                        <a:srcRect/>
                        <a:stretch>
                          <a:fillRect/>
                        </a:stretch>
                      </p:blipFill>
                      <p:spPr bwMode="auto">
                        <a:xfrm>
                          <a:off x="6021585" y="5860366"/>
                          <a:ext cx="265522" cy="282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34" name="组合 33">
            <a:extLst>
              <a:ext uri="{FF2B5EF4-FFF2-40B4-BE49-F238E27FC236}">
                <a16:creationId xmlns:a16="http://schemas.microsoft.com/office/drawing/2014/main" id="{38BCD86E-BCC3-4581-A732-F267E580D3CD}"/>
              </a:ext>
            </a:extLst>
          </p:cNvPr>
          <p:cNvGrpSpPr/>
          <p:nvPr/>
        </p:nvGrpSpPr>
        <p:grpSpPr>
          <a:xfrm>
            <a:off x="5409115" y="4486088"/>
            <a:ext cx="2022516" cy="1673756"/>
            <a:chOff x="5409115" y="4486088"/>
            <a:chExt cx="2022516" cy="1673756"/>
          </a:xfrm>
        </p:grpSpPr>
        <p:cxnSp>
          <p:nvCxnSpPr>
            <p:cNvPr id="61" name="直接箭头连接符 40"/>
            <p:cNvCxnSpPr>
              <a:cxnSpLocks noChangeShapeType="1"/>
            </p:cNvCxnSpPr>
            <p:nvPr/>
          </p:nvCxnSpPr>
          <p:spPr bwMode="auto">
            <a:xfrm>
              <a:off x="5673343" y="5806902"/>
              <a:ext cx="1758288" cy="16772"/>
            </a:xfrm>
            <a:prstGeom prst="straightConnector1">
              <a:avLst/>
            </a:prstGeom>
            <a:noFill/>
            <a:ln w="9525" cmpd="sng">
              <a:solidFill>
                <a:srgbClr val="7F7F7F"/>
              </a:solidFill>
              <a:round/>
              <a:headEnd/>
              <a:tailEnd type="stealth" w="med" len="med"/>
            </a:ln>
            <a:extLst>
              <a:ext uri="{909E8E84-426E-40DD-AFC4-6F175D3DCCD1}">
                <a14:hiddenFill xmlns:a14="http://schemas.microsoft.com/office/drawing/2010/main">
                  <a:noFill/>
                </a14:hiddenFill>
              </a:ext>
            </a:extLst>
          </p:spPr>
        </p:cxnSp>
        <p:cxnSp>
          <p:nvCxnSpPr>
            <p:cNvPr id="62" name="直接箭头连接符 42"/>
            <p:cNvCxnSpPr>
              <a:cxnSpLocks noChangeShapeType="1"/>
            </p:cNvCxnSpPr>
            <p:nvPr/>
          </p:nvCxnSpPr>
          <p:spPr bwMode="auto">
            <a:xfrm rot="5400000" flipH="1" flipV="1">
              <a:off x="4995465" y="5147193"/>
              <a:ext cx="1322210" cy="0"/>
            </a:xfrm>
            <a:prstGeom prst="straightConnector1">
              <a:avLst/>
            </a:prstGeom>
            <a:noFill/>
            <a:ln w="9525" cmpd="sng">
              <a:solidFill>
                <a:srgbClr val="7F7F7F"/>
              </a:solidFill>
              <a:round/>
              <a:headEnd/>
              <a:tailEnd type="stealth" w="med" len="med"/>
            </a:ln>
            <a:extLst>
              <a:ext uri="{909E8E84-426E-40DD-AFC4-6F175D3DCCD1}">
                <a14:hiddenFill xmlns:a14="http://schemas.microsoft.com/office/drawing/2010/main">
                  <a:noFill/>
                </a14:hiddenFill>
              </a:ext>
            </a:extLst>
          </p:spPr>
        </p:cxnSp>
        <p:graphicFrame>
          <p:nvGraphicFramePr>
            <p:cNvPr id="65" name="Object 44"/>
            <p:cNvGraphicFramePr>
              <a:graphicFrameLocks noChangeAspect="1"/>
            </p:cNvGraphicFramePr>
            <p:nvPr>
              <p:extLst>
                <p:ext uri="{D42A27DB-BD31-4B8C-83A1-F6EECF244321}">
                  <p14:modId xmlns:p14="http://schemas.microsoft.com/office/powerpoint/2010/main" val="1123147164"/>
                </p:ext>
              </p:extLst>
            </p:nvPr>
          </p:nvGraphicFramePr>
          <p:xfrm>
            <a:off x="5459283" y="5850924"/>
            <a:ext cx="187263" cy="218042"/>
          </p:xfrm>
          <a:graphic>
            <a:graphicData uri="http://schemas.openxmlformats.org/presentationml/2006/ole">
              <mc:AlternateContent xmlns:mc="http://schemas.openxmlformats.org/markup-compatibility/2006">
                <mc:Choice xmlns:v="urn:schemas-microsoft-com:vml" Requires="v">
                  <p:oleObj spid="_x0000_s49739" r:id="rId83" imgW="152717" imgH="178117" progId="">
                    <p:embed/>
                  </p:oleObj>
                </mc:Choice>
                <mc:Fallback>
                  <p:oleObj r:id="rId83" imgW="152717" imgH="178117" progId="">
                    <p:embed/>
                    <p:pic>
                      <p:nvPicPr>
                        <p:cNvPr id="50220" name="Object 44"/>
                        <p:cNvPicPr>
                          <a:picLocks noChangeAspect="1" noChangeArrowheads="1"/>
                        </p:cNvPicPr>
                        <p:nvPr/>
                      </p:nvPicPr>
                      <p:blipFill>
                        <a:blip r:embed="rId84">
                          <a:extLst>
                            <a:ext uri="{28A0092B-C50C-407E-A947-70E740481C1C}">
                              <a14:useLocalDpi xmlns:a14="http://schemas.microsoft.com/office/drawing/2010/main" val="0"/>
                            </a:ext>
                          </a:extLst>
                        </a:blip>
                        <a:srcRect/>
                        <a:stretch>
                          <a:fillRect/>
                        </a:stretch>
                      </p:blipFill>
                      <p:spPr bwMode="auto">
                        <a:xfrm>
                          <a:off x="5459283" y="5850924"/>
                          <a:ext cx="187263" cy="2180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8" name="Object 47"/>
            <p:cNvGraphicFramePr>
              <a:graphicFrameLocks noChangeAspect="1"/>
            </p:cNvGraphicFramePr>
            <p:nvPr>
              <p:extLst>
                <p:ext uri="{D42A27DB-BD31-4B8C-83A1-F6EECF244321}">
                  <p14:modId xmlns:p14="http://schemas.microsoft.com/office/powerpoint/2010/main" val="1315020370"/>
                </p:ext>
              </p:extLst>
            </p:nvPr>
          </p:nvGraphicFramePr>
          <p:xfrm>
            <a:off x="7155945" y="5877508"/>
            <a:ext cx="218008" cy="282336"/>
          </p:xfrm>
          <a:graphic>
            <a:graphicData uri="http://schemas.openxmlformats.org/presentationml/2006/ole">
              <mc:AlternateContent xmlns:mc="http://schemas.openxmlformats.org/markup-compatibility/2006">
                <mc:Choice xmlns:v="urn:schemas-microsoft-com:vml" Requires="v">
                  <p:oleObj spid="_x0000_s49740" r:id="rId85" imgW="178040" imgH="228818" progId="">
                    <p:embed/>
                  </p:oleObj>
                </mc:Choice>
                <mc:Fallback>
                  <p:oleObj r:id="rId85" imgW="178040" imgH="228818" progId="">
                    <p:embed/>
                    <p:pic>
                      <p:nvPicPr>
                        <p:cNvPr id="50223" name="Object 47"/>
                        <p:cNvPicPr>
                          <a:picLocks noChangeAspect="1" noChangeArrowheads="1"/>
                        </p:cNvPicPr>
                        <p:nvPr/>
                      </p:nvPicPr>
                      <p:blipFill>
                        <a:blip r:embed="rId86">
                          <a:extLst>
                            <a:ext uri="{28A0092B-C50C-407E-A947-70E740481C1C}">
                              <a14:useLocalDpi xmlns:a14="http://schemas.microsoft.com/office/drawing/2010/main" val="0"/>
                            </a:ext>
                          </a:extLst>
                        </a:blip>
                        <a:srcRect/>
                        <a:stretch>
                          <a:fillRect/>
                        </a:stretch>
                      </p:blipFill>
                      <p:spPr bwMode="auto">
                        <a:xfrm>
                          <a:off x="7155945" y="5877508"/>
                          <a:ext cx="218008" cy="282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9" name="Object 48"/>
            <p:cNvGraphicFramePr>
              <a:graphicFrameLocks noChangeAspect="1"/>
            </p:cNvGraphicFramePr>
            <p:nvPr>
              <p:extLst>
                <p:ext uri="{D42A27DB-BD31-4B8C-83A1-F6EECF244321}">
                  <p14:modId xmlns:p14="http://schemas.microsoft.com/office/powerpoint/2010/main" val="3624418410"/>
                </p:ext>
              </p:extLst>
            </p:nvPr>
          </p:nvGraphicFramePr>
          <p:xfrm>
            <a:off x="5409115" y="4545809"/>
            <a:ext cx="187263" cy="282336"/>
          </p:xfrm>
          <a:graphic>
            <a:graphicData uri="http://schemas.openxmlformats.org/presentationml/2006/ole">
              <mc:AlternateContent xmlns:mc="http://schemas.openxmlformats.org/markup-compatibility/2006">
                <mc:Choice xmlns:v="urn:schemas-microsoft-com:vml" Requires="v">
                  <p:oleObj spid="_x0000_s49741" r:id="rId87" imgW="152783" imgH="229016" progId="">
                    <p:embed/>
                  </p:oleObj>
                </mc:Choice>
                <mc:Fallback>
                  <p:oleObj r:id="rId87" imgW="152783" imgH="229016" progId="">
                    <p:embed/>
                    <p:pic>
                      <p:nvPicPr>
                        <p:cNvPr id="50224" name="Object 48"/>
                        <p:cNvPicPr>
                          <a:picLocks noChangeAspect="1" noChangeArrowheads="1"/>
                        </p:cNvPicPr>
                        <p:nvPr/>
                      </p:nvPicPr>
                      <p:blipFill>
                        <a:blip r:embed="rId88">
                          <a:extLst>
                            <a:ext uri="{28A0092B-C50C-407E-A947-70E740481C1C}">
                              <a14:useLocalDpi xmlns:a14="http://schemas.microsoft.com/office/drawing/2010/main" val="0"/>
                            </a:ext>
                          </a:extLst>
                        </a:blip>
                        <a:srcRect/>
                        <a:stretch>
                          <a:fillRect/>
                        </a:stretch>
                      </p:blipFill>
                      <p:spPr bwMode="auto">
                        <a:xfrm>
                          <a:off x="5409115" y="4545809"/>
                          <a:ext cx="187263" cy="282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39" name="组合 38">
            <a:extLst>
              <a:ext uri="{FF2B5EF4-FFF2-40B4-BE49-F238E27FC236}">
                <a16:creationId xmlns:a16="http://schemas.microsoft.com/office/drawing/2014/main" id="{AA807989-BBAF-4E6C-9BEF-0DF726DE4726}"/>
              </a:ext>
            </a:extLst>
          </p:cNvPr>
          <p:cNvGrpSpPr/>
          <p:nvPr/>
        </p:nvGrpSpPr>
        <p:grpSpPr>
          <a:xfrm>
            <a:off x="5175768" y="4214938"/>
            <a:ext cx="1334567" cy="2464119"/>
            <a:chOff x="5175768" y="4214938"/>
            <a:chExt cx="1334567" cy="2464119"/>
          </a:xfrm>
        </p:grpSpPr>
        <p:sp>
          <p:nvSpPr>
            <p:cNvPr id="59" name="弧形 49"/>
            <p:cNvSpPr>
              <a:spLocks noChangeArrowheads="1"/>
            </p:cNvSpPr>
            <p:nvPr/>
          </p:nvSpPr>
          <p:spPr bwMode="auto">
            <a:xfrm rot="1981822">
              <a:off x="5175768" y="4214938"/>
              <a:ext cx="735182" cy="2464119"/>
            </a:xfrm>
            <a:custGeom>
              <a:avLst/>
              <a:gdLst>
                <a:gd name="T0" fmla="*/ 571618 w 835144"/>
                <a:gd name="T1" fmla="*/ 98703 h 2798725"/>
                <a:gd name="T2" fmla="*/ 417572 w 835144"/>
                <a:gd name="T3" fmla="*/ 1399363 h 2798725"/>
                <a:gd name="T4" fmla="*/ 835144 w 835144"/>
                <a:gd name="T5" fmla="*/ 1399363 h 2798725"/>
                <a:gd name="T6" fmla="*/ 11796480 60000 65536"/>
                <a:gd name="T7" fmla="*/ 11796480 60000 65536"/>
                <a:gd name="T8" fmla="*/ 5898240 60000 65536"/>
                <a:gd name="T9" fmla="*/ 571618 w 835144"/>
                <a:gd name="T10" fmla="*/ 98703 h 2798725"/>
                <a:gd name="T11" fmla="*/ 835144 w 835144"/>
                <a:gd name="T12" fmla="*/ 1399363 h 2798725"/>
              </a:gdLst>
              <a:ahLst/>
              <a:cxnLst>
                <a:cxn ang="T6">
                  <a:pos x="T0" y="T1"/>
                </a:cxn>
                <a:cxn ang="T7">
                  <a:pos x="T2" y="T3"/>
                </a:cxn>
                <a:cxn ang="T8">
                  <a:pos x="T4" y="T5"/>
                </a:cxn>
              </a:cxnLst>
              <a:rect l="T9" t="T10" r="T11" b="T12"/>
              <a:pathLst>
                <a:path w="835144" h="2798725" stroke="0">
                  <a:moveTo>
                    <a:pt x="571618" y="98703"/>
                  </a:moveTo>
                  <a:lnTo>
                    <a:pt x="571617" y="98703"/>
                  </a:lnTo>
                  <a:cubicBezTo>
                    <a:pt x="730699" y="310298"/>
                    <a:pt x="835144" y="825793"/>
                    <a:pt x="835144" y="1399363"/>
                  </a:cubicBezTo>
                  <a:cubicBezTo>
                    <a:pt x="835144" y="1399363"/>
                    <a:pt x="835143" y="1399363"/>
                    <a:pt x="835143" y="1399363"/>
                  </a:cubicBezTo>
                  <a:lnTo>
                    <a:pt x="417572" y="1399363"/>
                  </a:lnTo>
                  <a:close/>
                </a:path>
                <a:path w="835144" h="2798725" fill="none">
                  <a:moveTo>
                    <a:pt x="571618" y="98703"/>
                  </a:moveTo>
                  <a:lnTo>
                    <a:pt x="571617" y="98703"/>
                  </a:lnTo>
                  <a:cubicBezTo>
                    <a:pt x="730699" y="310298"/>
                    <a:pt x="835144" y="825793"/>
                    <a:pt x="835144" y="1399363"/>
                  </a:cubicBezTo>
                  <a:cubicBezTo>
                    <a:pt x="835144" y="1399363"/>
                    <a:pt x="835143" y="1399363"/>
                    <a:pt x="835143" y="1399363"/>
                  </a:cubicBezTo>
                </a:path>
              </a:pathLst>
            </a:custGeom>
            <a:noFill/>
            <a:ln w="38100" cmpd="sng">
              <a:solidFill>
                <a:srgbClr val="BB1528"/>
              </a:solidFill>
              <a:miter lim="800000"/>
              <a:headEnd/>
              <a:tailEnd/>
            </a:ln>
            <a:effectLst>
              <a:outerShdw dist="23000" dir="5400000" algn="ctr" rotWithShape="0">
                <a:srgbClr val="000000">
                  <a:alpha val="32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400">
                <a:latin typeface="微软雅黑" panose="020B0503020204020204" pitchFamily="34" charset="-122"/>
                <a:ea typeface="微软雅黑" panose="020B0503020204020204" pitchFamily="34" charset="-122"/>
              </a:endParaRPr>
            </a:p>
          </p:txBody>
        </p:sp>
        <p:graphicFrame>
          <p:nvGraphicFramePr>
            <p:cNvPr id="72" name="Object 51"/>
            <p:cNvGraphicFramePr>
              <a:graphicFrameLocks noChangeAspect="1"/>
            </p:cNvGraphicFramePr>
            <p:nvPr>
              <p:extLst>
                <p:ext uri="{D42A27DB-BD31-4B8C-83A1-F6EECF244321}">
                  <p14:modId xmlns:p14="http://schemas.microsoft.com/office/powerpoint/2010/main" val="3053065734"/>
                </p:ext>
              </p:extLst>
            </p:nvPr>
          </p:nvGraphicFramePr>
          <p:xfrm>
            <a:off x="6307700" y="4607822"/>
            <a:ext cx="202635" cy="202668"/>
          </p:xfrm>
          <a:graphic>
            <a:graphicData uri="http://schemas.openxmlformats.org/presentationml/2006/ole">
              <mc:AlternateContent xmlns:mc="http://schemas.openxmlformats.org/markup-compatibility/2006">
                <mc:Choice xmlns:v="urn:schemas-microsoft-com:vml" Requires="v">
                  <p:oleObj spid="_x0000_s49742" r:id="rId89" imgW="165489" imgH="165489" progId="">
                    <p:embed/>
                  </p:oleObj>
                </mc:Choice>
                <mc:Fallback>
                  <p:oleObj r:id="rId89" imgW="165489" imgH="165489" progId="">
                    <p:embed/>
                    <p:pic>
                      <p:nvPicPr>
                        <p:cNvPr id="50227" name="Object 51"/>
                        <p:cNvPicPr>
                          <a:picLocks noChangeAspect="1" noChangeArrowheads="1"/>
                        </p:cNvPicPr>
                        <p:nvPr/>
                      </p:nvPicPr>
                      <p:blipFill>
                        <a:blip r:embed="rId90">
                          <a:extLst>
                            <a:ext uri="{28A0092B-C50C-407E-A947-70E740481C1C}">
                              <a14:useLocalDpi xmlns:a14="http://schemas.microsoft.com/office/drawing/2010/main" val="0"/>
                            </a:ext>
                          </a:extLst>
                        </a:blip>
                        <a:srcRect/>
                        <a:stretch>
                          <a:fillRect/>
                        </a:stretch>
                      </p:blipFill>
                      <p:spPr bwMode="auto">
                        <a:xfrm>
                          <a:off x="6307700" y="4607822"/>
                          <a:ext cx="202635" cy="2026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36" name="组合 35">
            <a:extLst>
              <a:ext uri="{FF2B5EF4-FFF2-40B4-BE49-F238E27FC236}">
                <a16:creationId xmlns:a16="http://schemas.microsoft.com/office/drawing/2014/main" id="{C2836CE8-7353-454E-A788-E3D779463E90}"/>
              </a:ext>
            </a:extLst>
          </p:cNvPr>
          <p:cNvGrpSpPr/>
          <p:nvPr/>
        </p:nvGrpSpPr>
        <p:grpSpPr>
          <a:xfrm>
            <a:off x="5370442" y="5401547"/>
            <a:ext cx="599211" cy="282336"/>
            <a:chOff x="5370442" y="5401547"/>
            <a:chExt cx="599211" cy="282336"/>
          </a:xfrm>
        </p:grpSpPr>
        <p:graphicFrame>
          <p:nvGraphicFramePr>
            <p:cNvPr id="71" name="Object 50"/>
            <p:cNvGraphicFramePr>
              <a:graphicFrameLocks noChangeAspect="1"/>
            </p:cNvGraphicFramePr>
            <p:nvPr>
              <p:extLst>
                <p:ext uri="{D42A27DB-BD31-4B8C-83A1-F6EECF244321}">
                  <p14:modId xmlns:p14="http://schemas.microsoft.com/office/powerpoint/2010/main" val="2000516141"/>
                </p:ext>
              </p:extLst>
            </p:nvPr>
          </p:nvGraphicFramePr>
          <p:xfrm>
            <a:off x="5370442" y="5401547"/>
            <a:ext cx="250151" cy="282336"/>
          </p:xfrm>
          <a:graphic>
            <a:graphicData uri="http://schemas.openxmlformats.org/presentationml/2006/ole">
              <mc:AlternateContent xmlns:mc="http://schemas.openxmlformats.org/markup-compatibility/2006">
                <mc:Choice xmlns:v="urn:schemas-microsoft-com:vml" Requires="v">
                  <p:oleObj spid="_x0000_s49743" r:id="rId91" imgW="203605" imgH="229016" progId="">
                    <p:embed/>
                  </p:oleObj>
                </mc:Choice>
                <mc:Fallback>
                  <p:oleObj r:id="rId91" imgW="203605" imgH="229016" progId="">
                    <p:embed/>
                    <p:pic>
                      <p:nvPicPr>
                        <p:cNvPr id="50226" name="Object 50"/>
                        <p:cNvPicPr>
                          <a:picLocks noChangeAspect="1" noChangeArrowheads="1"/>
                        </p:cNvPicPr>
                        <p:nvPr/>
                      </p:nvPicPr>
                      <p:blipFill>
                        <a:blip r:embed="rId92">
                          <a:extLst>
                            <a:ext uri="{28A0092B-C50C-407E-A947-70E740481C1C}">
                              <a14:useLocalDpi xmlns:a14="http://schemas.microsoft.com/office/drawing/2010/main" val="0"/>
                            </a:ext>
                          </a:extLst>
                        </a:blip>
                        <a:srcRect/>
                        <a:stretch>
                          <a:fillRect/>
                        </a:stretch>
                      </p:blipFill>
                      <p:spPr bwMode="auto">
                        <a:xfrm>
                          <a:off x="5370442" y="5401547"/>
                          <a:ext cx="250151" cy="282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73" name="直接连接符 65"/>
            <p:cNvCxnSpPr>
              <a:cxnSpLocks noChangeShapeType="1"/>
            </p:cNvCxnSpPr>
            <p:nvPr/>
          </p:nvCxnSpPr>
          <p:spPr bwMode="auto">
            <a:xfrm rot="10800000">
              <a:off x="5656571" y="5439310"/>
              <a:ext cx="313082" cy="1398"/>
            </a:xfrm>
            <a:prstGeom prst="line">
              <a:avLst/>
            </a:prstGeom>
            <a:noFill/>
            <a:ln w="9525" cmpd="sng">
              <a:solidFill>
                <a:srgbClr val="7F7F7F"/>
              </a:solidFill>
              <a:prstDash val="lgDash"/>
              <a:round/>
              <a:headEnd/>
              <a:tailEnd/>
            </a:ln>
            <a:extLst>
              <a:ext uri="{909E8E84-426E-40DD-AFC4-6F175D3DCCD1}">
                <a14:hiddenFill xmlns:a14="http://schemas.microsoft.com/office/drawing/2010/main">
                  <a:noFill/>
                </a14:hiddenFill>
              </a:ext>
            </a:extLst>
          </p:spPr>
        </p:cxnSp>
      </p:grpSp>
      <p:grpSp>
        <p:nvGrpSpPr>
          <p:cNvPr id="35" name="组合 34">
            <a:extLst>
              <a:ext uri="{FF2B5EF4-FFF2-40B4-BE49-F238E27FC236}">
                <a16:creationId xmlns:a16="http://schemas.microsoft.com/office/drawing/2014/main" id="{B930DA80-E799-4433-8FB3-DC065A602819}"/>
              </a:ext>
            </a:extLst>
          </p:cNvPr>
          <p:cNvGrpSpPr/>
          <p:nvPr/>
        </p:nvGrpSpPr>
        <p:grpSpPr>
          <a:xfrm>
            <a:off x="5376432" y="5153726"/>
            <a:ext cx="642139" cy="282336"/>
            <a:chOff x="5376432" y="5153726"/>
            <a:chExt cx="642139" cy="282336"/>
          </a:xfrm>
        </p:grpSpPr>
        <p:graphicFrame>
          <p:nvGraphicFramePr>
            <p:cNvPr id="70" name="Object 49"/>
            <p:cNvGraphicFramePr>
              <a:graphicFrameLocks noChangeAspect="1"/>
            </p:cNvGraphicFramePr>
            <p:nvPr>
              <p:extLst>
                <p:ext uri="{D42A27DB-BD31-4B8C-83A1-F6EECF244321}">
                  <p14:modId xmlns:p14="http://schemas.microsoft.com/office/powerpoint/2010/main" val="3676169443"/>
                </p:ext>
              </p:extLst>
            </p:nvPr>
          </p:nvGraphicFramePr>
          <p:xfrm>
            <a:off x="5376432" y="5153726"/>
            <a:ext cx="234778" cy="282336"/>
          </p:xfrm>
          <a:graphic>
            <a:graphicData uri="http://schemas.openxmlformats.org/presentationml/2006/ole">
              <mc:AlternateContent xmlns:mc="http://schemas.openxmlformats.org/markup-compatibility/2006">
                <mc:Choice xmlns:v="urn:schemas-microsoft-com:vml" Requires="v">
                  <p:oleObj spid="_x0000_s49744" r:id="rId93" imgW="190983" imgH="229116" progId="">
                    <p:embed/>
                  </p:oleObj>
                </mc:Choice>
                <mc:Fallback>
                  <p:oleObj r:id="rId93" imgW="190983" imgH="229116" progId="">
                    <p:embed/>
                    <p:pic>
                      <p:nvPicPr>
                        <p:cNvPr id="50225" name="Object 49"/>
                        <p:cNvPicPr>
                          <a:picLocks noChangeAspect="1" noChangeArrowheads="1"/>
                        </p:cNvPicPr>
                        <p:nvPr/>
                      </p:nvPicPr>
                      <p:blipFill>
                        <a:blip r:embed="rId94">
                          <a:extLst>
                            <a:ext uri="{28A0092B-C50C-407E-A947-70E740481C1C}">
                              <a14:useLocalDpi xmlns:a14="http://schemas.microsoft.com/office/drawing/2010/main" val="0"/>
                            </a:ext>
                          </a:extLst>
                        </a:blip>
                        <a:srcRect/>
                        <a:stretch>
                          <a:fillRect/>
                        </a:stretch>
                      </p:blipFill>
                      <p:spPr bwMode="auto">
                        <a:xfrm>
                          <a:off x="5376432" y="5153726"/>
                          <a:ext cx="234778" cy="282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74" name="直接连接符 67"/>
            <p:cNvCxnSpPr>
              <a:cxnSpLocks noChangeShapeType="1"/>
            </p:cNvCxnSpPr>
            <p:nvPr/>
          </p:nvCxnSpPr>
          <p:spPr bwMode="auto">
            <a:xfrm rot="10800000">
              <a:off x="5656571" y="5356847"/>
              <a:ext cx="362000" cy="0"/>
            </a:xfrm>
            <a:prstGeom prst="line">
              <a:avLst/>
            </a:prstGeom>
            <a:noFill/>
            <a:ln w="9525" cmpd="sng">
              <a:solidFill>
                <a:srgbClr val="7F7F7F"/>
              </a:solidFill>
              <a:prstDash val="lgDash"/>
              <a:round/>
              <a:headEnd/>
              <a:tailEnd/>
            </a:ln>
            <a:extLst>
              <a:ext uri="{909E8E84-426E-40DD-AFC4-6F175D3DCCD1}">
                <a14:hiddenFill xmlns:a14="http://schemas.microsoft.com/office/drawing/2010/main">
                  <a:noFill/>
                </a14:hiddenFill>
              </a:ext>
            </a:extLst>
          </p:spPr>
        </p:cxnSp>
      </p:grpSp>
      <p:sp>
        <p:nvSpPr>
          <p:cNvPr id="113" name="矩形 112">
            <a:extLst>
              <a:ext uri="{FF2B5EF4-FFF2-40B4-BE49-F238E27FC236}">
                <a16:creationId xmlns:a16="http://schemas.microsoft.com/office/drawing/2014/main" id="{F328D34E-DCC4-42C2-9B07-47FFA3493A99}"/>
              </a:ext>
            </a:extLst>
          </p:cNvPr>
          <p:cNvSpPr/>
          <p:nvPr/>
        </p:nvSpPr>
        <p:spPr>
          <a:xfrm>
            <a:off x="4381159" y="0"/>
            <a:ext cx="4762842" cy="369332"/>
          </a:xfrm>
          <a:prstGeom prst="rect">
            <a:avLst/>
          </a:prstGeom>
        </p:spPr>
        <p:txBody>
          <a:bodyPr wrap="squar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 第五节  价格变动的替代效应和收入效应</a:t>
            </a:r>
          </a:p>
        </p:txBody>
      </p:sp>
      <p:sp>
        <p:nvSpPr>
          <p:cNvPr id="114" name="矩形 113">
            <a:extLst>
              <a:ext uri="{FF2B5EF4-FFF2-40B4-BE49-F238E27FC236}">
                <a16:creationId xmlns:a16="http://schemas.microsoft.com/office/drawing/2014/main" id="{64F60000-4974-4F12-B128-B13407184D21}"/>
              </a:ext>
            </a:extLst>
          </p:cNvPr>
          <p:cNvSpPr/>
          <p:nvPr/>
        </p:nvSpPr>
        <p:spPr>
          <a:xfrm>
            <a:off x="467544" y="548680"/>
            <a:ext cx="4108817"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五、消费者需求曲线的形状</a:t>
            </a:r>
          </a:p>
        </p:txBody>
      </p:sp>
      <p:grpSp>
        <p:nvGrpSpPr>
          <p:cNvPr id="16" name="组合 15">
            <a:extLst>
              <a:ext uri="{FF2B5EF4-FFF2-40B4-BE49-F238E27FC236}">
                <a16:creationId xmlns:a16="http://schemas.microsoft.com/office/drawing/2014/main" id="{27523B09-5F17-4E6A-8AEB-665810D2F665}"/>
              </a:ext>
            </a:extLst>
          </p:cNvPr>
          <p:cNvGrpSpPr/>
          <p:nvPr/>
        </p:nvGrpSpPr>
        <p:grpSpPr>
          <a:xfrm>
            <a:off x="1585705" y="2815601"/>
            <a:ext cx="1639397" cy="1256930"/>
            <a:chOff x="1585705" y="2815601"/>
            <a:chExt cx="1639397" cy="1256930"/>
          </a:xfrm>
        </p:grpSpPr>
        <p:grpSp>
          <p:nvGrpSpPr>
            <p:cNvPr id="6" name="组合 5">
              <a:extLst>
                <a:ext uri="{FF2B5EF4-FFF2-40B4-BE49-F238E27FC236}">
                  <a16:creationId xmlns:a16="http://schemas.microsoft.com/office/drawing/2014/main" id="{E435CA90-51BD-4BAC-8DAB-17453D0BAF10}"/>
                </a:ext>
              </a:extLst>
            </p:cNvPr>
            <p:cNvGrpSpPr/>
            <p:nvPr/>
          </p:nvGrpSpPr>
          <p:grpSpPr>
            <a:xfrm>
              <a:off x="1585705" y="2815601"/>
              <a:ext cx="1639397" cy="1256930"/>
              <a:chOff x="1585705" y="2815601"/>
              <a:chExt cx="1639397" cy="1256930"/>
            </a:xfrm>
          </p:grpSpPr>
          <p:cxnSp>
            <p:nvCxnSpPr>
              <p:cNvPr id="49160" name="直接连接符 27"/>
              <p:cNvCxnSpPr>
                <a:cxnSpLocks noChangeShapeType="1"/>
              </p:cNvCxnSpPr>
              <p:nvPr/>
            </p:nvCxnSpPr>
            <p:spPr bwMode="auto">
              <a:xfrm>
                <a:off x="1585705" y="2815601"/>
                <a:ext cx="1574302" cy="1020669"/>
              </a:xfrm>
              <a:prstGeom prst="line">
                <a:avLst/>
              </a:prstGeom>
              <a:noFill/>
              <a:ln w="38100" cmpd="sng">
                <a:solidFill>
                  <a:srgbClr val="C3C9D7"/>
                </a:solidFill>
                <a:round/>
                <a:headEnd/>
                <a:tailEnd/>
              </a:ln>
              <a:effectLst>
                <a:outerShdw dist="23000" dir="5400000" algn="ctr" rotWithShape="0">
                  <a:srgbClr val="000000">
                    <a:alpha val="32999"/>
                  </a:srgbClr>
                </a:outerShdw>
              </a:effectLst>
              <a:extLst>
                <a:ext uri="{909E8E84-426E-40DD-AFC4-6F175D3DCCD1}">
                  <a14:hiddenFill xmlns:a14="http://schemas.microsoft.com/office/drawing/2010/main">
                    <a:noFill/>
                  </a14:hiddenFill>
                </a:ext>
              </a:extLst>
            </p:spPr>
          </p:cxnSp>
          <p:graphicFrame>
            <p:nvGraphicFramePr>
              <p:cNvPr id="49176" name="Object 24"/>
              <p:cNvGraphicFramePr>
                <a:graphicFrameLocks noChangeAspect="1"/>
              </p:cNvGraphicFramePr>
              <p:nvPr>
                <p:extLst>
                  <p:ext uri="{D42A27DB-BD31-4B8C-83A1-F6EECF244321}">
                    <p14:modId xmlns:p14="http://schemas.microsoft.com/office/powerpoint/2010/main" val="3249124325"/>
                  </p:ext>
                </p:extLst>
              </p:nvPr>
            </p:nvGraphicFramePr>
            <p:xfrm>
              <a:off x="3035067" y="3844659"/>
              <a:ext cx="190035" cy="227872"/>
            </p:xfrm>
            <a:graphic>
              <a:graphicData uri="http://schemas.openxmlformats.org/presentationml/2006/ole">
                <mc:AlternateContent xmlns:mc="http://schemas.openxmlformats.org/markup-compatibility/2006">
                  <mc:Choice xmlns:v="urn:schemas-microsoft-com:vml" Requires="v">
                    <p:oleObj spid="_x0000_s49745" r:id="rId95" imgW="178040" imgH="228818" progId="">
                      <p:embed/>
                    </p:oleObj>
                  </mc:Choice>
                  <mc:Fallback>
                    <p:oleObj r:id="rId95" imgW="178040" imgH="228818" progId="">
                      <p:embed/>
                      <p:pic>
                        <p:nvPicPr>
                          <p:cNvPr id="0" name="Object 24"/>
                          <p:cNvPicPr>
                            <a:picLocks noChangeAspect="1" noChangeArrowheads="1"/>
                          </p:cNvPicPr>
                          <p:nvPr/>
                        </p:nvPicPr>
                        <p:blipFill>
                          <a:blip r:embed="rId71">
                            <a:extLst>
                              <a:ext uri="{28A0092B-C50C-407E-A947-70E740481C1C}">
                                <a14:useLocalDpi xmlns:a14="http://schemas.microsoft.com/office/drawing/2010/main" val="0"/>
                              </a:ext>
                            </a:extLst>
                          </a:blip>
                          <a:srcRect/>
                          <a:stretch>
                            <a:fillRect/>
                          </a:stretch>
                        </p:blipFill>
                        <p:spPr bwMode="auto">
                          <a:xfrm>
                            <a:off x="3035067" y="3844659"/>
                            <a:ext cx="190035" cy="227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119" name="Object 34">
              <a:extLst>
                <a:ext uri="{FF2B5EF4-FFF2-40B4-BE49-F238E27FC236}">
                  <a16:creationId xmlns:a16="http://schemas.microsoft.com/office/drawing/2014/main" id="{25BAB8EE-5CF7-4A92-A58C-CC53E4275F93}"/>
                </a:ext>
              </a:extLst>
            </p:cNvPr>
            <p:cNvGraphicFramePr>
              <a:graphicFrameLocks noChangeAspect="1"/>
            </p:cNvGraphicFramePr>
            <p:nvPr>
              <p:extLst>
                <p:ext uri="{D42A27DB-BD31-4B8C-83A1-F6EECF244321}">
                  <p14:modId xmlns:p14="http://schemas.microsoft.com/office/powerpoint/2010/main" val="1044097646"/>
                </p:ext>
              </p:extLst>
            </p:nvPr>
          </p:nvGraphicFramePr>
          <p:xfrm>
            <a:off x="2606162" y="3587361"/>
            <a:ext cx="163235" cy="227872"/>
          </p:xfrm>
          <a:graphic>
            <a:graphicData uri="http://schemas.openxmlformats.org/presentationml/2006/ole">
              <mc:AlternateContent xmlns:mc="http://schemas.openxmlformats.org/markup-compatibility/2006">
                <mc:Choice xmlns:v="urn:schemas-microsoft-com:vml" Requires="v">
                  <p:oleObj spid="_x0000_s49746" r:id="rId96" imgW="152783" imgH="229016" progId="">
                    <p:embed/>
                  </p:oleObj>
                </mc:Choice>
                <mc:Fallback>
                  <p:oleObj r:id="rId96" imgW="152783" imgH="229016" progId="">
                    <p:embed/>
                    <p:pic>
                      <p:nvPicPr>
                        <p:cNvPr id="49186" name="Object 34"/>
                        <p:cNvPicPr>
                          <a:picLocks noChangeAspect="1" noChangeArrowheads="1"/>
                        </p:cNvPicPr>
                        <p:nvPr/>
                      </p:nvPicPr>
                      <p:blipFill>
                        <a:blip r:embed="rId73">
                          <a:extLst>
                            <a:ext uri="{28A0092B-C50C-407E-A947-70E740481C1C}">
                              <a14:useLocalDpi xmlns:a14="http://schemas.microsoft.com/office/drawing/2010/main" val="0"/>
                            </a:ext>
                          </a:extLst>
                        </a:blip>
                        <a:srcRect/>
                        <a:stretch>
                          <a:fillRect/>
                        </a:stretch>
                      </p:blipFill>
                      <p:spPr bwMode="auto">
                        <a:xfrm>
                          <a:off x="2606162" y="3587361"/>
                          <a:ext cx="163235" cy="227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31" name="组合 130">
            <a:extLst>
              <a:ext uri="{FF2B5EF4-FFF2-40B4-BE49-F238E27FC236}">
                <a16:creationId xmlns:a16="http://schemas.microsoft.com/office/drawing/2014/main" id="{4F1C51D3-86D6-4FD7-B673-EB22EADD3790}"/>
              </a:ext>
            </a:extLst>
          </p:cNvPr>
          <p:cNvGrpSpPr/>
          <p:nvPr/>
        </p:nvGrpSpPr>
        <p:grpSpPr>
          <a:xfrm>
            <a:off x="430743" y="1457254"/>
            <a:ext cx="2483619" cy="461665"/>
            <a:chOff x="467544" y="1161144"/>
            <a:chExt cx="3806023" cy="659493"/>
          </a:xfrm>
        </p:grpSpPr>
        <p:sp>
          <p:nvSpPr>
            <p:cNvPr id="132" name="MH_Text_1">
              <a:extLst>
                <a:ext uri="{FF2B5EF4-FFF2-40B4-BE49-F238E27FC236}">
                  <a16:creationId xmlns:a16="http://schemas.microsoft.com/office/drawing/2014/main" id="{B4CA561F-B2B6-4D16-AECB-19C0FAF40C13}"/>
                </a:ext>
              </a:extLst>
            </p:cNvPr>
            <p:cNvSpPr/>
            <p:nvPr>
              <p:custDataLst>
                <p:tags r:id="rId4"/>
              </p:custDataLst>
            </p:nvPr>
          </p:nvSpPr>
          <p:spPr bwMode="auto">
            <a:xfrm>
              <a:off x="467544" y="1161144"/>
              <a:ext cx="3806023" cy="659493"/>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algn="ctr">
                <a:defRPr/>
              </a:pPr>
              <a:r>
                <a:rPr lang="zh-CN" altLang="en-US" sz="2000" spc="150" dirty="0">
                  <a:solidFill>
                    <a:srgbClr val="000000"/>
                  </a:solidFill>
                  <a:latin typeface="微软雅黑" panose="020B0503020204020204" pitchFamily="34" charset="-122"/>
                  <a:ea typeface="微软雅黑" panose="020B0503020204020204" pitchFamily="34" charset="-122"/>
                </a:rPr>
                <a:t>正常品的需求曲线</a:t>
              </a:r>
            </a:p>
          </p:txBody>
        </p:sp>
        <p:sp>
          <p:nvSpPr>
            <p:cNvPr id="133" name="MH_Other_2">
              <a:extLst>
                <a:ext uri="{FF2B5EF4-FFF2-40B4-BE49-F238E27FC236}">
                  <a16:creationId xmlns:a16="http://schemas.microsoft.com/office/drawing/2014/main" id="{0FDB6A68-933F-4275-A641-7A4B4F85131A}"/>
                </a:ext>
              </a:extLst>
            </p:cNvPr>
            <p:cNvSpPr/>
            <p:nvPr>
              <p:custDataLst>
                <p:tags r:id="rId5"/>
              </p:custDataLst>
            </p:nvPr>
          </p:nvSpPr>
          <p:spPr bwMode="auto">
            <a:xfrm rot="10800000">
              <a:off x="4004344" y="1240922"/>
              <a:ext cx="189743" cy="162838"/>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grpSp>
        <p:nvGrpSpPr>
          <p:cNvPr id="134" name="组合 133">
            <a:extLst>
              <a:ext uri="{FF2B5EF4-FFF2-40B4-BE49-F238E27FC236}">
                <a16:creationId xmlns:a16="http://schemas.microsoft.com/office/drawing/2014/main" id="{B45E1BD8-3F37-4216-B718-6F48AB2A979B}"/>
              </a:ext>
            </a:extLst>
          </p:cNvPr>
          <p:cNvGrpSpPr/>
          <p:nvPr/>
        </p:nvGrpSpPr>
        <p:grpSpPr>
          <a:xfrm>
            <a:off x="5080105" y="1457254"/>
            <a:ext cx="2787316" cy="461665"/>
            <a:chOff x="467544" y="1161144"/>
            <a:chExt cx="3806023" cy="659493"/>
          </a:xfrm>
        </p:grpSpPr>
        <p:sp>
          <p:nvSpPr>
            <p:cNvPr id="135" name="MH_Text_1">
              <a:extLst>
                <a:ext uri="{FF2B5EF4-FFF2-40B4-BE49-F238E27FC236}">
                  <a16:creationId xmlns:a16="http://schemas.microsoft.com/office/drawing/2014/main" id="{4367E956-C9D6-40B6-9132-52FABEEDC1AC}"/>
                </a:ext>
              </a:extLst>
            </p:cNvPr>
            <p:cNvSpPr/>
            <p:nvPr>
              <p:custDataLst>
                <p:tags r:id="rId2"/>
              </p:custDataLst>
            </p:nvPr>
          </p:nvSpPr>
          <p:spPr bwMode="auto">
            <a:xfrm>
              <a:off x="467544" y="1161144"/>
              <a:ext cx="3806023" cy="659493"/>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algn="ctr">
                <a:defRPr/>
              </a:pPr>
              <a:r>
                <a:rPr lang="zh-CN" altLang="en-US" sz="2000" spc="150" dirty="0">
                  <a:solidFill>
                    <a:srgbClr val="000000"/>
                  </a:solidFill>
                  <a:latin typeface="微软雅黑" panose="020B0503020204020204" pitchFamily="34" charset="-122"/>
                  <a:ea typeface="微软雅黑" panose="020B0503020204020204" pitchFamily="34" charset="-122"/>
                </a:rPr>
                <a:t>吉芬商品的需求曲线</a:t>
              </a:r>
            </a:p>
          </p:txBody>
        </p:sp>
        <p:sp>
          <p:nvSpPr>
            <p:cNvPr id="136" name="MH_Other_2">
              <a:extLst>
                <a:ext uri="{FF2B5EF4-FFF2-40B4-BE49-F238E27FC236}">
                  <a16:creationId xmlns:a16="http://schemas.microsoft.com/office/drawing/2014/main" id="{79D7E318-0D12-42C4-856E-317B9D16EC0B}"/>
                </a:ext>
              </a:extLst>
            </p:cNvPr>
            <p:cNvSpPr/>
            <p:nvPr>
              <p:custDataLst>
                <p:tags r:id="rId3"/>
              </p:custDataLst>
            </p:nvPr>
          </p:nvSpPr>
          <p:spPr bwMode="auto">
            <a:xfrm rot="10800000">
              <a:off x="4004344" y="1240922"/>
              <a:ext cx="189743" cy="162838"/>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
        <p:nvSpPr>
          <p:cNvPr id="2" name="标注: 线形 1">
            <a:extLst>
              <a:ext uri="{FF2B5EF4-FFF2-40B4-BE49-F238E27FC236}">
                <a16:creationId xmlns:a16="http://schemas.microsoft.com/office/drawing/2014/main" id="{483218AA-6199-40C6-9248-5B436436035D}"/>
              </a:ext>
            </a:extLst>
          </p:cNvPr>
          <p:cNvSpPr/>
          <p:nvPr/>
        </p:nvSpPr>
        <p:spPr bwMode="auto">
          <a:xfrm>
            <a:off x="5080104" y="561201"/>
            <a:ext cx="3852881" cy="856090"/>
          </a:xfrm>
          <a:prstGeom prst="borderCallout1">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某个消费者对一种商品的需求曲线的形状，取决于该商品价格变动总效应的大小和方向</a:t>
            </a:r>
          </a:p>
        </p:txBody>
      </p:sp>
      <p:sp>
        <p:nvSpPr>
          <p:cNvPr id="15" name="对话气泡: 圆角矩形 14">
            <a:extLst>
              <a:ext uri="{FF2B5EF4-FFF2-40B4-BE49-F238E27FC236}">
                <a16:creationId xmlns:a16="http://schemas.microsoft.com/office/drawing/2014/main" id="{71598A4D-B86A-47F7-840D-17577B7B7D49}"/>
              </a:ext>
            </a:extLst>
          </p:cNvPr>
          <p:cNvSpPr/>
          <p:nvPr/>
        </p:nvSpPr>
        <p:spPr bwMode="auto">
          <a:xfrm>
            <a:off x="-18446" y="3982817"/>
            <a:ext cx="1296786" cy="701910"/>
          </a:xfrm>
          <a:prstGeom prst="wedgeRoundRectCallou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zh-CN" altLang="en-US" sz="14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价格下降的总效应使得需求量增加</a:t>
            </a:r>
          </a:p>
        </p:txBody>
      </p:sp>
      <p:sp>
        <p:nvSpPr>
          <p:cNvPr id="28" name="对话气泡: 椭圆形 27">
            <a:extLst>
              <a:ext uri="{FF2B5EF4-FFF2-40B4-BE49-F238E27FC236}">
                <a16:creationId xmlns:a16="http://schemas.microsoft.com/office/drawing/2014/main" id="{D92D83A0-47C3-4D6A-B1F6-3F8C246778E3}"/>
              </a:ext>
            </a:extLst>
          </p:cNvPr>
          <p:cNvSpPr/>
          <p:nvPr/>
        </p:nvSpPr>
        <p:spPr bwMode="auto">
          <a:xfrm>
            <a:off x="6752297" y="4455357"/>
            <a:ext cx="2859577" cy="1019474"/>
          </a:xfrm>
          <a:prstGeom prst="wedgeEllipseCallou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价格下降的总效应使得需求量减少</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14"/>
                                        </p:tgtEl>
                                        <p:attrNameLst>
                                          <p:attrName>style.visibility</p:attrName>
                                        </p:attrNameLst>
                                      </p:cBhvr>
                                      <p:to>
                                        <p:strVal val="visible"/>
                                      </p:to>
                                    </p:set>
                                    <p:animEffect transition="in" filter="wipe(left)">
                                      <p:cBhvr>
                                        <p:cTn id="7" dur="500"/>
                                        <p:tgtEl>
                                          <p:spTgt spid="11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31"/>
                                        </p:tgtEl>
                                        <p:attrNameLst>
                                          <p:attrName>style.visibility</p:attrName>
                                        </p:attrNameLst>
                                      </p:cBhvr>
                                      <p:to>
                                        <p:strVal val="visible"/>
                                      </p:to>
                                    </p:set>
                                    <p:animEffect transition="in" filter="barn(inVertical)">
                                      <p:cBhvr>
                                        <p:cTn id="12" dur="500"/>
                                        <p:tgtEl>
                                          <p:spTgt spid="131"/>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134"/>
                                        </p:tgtEl>
                                        <p:attrNameLst>
                                          <p:attrName>style.visibility</p:attrName>
                                        </p:attrNameLst>
                                      </p:cBhvr>
                                      <p:to>
                                        <p:strVal val="visible"/>
                                      </p:to>
                                    </p:set>
                                    <p:animEffect transition="in" filter="barn(inVertical)">
                                      <p:cBhvr>
                                        <p:cTn id="17" dur="500"/>
                                        <p:tgtEl>
                                          <p:spTgt spid="134"/>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49178"/>
                                        </p:tgtEl>
                                        <p:attrNameLst>
                                          <p:attrName>style.visibility</p:attrName>
                                        </p:attrNameLst>
                                      </p:cBhvr>
                                      <p:to>
                                        <p:strVal val="visible"/>
                                      </p:to>
                                    </p:set>
                                    <p:animEffect transition="in" filter="fade">
                                      <p:cBhvr>
                                        <p:cTn id="26" dur="500"/>
                                        <p:tgtEl>
                                          <p:spTgt spid="4917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5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49179"/>
                                        </p:tgtEl>
                                        <p:attrNameLst>
                                          <p:attrName>style.visibility</p:attrName>
                                        </p:attrNameLst>
                                      </p:cBhvr>
                                      <p:to>
                                        <p:strVal val="visible"/>
                                      </p:to>
                                    </p:set>
                                    <p:animEffect transition="in" filter="fade">
                                      <p:cBhvr>
                                        <p:cTn id="41" dur="500"/>
                                        <p:tgtEl>
                                          <p:spTgt spid="49179"/>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8"/>
                                        </p:tgtEl>
                                        <p:attrNameLst>
                                          <p:attrName>style.visibility</p:attrName>
                                        </p:attrNameLst>
                                      </p:cBhvr>
                                      <p:to>
                                        <p:strVal val="visible"/>
                                      </p:to>
                                    </p:set>
                                    <p:animEffect transition="in" filter="fade">
                                      <p:cBhvr>
                                        <p:cTn id="51" dur="500"/>
                                        <p:tgtEl>
                                          <p:spTgt spid="8"/>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9"/>
                                        </p:tgtEl>
                                        <p:attrNameLst>
                                          <p:attrName>style.visibility</p:attrName>
                                        </p:attrNameLst>
                                      </p:cBhvr>
                                      <p:to>
                                        <p:strVal val="visible"/>
                                      </p:to>
                                    </p:set>
                                    <p:animEffect transition="in" filter="fade">
                                      <p:cBhvr>
                                        <p:cTn id="56" dur="500"/>
                                        <p:tgtEl>
                                          <p:spTgt spid="9"/>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10"/>
                                        </p:tgtEl>
                                        <p:attrNameLst>
                                          <p:attrName>style.visibility</p:attrName>
                                        </p:attrNameLst>
                                      </p:cBhvr>
                                      <p:to>
                                        <p:strVal val="visible"/>
                                      </p:to>
                                    </p:set>
                                    <p:animEffect transition="in" filter="fade">
                                      <p:cBhvr>
                                        <p:cTn id="61" dur="500"/>
                                        <p:tgtEl>
                                          <p:spTgt spid="10"/>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11"/>
                                        </p:tgtEl>
                                        <p:attrNameLst>
                                          <p:attrName>style.visibility</p:attrName>
                                        </p:attrNameLst>
                                      </p:cBhvr>
                                      <p:to>
                                        <p:strVal val="visible"/>
                                      </p:to>
                                    </p:set>
                                    <p:animEffect transition="in" filter="fade">
                                      <p:cBhvr>
                                        <p:cTn id="66" dur="500"/>
                                        <p:tgtEl>
                                          <p:spTgt spid="11"/>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12"/>
                                        </p:tgtEl>
                                        <p:attrNameLst>
                                          <p:attrName>style.visibility</p:attrName>
                                        </p:attrNameLst>
                                      </p:cBhvr>
                                      <p:to>
                                        <p:strVal val="visible"/>
                                      </p:to>
                                    </p:set>
                                    <p:animEffect transition="in" filter="fade">
                                      <p:cBhvr>
                                        <p:cTn id="71" dur="500"/>
                                        <p:tgtEl>
                                          <p:spTgt spid="12"/>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nodeType="clickEffect">
                                  <p:stCondLst>
                                    <p:cond delay="0"/>
                                  </p:stCondLst>
                                  <p:childTnLst>
                                    <p:set>
                                      <p:cBhvr>
                                        <p:cTn id="75" dur="1" fill="hold">
                                          <p:stCondLst>
                                            <p:cond delay="0"/>
                                          </p:stCondLst>
                                        </p:cTn>
                                        <p:tgtEl>
                                          <p:spTgt spid="17"/>
                                        </p:tgtEl>
                                        <p:attrNameLst>
                                          <p:attrName>style.visibility</p:attrName>
                                        </p:attrNameLst>
                                      </p:cBhvr>
                                      <p:to>
                                        <p:strVal val="visible"/>
                                      </p:to>
                                    </p:set>
                                    <p:animEffect transition="in" filter="fade">
                                      <p:cBhvr>
                                        <p:cTn id="76" dur="500"/>
                                        <p:tgtEl>
                                          <p:spTgt spid="17"/>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nodeType="clickEffect">
                                  <p:stCondLst>
                                    <p:cond delay="0"/>
                                  </p:stCondLst>
                                  <p:childTnLst>
                                    <p:set>
                                      <p:cBhvr>
                                        <p:cTn id="80" dur="1" fill="hold">
                                          <p:stCondLst>
                                            <p:cond delay="0"/>
                                          </p:stCondLst>
                                        </p:cTn>
                                        <p:tgtEl>
                                          <p:spTgt spid="18"/>
                                        </p:tgtEl>
                                        <p:attrNameLst>
                                          <p:attrName>style.visibility</p:attrName>
                                        </p:attrNameLst>
                                      </p:cBhvr>
                                      <p:to>
                                        <p:strVal val="visible"/>
                                      </p:to>
                                    </p:set>
                                    <p:animEffect transition="in" filter="fade">
                                      <p:cBhvr>
                                        <p:cTn id="81" dur="500"/>
                                        <p:tgtEl>
                                          <p:spTgt spid="18"/>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19"/>
                                        </p:tgtEl>
                                        <p:attrNameLst>
                                          <p:attrName>style.visibility</p:attrName>
                                        </p:attrNameLst>
                                      </p:cBhvr>
                                      <p:to>
                                        <p:strVal val="visible"/>
                                      </p:to>
                                    </p:set>
                                    <p:animEffect transition="in" filter="fade">
                                      <p:cBhvr>
                                        <p:cTn id="86" dur="500"/>
                                        <p:tgtEl>
                                          <p:spTgt spid="19"/>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nodeType="clickEffect">
                                  <p:stCondLst>
                                    <p:cond delay="0"/>
                                  </p:stCondLst>
                                  <p:childTnLst>
                                    <p:set>
                                      <p:cBhvr>
                                        <p:cTn id="90" dur="1" fill="hold">
                                          <p:stCondLst>
                                            <p:cond delay="0"/>
                                          </p:stCondLst>
                                        </p:cTn>
                                        <p:tgtEl>
                                          <p:spTgt spid="22"/>
                                        </p:tgtEl>
                                        <p:attrNameLst>
                                          <p:attrName>style.visibility</p:attrName>
                                        </p:attrNameLst>
                                      </p:cBhvr>
                                      <p:to>
                                        <p:strVal val="visible"/>
                                      </p:to>
                                    </p:set>
                                    <p:animEffect transition="in" filter="fade">
                                      <p:cBhvr>
                                        <p:cTn id="91" dur="500"/>
                                        <p:tgtEl>
                                          <p:spTgt spid="22"/>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nodeType="clickEffect">
                                  <p:stCondLst>
                                    <p:cond delay="0"/>
                                  </p:stCondLst>
                                  <p:childTnLst>
                                    <p:set>
                                      <p:cBhvr>
                                        <p:cTn id="95" dur="1" fill="hold">
                                          <p:stCondLst>
                                            <p:cond delay="0"/>
                                          </p:stCondLst>
                                        </p:cTn>
                                        <p:tgtEl>
                                          <p:spTgt spid="20"/>
                                        </p:tgtEl>
                                        <p:attrNameLst>
                                          <p:attrName>style.visibility</p:attrName>
                                        </p:attrNameLst>
                                      </p:cBhvr>
                                      <p:to>
                                        <p:strVal val="visible"/>
                                      </p:to>
                                    </p:set>
                                    <p:animEffect transition="in" filter="fade">
                                      <p:cBhvr>
                                        <p:cTn id="96" dur="500"/>
                                        <p:tgtEl>
                                          <p:spTgt spid="20"/>
                                        </p:tgtEl>
                                      </p:cBhvr>
                                    </p:animEffect>
                                  </p:childTnLst>
                                </p:cTn>
                              </p:par>
                            </p:childTnLst>
                          </p:cTn>
                        </p:par>
                      </p:childTnLst>
                    </p:cTn>
                  </p:par>
                  <p:par>
                    <p:cTn id="97" fill="hold">
                      <p:stCondLst>
                        <p:cond delay="indefinite"/>
                      </p:stCondLst>
                      <p:childTnLst>
                        <p:par>
                          <p:cTn id="98" fill="hold">
                            <p:stCondLst>
                              <p:cond delay="0"/>
                            </p:stCondLst>
                            <p:childTnLst>
                              <p:par>
                                <p:cTn id="99" presetID="10" presetClass="entr" presetSubtype="0" fill="hold" nodeType="clickEffect">
                                  <p:stCondLst>
                                    <p:cond delay="0"/>
                                  </p:stCondLst>
                                  <p:childTnLst>
                                    <p:set>
                                      <p:cBhvr>
                                        <p:cTn id="100" dur="1" fill="hold">
                                          <p:stCondLst>
                                            <p:cond delay="0"/>
                                          </p:stCondLst>
                                        </p:cTn>
                                        <p:tgtEl>
                                          <p:spTgt spid="21"/>
                                        </p:tgtEl>
                                        <p:attrNameLst>
                                          <p:attrName>style.visibility</p:attrName>
                                        </p:attrNameLst>
                                      </p:cBhvr>
                                      <p:to>
                                        <p:strVal val="visible"/>
                                      </p:to>
                                    </p:set>
                                    <p:animEffect transition="in" filter="fade">
                                      <p:cBhvr>
                                        <p:cTn id="101" dur="500"/>
                                        <p:tgtEl>
                                          <p:spTgt spid="21"/>
                                        </p:tgtEl>
                                      </p:cBhvr>
                                    </p:animEffect>
                                  </p:childTnLst>
                                </p:cTn>
                              </p:par>
                            </p:childTnLst>
                          </p:cTn>
                        </p:par>
                      </p:childTnLst>
                    </p:cTn>
                  </p:par>
                  <p:par>
                    <p:cTn id="102" fill="hold">
                      <p:stCondLst>
                        <p:cond delay="indefinite"/>
                      </p:stCondLst>
                      <p:childTnLst>
                        <p:par>
                          <p:cTn id="103" fill="hold">
                            <p:stCondLst>
                              <p:cond delay="0"/>
                            </p:stCondLst>
                            <p:childTnLst>
                              <p:par>
                                <p:cTn id="104" presetID="10" presetClass="entr" presetSubtype="0" fill="hold" nodeType="clickEffect">
                                  <p:stCondLst>
                                    <p:cond delay="0"/>
                                  </p:stCondLst>
                                  <p:childTnLst>
                                    <p:set>
                                      <p:cBhvr>
                                        <p:cTn id="105" dur="1" fill="hold">
                                          <p:stCondLst>
                                            <p:cond delay="0"/>
                                          </p:stCondLst>
                                        </p:cTn>
                                        <p:tgtEl>
                                          <p:spTgt spid="23"/>
                                        </p:tgtEl>
                                        <p:attrNameLst>
                                          <p:attrName>style.visibility</p:attrName>
                                        </p:attrNameLst>
                                      </p:cBhvr>
                                      <p:to>
                                        <p:strVal val="visible"/>
                                      </p:to>
                                    </p:set>
                                    <p:animEffect transition="in" filter="fade">
                                      <p:cBhvr>
                                        <p:cTn id="106" dur="500"/>
                                        <p:tgtEl>
                                          <p:spTgt spid="23"/>
                                        </p:tgtEl>
                                      </p:cBhvr>
                                    </p:animEffect>
                                  </p:childTnLst>
                                </p:cTn>
                              </p:par>
                            </p:childTnLst>
                          </p:cTn>
                        </p:par>
                      </p:childTnLst>
                    </p:cTn>
                  </p:par>
                  <p:par>
                    <p:cTn id="107" fill="hold">
                      <p:stCondLst>
                        <p:cond delay="indefinite"/>
                      </p:stCondLst>
                      <p:childTnLst>
                        <p:par>
                          <p:cTn id="108" fill="hold">
                            <p:stCondLst>
                              <p:cond delay="0"/>
                            </p:stCondLst>
                            <p:childTnLst>
                              <p:par>
                                <p:cTn id="109" presetID="10" presetClass="entr" presetSubtype="0" fill="hold" nodeType="clickEffect">
                                  <p:stCondLst>
                                    <p:cond delay="0"/>
                                  </p:stCondLst>
                                  <p:childTnLst>
                                    <p:set>
                                      <p:cBhvr>
                                        <p:cTn id="110" dur="1" fill="hold">
                                          <p:stCondLst>
                                            <p:cond delay="0"/>
                                          </p:stCondLst>
                                        </p:cTn>
                                        <p:tgtEl>
                                          <p:spTgt spid="84"/>
                                        </p:tgtEl>
                                        <p:attrNameLst>
                                          <p:attrName>style.visibility</p:attrName>
                                        </p:attrNameLst>
                                      </p:cBhvr>
                                      <p:to>
                                        <p:strVal val="visible"/>
                                      </p:to>
                                    </p:set>
                                    <p:animEffect transition="in" filter="fade">
                                      <p:cBhvr>
                                        <p:cTn id="111" dur="500"/>
                                        <p:tgtEl>
                                          <p:spTgt spid="84"/>
                                        </p:tgtEl>
                                      </p:cBhvr>
                                    </p:animEffect>
                                  </p:childTnLst>
                                </p:cTn>
                              </p:par>
                            </p:childTnLst>
                          </p:cTn>
                        </p:par>
                      </p:childTnLst>
                    </p:cTn>
                  </p:par>
                  <p:par>
                    <p:cTn id="112" fill="hold">
                      <p:stCondLst>
                        <p:cond delay="indefinite"/>
                      </p:stCondLst>
                      <p:childTnLst>
                        <p:par>
                          <p:cTn id="113" fill="hold">
                            <p:stCondLst>
                              <p:cond delay="0"/>
                            </p:stCondLst>
                            <p:childTnLst>
                              <p:par>
                                <p:cTn id="114" presetID="10" presetClass="entr" presetSubtype="0" fill="hold" nodeType="clickEffect">
                                  <p:stCondLst>
                                    <p:cond delay="0"/>
                                  </p:stCondLst>
                                  <p:childTnLst>
                                    <p:set>
                                      <p:cBhvr>
                                        <p:cTn id="115" dur="1" fill="hold">
                                          <p:stCondLst>
                                            <p:cond delay="0"/>
                                          </p:stCondLst>
                                        </p:cTn>
                                        <p:tgtEl>
                                          <p:spTgt spid="26"/>
                                        </p:tgtEl>
                                        <p:attrNameLst>
                                          <p:attrName>style.visibility</p:attrName>
                                        </p:attrNameLst>
                                      </p:cBhvr>
                                      <p:to>
                                        <p:strVal val="visible"/>
                                      </p:to>
                                    </p:set>
                                    <p:animEffect transition="in" filter="fade">
                                      <p:cBhvr>
                                        <p:cTn id="116" dur="500"/>
                                        <p:tgtEl>
                                          <p:spTgt spid="26"/>
                                        </p:tgtEl>
                                      </p:cBhvr>
                                    </p:animEffect>
                                  </p:childTnLst>
                                </p:cTn>
                              </p:par>
                            </p:childTnLst>
                          </p:cTn>
                        </p:par>
                      </p:childTnLst>
                    </p:cTn>
                  </p:par>
                  <p:par>
                    <p:cTn id="117" fill="hold">
                      <p:stCondLst>
                        <p:cond delay="indefinite"/>
                      </p:stCondLst>
                      <p:childTnLst>
                        <p:par>
                          <p:cTn id="118" fill="hold">
                            <p:stCondLst>
                              <p:cond delay="0"/>
                            </p:stCondLst>
                            <p:childTnLst>
                              <p:par>
                                <p:cTn id="119" presetID="10" presetClass="entr" presetSubtype="0" fill="hold" nodeType="clickEffect">
                                  <p:stCondLst>
                                    <p:cond delay="0"/>
                                  </p:stCondLst>
                                  <p:childTnLst>
                                    <p:set>
                                      <p:cBhvr>
                                        <p:cTn id="120" dur="1" fill="hold">
                                          <p:stCondLst>
                                            <p:cond delay="0"/>
                                          </p:stCondLst>
                                        </p:cTn>
                                        <p:tgtEl>
                                          <p:spTgt spid="25"/>
                                        </p:tgtEl>
                                        <p:attrNameLst>
                                          <p:attrName>style.visibility</p:attrName>
                                        </p:attrNameLst>
                                      </p:cBhvr>
                                      <p:to>
                                        <p:strVal val="visible"/>
                                      </p:to>
                                    </p:set>
                                    <p:animEffect transition="in" filter="fade">
                                      <p:cBhvr>
                                        <p:cTn id="121" dur="500"/>
                                        <p:tgtEl>
                                          <p:spTgt spid="25"/>
                                        </p:tgtEl>
                                      </p:cBhvr>
                                    </p:animEffect>
                                  </p:childTnLst>
                                </p:cTn>
                              </p:par>
                            </p:childTnLst>
                          </p:cTn>
                        </p:par>
                      </p:childTnLst>
                    </p:cTn>
                  </p:par>
                  <p:par>
                    <p:cTn id="122" fill="hold">
                      <p:stCondLst>
                        <p:cond delay="indefinite"/>
                      </p:stCondLst>
                      <p:childTnLst>
                        <p:par>
                          <p:cTn id="123" fill="hold">
                            <p:stCondLst>
                              <p:cond delay="0"/>
                            </p:stCondLst>
                            <p:childTnLst>
                              <p:par>
                                <p:cTn id="124" presetID="10" presetClass="entr" presetSubtype="0" fill="hold" nodeType="clickEffect">
                                  <p:stCondLst>
                                    <p:cond delay="0"/>
                                  </p:stCondLst>
                                  <p:childTnLst>
                                    <p:set>
                                      <p:cBhvr>
                                        <p:cTn id="125" dur="1" fill="hold">
                                          <p:stCondLst>
                                            <p:cond delay="0"/>
                                          </p:stCondLst>
                                        </p:cTn>
                                        <p:tgtEl>
                                          <p:spTgt spid="85"/>
                                        </p:tgtEl>
                                        <p:attrNameLst>
                                          <p:attrName>style.visibility</p:attrName>
                                        </p:attrNameLst>
                                      </p:cBhvr>
                                      <p:to>
                                        <p:strVal val="visible"/>
                                      </p:to>
                                    </p:set>
                                    <p:animEffect transition="in" filter="fade">
                                      <p:cBhvr>
                                        <p:cTn id="126" dur="500"/>
                                        <p:tgtEl>
                                          <p:spTgt spid="85"/>
                                        </p:tgtEl>
                                      </p:cBhvr>
                                    </p:animEffect>
                                  </p:childTnLst>
                                </p:cTn>
                              </p:par>
                            </p:childTnLst>
                          </p:cTn>
                        </p:par>
                      </p:childTnLst>
                    </p:cTn>
                  </p:par>
                  <p:par>
                    <p:cTn id="127" fill="hold">
                      <p:stCondLst>
                        <p:cond delay="indefinite"/>
                      </p:stCondLst>
                      <p:childTnLst>
                        <p:par>
                          <p:cTn id="128" fill="hold">
                            <p:stCondLst>
                              <p:cond delay="0"/>
                            </p:stCondLst>
                            <p:childTnLst>
                              <p:par>
                                <p:cTn id="129" presetID="10" presetClass="entr" presetSubtype="0" fill="hold" nodeType="clickEffect">
                                  <p:stCondLst>
                                    <p:cond delay="0"/>
                                  </p:stCondLst>
                                  <p:childTnLst>
                                    <p:set>
                                      <p:cBhvr>
                                        <p:cTn id="130" dur="1" fill="hold">
                                          <p:stCondLst>
                                            <p:cond delay="0"/>
                                          </p:stCondLst>
                                        </p:cTn>
                                        <p:tgtEl>
                                          <p:spTgt spid="27"/>
                                        </p:tgtEl>
                                        <p:attrNameLst>
                                          <p:attrName>style.visibility</p:attrName>
                                        </p:attrNameLst>
                                      </p:cBhvr>
                                      <p:to>
                                        <p:strVal val="visible"/>
                                      </p:to>
                                    </p:set>
                                    <p:animEffect transition="in" filter="fade">
                                      <p:cBhvr>
                                        <p:cTn id="131" dur="500"/>
                                        <p:tgtEl>
                                          <p:spTgt spid="27"/>
                                        </p:tgtEl>
                                      </p:cBhvr>
                                    </p:animEffect>
                                  </p:childTnLst>
                                </p:cTn>
                              </p:par>
                            </p:childTnLst>
                          </p:cTn>
                        </p:par>
                      </p:childTnLst>
                    </p:cTn>
                  </p:par>
                  <p:par>
                    <p:cTn id="132" fill="hold">
                      <p:stCondLst>
                        <p:cond delay="indefinite"/>
                      </p:stCondLst>
                      <p:childTnLst>
                        <p:par>
                          <p:cTn id="133" fill="hold">
                            <p:stCondLst>
                              <p:cond delay="0"/>
                            </p:stCondLst>
                            <p:childTnLst>
                              <p:par>
                                <p:cTn id="134" presetID="10" presetClass="entr" presetSubtype="0" fill="hold" nodeType="clickEffect">
                                  <p:stCondLst>
                                    <p:cond delay="0"/>
                                  </p:stCondLst>
                                  <p:childTnLst>
                                    <p:set>
                                      <p:cBhvr>
                                        <p:cTn id="135" dur="1" fill="hold">
                                          <p:stCondLst>
                                            <p:cond delay="0"/>
                                          </p:stCondLst>
                                        </p:cTn>
                                        <p:tgtEl>
                                          <p:spTgt spid="40"/>
                                        </p:tgtEl>
                                        <p:attrNameLst>
                                          <p:attrName>style.visibility</p:attrName>
                                        </p:attrNameLst>
                                      </p:cBhvr>
                                      <p:to>
                                        <p:strVal val="visible"/>
                                      </p:to>
                                    </p:set>
                                    <p:animEffect transition="in" filter="fade">
                                      <p:cBhvr>
                                        <p:cTn id="136" dur="500"/>
                                        <p:tgtEl>
                                          <p:spTgt spid="40"/>
                                        </p:tgtEl>
                                      </p:cBhvr>
                                    </p:animEffect>
                                  </p:childTnLst>
                                </p:cTn>
                              </p:par>
                            </p:childTnLst>
                          </p:cTn>
                        </p:par>
                      </p:childTnLst>
                    </p:cTn>
                  </p:par>
                  <p:par>
                    <p:cTn id="137" fill="hold">
                      <p:stCondLst>
                        <p:cond delay="indefinite"/>
                      </p:stCondLst>
                      <p:childTnLst>
                        <p:par>
                          <p:cTn id="138" fill="hold">
                            <p:stCondLst>
                              <p:cond delay="0"/>
                            </p:stCondLst>
                            <p:childTnLst>
                              <p:par>
                                <p:cTn id="139" presetID="10" presetClass="entr" presetSubtype="0" fill="hold" nodeType="clickEffect">
                                  <p:stCondLst>
                                    <p:cond delay="0"/>
                                  </p:stCondLst>
                                  <p:childTnLst>
                                    <p:set>
                                      <p:cBhvr>
                                        <p:cTn id="140" dur="1" fill="hold">
                                          <p:stCondLst>
                                            <p:cond delay="0"/>
                                          </p:stCondLst>
                                        </p:cTn>
                                        <p:tgtEl>
                                          <p:spTgt spid="30"/>
                                        </p:tgtEl>
                                        <p:attrNameLst>
                                          <p:attrName>style.visibility</p:attrName>
                                        </p:attrNameLst>
                                      </p:cBhvr>
                                      <p:to>
                                        <p:strVal val="visible"/>
                                      </p:to>
                                    </p:set>
                                    <p:animEffect transition="in" filter="fade">
                                      <p:cBhvr>
                                        <p:cTn id="141" dur="500"/>
                                        <p:tgtEl>
                                          <p:spTgt spid="30"/>
                                        </p:tgtEl>
                                      </p:cBhvr>
                                    </p:animEffect>
                                  </p:childTnLst>
                                </p:cTn>
                              </p:par>
                            </p:childTnLst>
                          </p:cTn>
                        </p:par>
                      </p:childTnLst>
                    </p:cTn>
                  </p:par>
                  <p:par>
                    <p:cTn id="142" fill="hold">
                      <p:stCondLst>
                        <p:cond delay="indefinite"/>
                      </p:stCondLst>
                      <p:childTnLst>
                        <p:par>
                          <p:cTn id="143" fill="hold">
                            <p:stCondLst>
                              <p:cond delay="0"/>
                            </p:stCondLst>
                            <p:childTnLst>
                              <p:par>
                                <p:cTn id="144" presetID="10" presetClass="entr" presetSubtype="0" fill="hold" nodeType="clickEffect">
                                  <p:stCondLst>
                                    <p:cond delay="0"/>
                                  </p:stCondLst>
                                  <p:childTnLst>
                                    <p:set>
                                      <p:cBhvr>
                                        <p:cTn id="145" dur="1" fill="hold">
                                          <p:stCondLst>
                                            <p:cond delay="0"/>
                                          </p:stCondLst>
                                        </p:cTn>
                                        <p:tgtEl>
                                          <p:spTgt spid="31"/>
                                        </p:tgtEl>
                                        <p:attrNameLst>
                                          <p:attrName>style.visibility</p:attrName>
                                        </p:attrNameLst>
                                      </p:cBhvr>
                                      <p:to>
                                        <p:strVal val="visible"/>
                                      </p:to>
                                    </p:set>
                                    <p:animEffect transition="in" filter="fade">
                                      <p:cBhvr>
                                        <p:cTn id="146" dur="500"/>
                                        <p:tgtEl>
                                          <p:spTgt spid="31"/>
                                        </p:tgtEl>
                                      </p:cBhvr>
                                    </p:animEffect>
                                  </p:childTnLst>
                                </p:cTn>
                              </p:par>
                            </p:childTnLst>
                          </p:cTn>
                        </p:par>
                      </p:childTnLst>
                    </p:cTn>
                  </p:par>
                  <p:par>
                    <p:cTn id="147" fill="hold">
                      <p:stCondLst>
                        <p:cond delay="indefinite"/>
                      </p:stCondLst>
                      <p:childTnLst>
                        <p:par>
                          <p:cTn id="148" fill="hold">
                            <p:stCondLst>
                              <p:cond delay="0"/>
                            </p:stCondLst>
                            <p:childTnLst>
                              <p:par>
                                <p:cTn id="149" presetID="10" presetClass="entr" presetSubtype="0" fill="hold" nodeType="clickEffect">
                                  <p:stCondLst>
                                    <p:cond delay="0"/>
                                  </p:stCondLst>
                                  <p:childTnLst>
                                    <p:set>
                                      <p:cBhvr>
                                        <p:cTn id="150" dur="1" fill="hold">
                                          <p:stCondLst>
                                            <p:cond delay="0"/>
                                          </p:stCondLst>
                                        </p:cTn>
                                        <p:tgtEl>
                                          <p:spTgt spid="32"/>
                                        </p:tgtEl>
                                        <p:attrNameLst>
                                          <p:attrName>style.visibility</p:attrName>
                                        </p:attrNameLst>
                                      </p:cBhvr>
                                      <p:to>
                                        <p:strVal val="visible"/>
                                      </p:to>
                                    </p:set>
                                    <p:animEffect transition="in" filter="fade">
                                      <p:cBhvr>
                                        <p:cTn id="151" dur="500"/>
                                        <p:tgtEl>
                                          <p:spTgt spid="32"/>
                                        </p:tgtEl>
                                      </p:cBhvr>
                                    </p:animEffect>
                                  </p:childTnLst>
                                </p:cTn>
                              </p:par>
                            </p:childTnLst>
                          </p:cTn>
                        </p:par>
                      </p:childTnLst>
                    </p:cTn>
                  </p:par>
                  <p:par>
                    <p:cTn id="152" fill="hold">
                      <p:stCondLst>
                        <p:cond delay="indefinite"/>
                      </p:stCondLst>
                      <p:childTnLst>
                        <p:par>
                          <p:cTn id="153" fill="hold">
                            <p:stCondLst>
                              <p:cond delay="0"/>
                            </p:stCondLst>
                            <p:childTnLst>
                              <p:par>
                                <p:cTn id="154" presetID="10" presetClass="entr" presetSubtype="0" fill="hold" nodeType="clickEffect">
                                  <p:stCondLst>
                                    <p:cond delay="0"/>
                                  </p:stCondLst>
                                  <p:childTnLst>
                                    <p:set>
                                      <p:cBhvr>
                                        <p:cTn id="155" dur="1" fill="hold">
                                          <p:stCondLst>
                                            <p:cond delay="0"/>
                                          </p:stCondLst>
                                        </p:cTn>
                                        <p:tgtEl>
                                          <p:spTgt spid="33"/>
                                        </p:tgtEl>
                                        <p:attrNameLst>
                                          <p:attrName>style.visibility</p:attrName>
                                        </p:attrNameLst>
                                      </p:cBhvr>
                                      <p:to>
                                        <p:strVal val="visible"/>
                                      </p:to>
                                    </p:set>
                                    <p:animEffect transition="in" filter="fade">
                                      <p:cBhvr>
                                        <p:cTn id="156" dur="500"/>
                                        <p:tgtEl>
                                          <p:spTgt spid="33"/>
                                        </p:tgtEl>
                                      </p:cBhvr>
                                    </p:animEffect>
                                  </p:childTnLst>
                                </p:cTn>
                              </p:par>
                            </p:childTnLst>
                          </p:cTn>
                        </p:par>
                      </p:childTnLst>
                    </p:cTn>
                  </p:par>
                  <p:par>
                    <p:cTn id="157" fill="hold">
                      <p:stCondLst>
                        <p:cond delay="indefinite"/>
                      </p:stCondLst>
                      <p:childTnLst>
                        <p:par>
                          <p:cTn id="158" fill="hold">
                            <p:stCondLst>
                              <p:cond delay="0"/>
                            </p:stCondLst>
                            <p:childTnLst>
                              <p:par>
                                <p:cTn id="159" presetID="10" presetClass="entr" presetSubtype="0" fill="hold" nodeType="clickEffect">
                                  <p:stCondLst>
                                    <p:cond delay="0"/>
                                  </p:stCondLst>
                                  <p:childTnLst>
                                    <p:set>
                                      <p:cBhvr>
                                        <p:cTn id="160" dur="1" fill="hold">
                                          <p:stCondLst>
                                            <p:cond delay="0"/>
                                          </p:stCondLst>
                                        </p:cTn>
                                        <p:tgtEl>
                                          <p:spTgt spid="34"/>
                                        </p:tgtEl>
                                        <p:attrNameLst>
                                          <p:attrName>style.visibility</p:attrName>
                                        </p:attrNameLst>
                                      </p:cBhvr>
                                      <p:to>
                                        <p:strVal val="visible"/>
                                      </p:to>
                                    </p:set>
                                    <p:animEffect transition="in" filter="fade">
                                      <p:cBhvr>
                                        <p:cTn id="161" dur="500"/>
                                        <p:tgtEl>
                                          <p:spTgt spid="34"/>
                                        </p:tgtEl>
                                      </p:cBhvr>
                                    </p:animEffect>
                                  </p:childTnLst>
                                </p:cTn>
                              </p:par>
                            </p:childTnLst>
                          </p:cTn>
                        </p:par>
                      </p:childTnLst>
                    </p:cTn>
                  </p:par>
                  <p:par>
                    <p:cTn id="162" fill="hold">
                      <p:stCondLst>
                        <p:cond delay="indefinite"/>
                      </p:stCondLst>
                      <p:childTnLst>
                        <p:par>
                          <p:cTn id="163" fill="hold">
                            <p:stCondLst>
                              <p:cond delay="0"/>
                            </p:stCondLst>
                            <p:childTnLst>
                              <p:par>
                                <p:cTn id="164" presetID="10" presetClass="entr" presetSubtype="0" fill="hold" nodeType="clickEffect">
                                  <p:stCondLst>
                                    <p:cond delay="0"/>
                                  </p:stCondLst>
                                  <p:childTnLst>
                                    <p:set>
                                      <p:cBhvr>
                                        <p:cTn id="165" dur="1" fill="hold">
                                          <p:stCondLst>
                                            <p:cond delay="0"/>
                                          </p:stCondLst>
                                        </p:cTn>
                                        <p:tgtEl>
                                          <p:spTgt spid="35"/>
                                        </p:tgtEl>
                                        <p:attrNameLst>
                                          <p:attrName>style.visibility</p:attrName>
                                        </p:attrNameLst>
                                      </p:cBhvr>
                                      <p:to>
                                        <p:strVal val="visible"/>
                                      </p:to>
                                    </p:set>
                                    <p:animEffect transition="in" filter="fade">
                                      <p:cBhvr>
                                        <p:cTn id="166" dur="500"/>
                                        <p:tgtEl>
                                          <p:spTgt spid="35"/>
                                        </p:tgtEl>
                                      </p:cBhvr>
                                    </p:animEffect>
                                  </p:childTnLst>
                                </p:cTn>
                              </p:par>
                            </p:childTnLst>
                          </p:cTn>
                        </p:par>
                      </p:childTnLst>
                    </p:cTn>
                  </p:par>
                  <p:par>
                    <p:cTn id="167" fill="hold">
                      <p:stCondLst>
                        <p:cond delay="indefinite"/>
                      </p:stCondLst>
                      <p:childTnLst>
                        <p:par>
                          <p:cTn id="168" fill="hold">
                            <p:stCondLst>
                              <p:cond delay="0"/>
                            </p:stCondLst>
                            <p:childTnLst>
                              <p:par>
                                <p:cTn id="169" presetID="10" presetClass="entr" presetSubtype="0" fill="hold" nodeType="clickEffect">
                                  <p:stCondLst>
                                    <p:cond delay="0"/>
                                  </p:stCondLst>
                                  <p:childTnLst>
                                    <p:set>
                                      <p:cBhvr>
                                        <p:cTn id="170" dur="1" fill="hold">
                                          <p:stCondLst>
                                            <p:cond delay="0"/>
                                          </p:stCondLst>
                                        </p:cTn>
                                        <p:tgtEl>
                                          <p:spTgt spid="36"/>
                                        </p:tgtEl>
                                        <p:attrNameLst>
                                          <p:attrName>style.visibility</p:attrName>
                                        </p:attrNameLst>
                                      </p:cBhvr>
                                      <p:to>
                                        <p:strVal val="visible"/>
                                      </p:to>
                                    </p:set>
                                    <p:animEffect transition="in" filter="fade">
                                      <p:cBhvr>
                                        <p:cTn id="171" dur="500"/>
                                        <p:tgtEl>
                                          <p:spTgt spid="36"/>
                                        </p:tgtEl>
                                      </p:cBhvr>
                                    </p:animEffect>
                                  </p:childTnLst>
                                </p:cTn>
                              </p:par>
                            </p:childTnLst>
                          </p:cTn>
                        </p:par>
                      </p:childTnLst>
                    </p:cTn>
                  </p:par>
                  <p:par>
                    <p:cTn id="172" fill="hold">
                      <p:stCondLst>
                        <p:cond delay="indefinite"/>
                      </p:stCondLst>
                      <p:childTnLst>
                        <p:par>
                          <p:cTn id="173" fill="hold">
                            <p:stCondLst>
                              <p:cond delay="0"/>
                            </p:stCondLst>
                            <p:childTnLst>
                              <p:par>
                                <p:cTn id="174" presetID="10" presetClass="entr" presetSubtype="0" fill="hold" nodeType="clickEffect">
                                  <p:stCondLst>
                                    <p:cond delay="0"/>
                                  </p:stCondLst>
                                  <p:childTnLst>
                                    <p:set>
                                      <p:cBhvr>
                                        <p:cTn id="175" dur="1" fill="hold">
                                          <p:stCondLst>
                                            <p:cond delay="0"/>
                                          </p:stCondLst>
                                        </p:cTn>
                                        <p:tgtEl>
                                          <p:spTgt spid="39"/>
                                        </p:tgtEl>
                                        <p:attrNameLst>
                                          <p:attrName>style.visibility</p:attrName>
                                        </p:attrNameLst>
                                      </p:cBhvr>
                                      <p:to>
                                        <p:strVal val="visible"/>
                                      </p:to>
                                    </p:set>
                                    <p:animEffect transition="in" filter="fade">
                                      <p:cBhvr>
                                        <p:cTn id="176" dur="500"/>
                                        <p:tgtEl>
                                          <p:spTgt spid="39"/>
                                        </p:tgtEl>
                                      </p:cBhvr>
                                    </p:animEffect>
                                  </p:childTnLst>
                                </p:cTn>
                              </p:par>
                            </p:childTnLst>
                          </p:cTn>
                        </p:par>
                      </p:childTnLst>
                    </p:cTn>
                  </p:par>
                  <p:par>
                    <p:cTn id="177" fill="hold">
                      <p:stCondLst>
                        <p:cond delay="indefinite"/>
                      </p:stCondLst>
                      <p:childTnLst>
                        <p:par>
                          <p:cTn id="178" fill="hold">
                            <p:stCondLst>
                              <p:cond delay="0"/>
                            </p:stCondLst>
                            <p:childTnLst>
                              <p:par>
                                <p:cTn id="179" presetID="10" presetClass="entr" presetSubtype="0" fill="hold" nodeType="clickEffect">
                                  <p:stCondLst>
                                    <p:cond delay="0"/>
                                  </p:stCondLst>
                                  <p:childTnLst>
                                    <p:set>
                                      <p:cBhvr>
                                        <p:cTn id="180" dur="1" fill="hold">
                                          <p:stCondLst>
                                            <p:cond delay="0"/>
                                          </p:stCondLst>
                                        </p:cTn>
                                        <p:tgtEl>
                                          <p:spTgt spid="37"/>
                                        </p:tgtEl>
                                        <p:attrNameLst>
                                          <p:attrName>style.visibility</p:attrName>
                                        </p:attrNameLst>
                                      </p:cBhvr>
                                      <p:to>
                                        <p:strVal val="visible"/>
                                      </p:to>
                                    </p:set>
                                    <p:animEffect transition="in" filter="fade">
                                      <p:cBhvr>
                                        <p:cTn id="181" dur="500"/>
                                        <p:tgtEl>
                                          <p:spTgt spid="37"/>
                                        </p:tgtEl>
                                      </p:cBhvr>
                                    </p:animEffect>
                                  </p:childTnLst>
                                </p:cTn>
                              </p:par>
                            </p:childTnLst>
                          </p:cTn>
                        </p:par>
                      </p:childTnLst>
                    </p:cTn>
                  </p:par>
                  <p:par>
                    <p:cTn id="182" fill="hold">
                      <p:stCondLst>
                        <p:cond delay="indefinite"/>
                      </p:stCondLst>
                      <p:childTnLst>
                        <p:par>
                          <p:cTn id="183" fill="hold">
                            <p:stCondLst>
                              <p:cond delay="0"/>
                            </p:stCondLst>
                            <p:childTnLst>
                              <p:par>
                                <p:cTn id="184" presetID="10" presetClass="entr" presetSubtype="0" fill="hold" nodeType="clickEffect">
                                  <p:stCondLst>
                                    <p:cond delay="0"/>
                                  </p:stCondLst>
                                  <p:childTnLst>
                                    <p:set>
                                      <p:cBhvr>
                                        <p:cTn id="185" dur="1" fill="hold">
                                          <p:stCondLst>
                                            <p:cond delay="0"/>
                                          </p:stCondLst>
                                        </p:cTn>
                                        <p:tgtEl>
                                          <p:spTgt spid="38"/>
                                        </p:tgtEl>
                                        <p:attrNameLst>
                                          <p:attrName>style.visibility</p:attrName>
                                        </p:attrNameLst>
                                      </p:cBhvr>
                                      <p:to>
                                        <p:strVal val="visible"/>
                                      </p:to>
                                    </p:set>
                                    <p:animEffect transition="in" filter="fade">
                                      <p:cBhvr>
                                        <p:cTn id="186"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7694686A-EEE8-4450-8A91-D463DA0F5813}"/>
              </a:ext>
            </a:extLst>
          </p:cNvPr>
          <p:cNvSpPr/>
          <p:nvPr/>
        </p:nvSpPr>
        <p:spPr>
          <a:xfrm>
            <a:off x="1752933" y="708125"/>
            <a:ext cx="5352747" cy="646331"/>
          </a:xfrm>
          <a:prstGeom prst="rect">
            <a:avLst/>
          </a:prstGeom>
        </p:spPr>
        <p:txBody>
          <a:bodyPr wrap="none">
            <a:noAutofit/>
          </a:bodyPr>
          <a:lstStyle/>
          <a:p>
            <a:r>
              <a:rPr lang="zh-CN" altLang="zh-CN" sz="3600" b="1" dirty="0">
                <a:latin typeface="微软雅黑" panose="020B0503020204020204" pitchFamily="34" charset="-122"/>
                <a:ea typeface="微软雅黑" panose="020B0503020204020204" pitchFamily="34" charset="-122"/>
                <a:cs typeface="+mj-cs"/>
              </a:rPr>
              <a:t>第</a:t>
            </a:r>
            <a:r>
              <a:rPr lang="zh-CN" altLang="en-US" sz="3600" b="1" dirty="0">
                <a:latin typeface="微软雅黑" panose="020B0503020204020204" pitchFamily="34" charset="-122"/>
                <a:ea typeface="微软雅黑" panose="020B0503020204020204" pitchFamily="34" charset="-122"/>
                <a:cs typeface="+mj-cs"/>
              </a:rPr>
              <a:t>六</a:t>
            </a:r>
            <a:r>
              <a:rPr lang="zh-CN" altLang="zh-CN" sz="3600" b="1" dirty="0">
                <a:latin typeface="微软雅黑" panose="020B0503020204020204" pitchFamily="34" charset="-122"/>
                <a:ea typeface="微软雅黑" panose="020B0503020204020204" pitchFamily="34" charset="-122"/>
                <a:cs typeface="+mj-cs"/>
              </a:rPr>
              <a:t>节</a:t>
            </a:r>
            <a:r>
              <a:rPr lang="en-US" altLang="zh-CN" sz="3600" b="1" dirty="0">
                <a:latin typeface="微软雅黑" panose="020B0503020204020204" pitchFamily="34" charset="-122"/>
                <a:ea typeface="微软雅黑" panose="020B0503020204020204" pitchFamily="34" charset="-122"/>
                <a:cs typeface="+mj-cs"/>
              </a:rPr>
              <a:t>    </a:t>
            </a:r>
            <a:r>
              <a:rPr lang="zh-CN" altLang="en-US" sz="3600" b="1" dirty="0">
                <a:latin typeface="微软雅黑" panose="020B0503020204020204" pitchFamily="34" charset="-122"/>
                <a:ea typeface="微软雅黑" panose="020B0503020204020204" pitchFamily="34" charset="-122"/>
                <a:cs typeface="+mj-cs"/>
              </a:rPr>
              <a:t>不确定性和风险</a:t>
            </a:r>
          </a:p>
        </p:txBody>
      </p:sp>
      <p:sp>
        <p:nvSpPr>
          <p:cNvPr id="14" name="MH_Other_1">
            <a:extLst>
              <a:ext uri="{FF2B5EF4-FFF2-40B4-BE49-F238E27FC236}">
                <a16:creationId xmlns:a16="http://schemas.microsoft.com/office/drawing/2014/main" id="{E6360275-FDCE-489A-B454-EFC7B89C93A6}"/>
              </a:ext>
            </a:extLst>
          </p:cNvPr>
          <p:cNvSpPr>
            <a:spLocks/>
          </p:cNvSpPr>
          <p:nvPr>
            <p:custDataLst>
              <p:tags r:id="rId1"/>
            </p:custDataLst>
          </p:nvPr>
        </p:nvSpPr>
        <p:spPr bwMode="gray">
          <a:xfrm>
            <a:off x="2034952" y="2196691"/>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15" name="MH_SubTitle_1">
            <a:extLst>
              <a:ext uri="{FF2B5EF4-FFF2-40B4-BE49-F238E27FC236}">
                <a16:creationId xmlns:a16="http://schemas.microsoft.com/office/drawing/2014/main" id="{29D650CC-0DA7-475A-A204-58164AEFA6AC}"/>
              </a:ext>
            </a:extLst>
          </p:cNvPr>
          <p:cNvSpPr>
            <a:spLocks noChangeArrowheads="1"/>
          </p:cNvSpPr>
          <p:nvPr>
            <p:custDataLst>
              <p:tags r:id="rId2"/>
            </p:custDataLst>
          </p:nvPr>
        </p:nvSpPr>
        <p:spPr bwMode="gray">
          <a:xfrm>
            <a:off x="1966689" y="1895066"/>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一</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sp>
        <p:nvSpPr>
          <p:cNvPr id="16" name="MH_Other_2">
            <a:extLst>
              <a:ext uri="{FF2B5EF4-FFF2-40B4-BE49-F238E27FC236}">
                <a16:creationId xmlns:a16="http://schemas.microsoft.com/office/drawing/2014/main" id="{EDA0CFB6-36D2-4E8A-9B84-C23E431F05C0}"/>
              </a:ext>
            </a:extLst>
          </p:cNvPr>
          <p:cNvSpPr>
            <a:spLocks/>
          </p:cNvSpPr>
          <p:nvPr>
            <p:custDataLst>
              <p:tags r:id="rId3"/>
            </p:custDataLst>
          </p:nvPr>
        </p:nvSpPr>
        <p:spPr bwMode="gray">
          <a:xfrm>
            <a:off x="2034952" y="3236044"/>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17" name="MH_SubTitle_2">
            <a:extLst>
              <a:ext uri="{FF2B5EF4-FFF2-40B4-BE49-F238E27FC236}">
                <a16:creationId xmlns:a16="http://schemas.microsoft.com/office/drawing/2014/main" id="{A8B9E6B0-429E-41F4-A4E7-F2CF68993194}"/>
              </a:ext>
            </a:extLst>
          </p:cNvPr>
          <p:cNvSpPr>
            <a:spLocks noChangeArrowheads="1"/>
          </p:cNvSpPr>
          <p:nvPr>
            <p:custDataLst>
              <p:tags r:id="rId4"/>
            </p:custDataLst>
          </p:nvPr>
        </p:nvSpPr>
        <p:spPr bwMode="gray">
          <a:xfrm>
            <a:off x="1966689" y="2934419"/>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二</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sp>
        <p:nvSpPr>
          <p:cNvPr id="18" name="MH_Other_3">
            <a:extLst>
              <a:ext uri="{FF2B5EF4-FFF2-40B4-BE49-F238E27FC236}">
                <a16:creationId xmlns:a16="http://schemas.microsoft.com/office/drawing/2014/main" id="{BA8493F3-639E-4E86-A833-11734725E7D6}"/>
              </a:ext>
            </a:extLst>
          </p:cNvPr>
          <p:cNvSpPr>
            <a:spLocks/>
          </p:cNvSpPr>
          <p:nvPr>
            <p:custDataLst>
              <p:tags r:id="rId5"/>
            </p:custDataLst>
          </p:nvPr>
        </p:nvSpPr>
        <p:spPr bwMode="gray">
          <a:xfrm>
            <a:off x="2034952" y="4375667"/>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19" name="MH_SubTitle_3">
            <a:extLst>
              <a:ext uri="{FF2B5EF4-FFF2-40B4-BE49-F238E27FC236}">
                <a16:creationId xmlns:a16="http://schemas.microsoft.com/office/drawing/2014/main" id="{D59C1147-C8FE-4183-9CA5-C0EFCC971CA3}"/>
              </a:ext>
            </a:extLst>
          </p:cNvPr>
          <p:cNvSpPr>
            <a:spLocks noChangeArrowheads="1"/>
          </p:cNvSpPr>
          <p:nvPr>
            <p:custDataLst>
              <p:tags r:id="rId6"/>
            </p:custDataLst>
          </p:nvPr>
        </p:nvSpPr>
        <p:spPr bwMode="gray">
          <a:xfrm>
            <a:off x="1966689" y="4074042"/>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三</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sp>
        <p:nvSpPr>
          <p:cNvPr id="20" name="MH_Other_4">
            <a:extLst>
              <a:ext uri="{FF2B5EF4-FFF2-40B4-BE49-F238E27FC236}">
                <a16:creationId xmlns:a16="http://schemas.microsoft.com/office/drawing/2014/main" id="{AD8DDD2C-B028-4FD1-9FDE-7B606177D064}"/>
              </a:ext>
            </a:extLst>
          </p:cNvPr>
          <p:cNvSpPr>
            <a:spLocks/>
          </p:cNvSpPr>
          <p:nvPr>
            <p:custDataLst>
              <p:tags r:id="rId7"/>
            </p:custDataLst>
          </p:nvPr>
        </p:nvSpPr>
        <p:spPr bwMode="gray">
          <a:xfrm>
            <a:off x="2034952" y="5498571"/>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21" name="MH_SubTitle_4">
            <a:extLst>
              <a:ext uri="{FF2B5EF4-FFF2-40B4-BE49-F238E27FC236}">
                <a16:creationId xmlns:a16="http://schemas.microsoft.com/office/drawing/2014/main" id="{8487A1A4-EF72-4A23-908C-944529FDEB51}"/>
              </a:ext>
            </a:extLst>
          </p:cNvPr>
          <p:cNvSpPr>
            <a:spLocks noChangeArrowheads="1"/>
          </p:cNvSpPr>
          <p:nvPr>
            <p:custDataLst>
              <p:tags r:id="rId8"/>
            </p:custDataLst>
          </p:nvPr>
        </p:nvSpPr>
        <p:spPr bwMode="gray">
          <a:xfrm>
            <a:off x="1966689" y="5198534"/>
            <a:ext cx="1158875" cy="354012"/>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四</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cxnSp>
        <p:nvCxnSpPr>
          <p:cNvPr id="22" name="MH_Other_5">
            <a:extLst>
              <a:ext uri="{FF2B5EF4-FFF2-40B4-BE49-F238E27FC236}">
                <a16:creationId xmlns:a16="http://schemas.microsoft.com/office/drawing/2014/main" id="{2791AB79-546E-47F3-AB54-1757F9F5E748}"/>
              </a:ext>
            </a:extLst>
          </p:cNvPr>
          <p:cNvCxnSpPr>
            <a:cxnSpLocks/>
            <a:stCxn id="15" idx="2"/>
            <a:endCxn id="17" idx="0"/>
          </p:cNvCxnSpPr>
          <p:nvPr>
            <p:custDataLst>
              <p:tags r:id="rId9"/>
            </p:custDataLst>
          </p:nvPr>
        </p:nvCxnSpPr>
        <p:spPr>
          <a:xfrm>
            <a:off x="2546127" y="2250666"/>
            <a:ext cx="0" cy="683753"/>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cxnSp>
        <p:nvCxnSpPr>
          <p:cNvPr id="23" name="MH_Other_6">
            <a:extLst>
              <a:ext uri="{FF2B5EF4-FFF2-40B4-BE49-F238E27FC236}">
                <a16:creationId xmlns:a16="http://schemas.microsoft.com/office/drawing/2014/main" id="{959AE1B8-5CB8-4980-9BDC-79A6E871727D}"/>
              </a:ext>
            </a:extLst>
          </p:cNvPr>
          <p:cNvCxnSpPr>
            <a:stCxn id="17" idx="2"/>
            <a:endCxn id="19" idx="0"/>
          </p:cNvCxnSpPr>
          <p:nvPr>
            <p:custDataLst>
              <p:tags r:id="rId10"/>
            </p:custDataLst>
          </p:nvPr>
        </p:nvCxnSpPr>
        <p:spPr>
          <a:xfrm>
            <a:off x="2546127" y="3290019"/>
            <a:ext cx="0" cy="784023"/>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cxnSp>
        <p:nvCxnSpPr>
          <p:cNvPr id="24" name="MH_Other_7">
            <a:extLst>
              <a:ext uri="{FF2B5EF4-FFF2-40B4-BE49-F238E27FC236}">
                <a16:creationId xmlns:a16="http://schemas.microsoft.com/office/drawing/2014/main" id="{31571CEA-3698-4991-8C89-F3EC3927815E}"/>
              </a:ext>
            </a:extLst>
          </p:cNvPr>
          <p:cNvCxnSpPr>
            <a:stCxn id="19" idx="2"/>
            <a:endCxn id="21" idx="0"/>
          </p:cNvCxnSpPr>
          <p:nvPr>
            <p:custDataLst>
              <p:tags r:id="rId11"/>
            </p:custDataLst>
          </p:nvPr>
        </p:nvCxnSpPr>
        <p:spPr>
          <a:xfrm>
            <a:off x="2546127" y="4429642"/>
            <a:ext cx="0" cy="768892"/>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sp>
        <p:nvSpPr>
          <p:cNvPr id="28" name="矩形 27">
            <a:extLst>
              <a:ext uri="{FF2B5EF4-FFF2-40B4-BE49-F238E27FC236}">
                <a16:creationId xmlns:a16="http://schemas.microsoft.com/office/drawing/2014/main" id="{2AFDF719-CFA6-47F3-A2A1-787840C7AD05}"/>
              </a:ext>
            </a:extLst>
          </p:cNvPr>
          <p:cNvSpPr/>
          <p:nvPr/>
        </p:nvSpPr>
        <p:spPr>
          <a:xfrm>
            <a:off x="3330844" y="1782526"/>
            <a:ext cx="3877985" cy="461665"/>
          </a:xfrm>
          <a:prstGeom prst="rect">
            <a:avLst/>
          </a:prstGeom>
        </p:spPr>
        <p:txBody>
          <a:bodyPr wrap="none">
            <a:spAutoFit/>
          </a:bodyPr>
          <a:lstStyle/>
          <a:p>
            <a:r>
              <a:rPr lang="zh-CN" altLang="en-US" sz="2400" dirty="0">
                <a:latin typeface="微软雅黑" panose="020B0503020204020204" pitchFamily="34" charset="-122"/>
                <a:ea typeface="微软雅黑" panose="020B0503020204020204" pitchFamily="34" charset="-122"/>
              </a:rPr>
              <a:t>不确定性和风险事件的描述</a:t>
            </a:r>
          </a:p>
        </p:txBody>
      </p:sp>
      <p:sp>
        <p:nvSpPr>
          <p:cNvPr id="29" name="矩形 28">
            <a:extLst>
              <a:ext uri="{FF2B5EF4-FFF2-40B4-BE49-F238E27FC236}">
                <a16:creationId xmlns:a16="http://schemas.microsoft.com/office/drawing/2014/main" id="{3B12CAD6-264C-4BE9-BF3C-F3C4A08BDE5E}"/>
              </a:ext>
            </a:extLst>
          </p:cNvPr>
          <p:cNvSpPr/>
          <p:nvPr/>
        </p:nvSpPr>
        <p:spPr>
          <a:xfrm>
            <a:off x="3327049" y="2834862"/>
            <a:ext cx="3570208" cy="461665"/>
          </a:xfrm>
          <a:prstGeom prst="rect">
            <a:avLst/>
          </a:prstGeom>
        </p:spPr>
        <p:txBody>
          <a:bodyPr wrap="none">
            <a:spAutoFit/>
          </a:bodyPr>
          <a:lstStyle/>
          <a:p>
            <a:r>
              <a:rPr lang="zh-CN" altLang="en-US" sz="2400" dirty="0">
                <a:latin typeface="微软雅黑" panose="020B0503020204020204" pitchFamily="34" charset="-122"/>
                <a:ea typeface="微软雅黑" panose="020B0503020204020204" pitchFamily="34" charset="-122"/>
              </a:rPr>
              <a:t>消费者对风险方案的偏好</a:t>
            </a:r>
            <a:endParaRPr lang="zh-CN" altLang="en-US" sz="2400" spc="150" dirty="0">
              <a:latin typeface="微软雅黑" panose="020B0503020204020204" pitchFamily="34" charset="-122"/>
              <a:ea typeface="微软雅黑" panose="020B0503020204020204" pitchFamily="34" charset="-122"/>
            </a:endParaRPr>
          </a:p>
        </p:txBody>
      </p:sp>
      <p:sp>
        <p:nvSpPr>
          <p:cNvPr id="30" name="矩形 29">
            <a:extLst>
              <a:ext uri="{FF2B5EF4-FFF2-40B4-BE49-F238E27FC236}">
                <a16:creationId xmlns:a16="http://schemas.microsoft.com/office/drawing/2014/main" id="{5C3E7870-1B80-42C8-AFC9-02A6448EE587}"/>
              </a:ext>
            </a:extLst>
          </p:cNvPr>
          <p:cNvSpPr/>
          <p:nvPr/>
        </p:nvSpPr>
        <p:spPr>
          <a:xfrm>
            <a:off x="3327049" y="3987467"/>
            <a:ext cx="3262432" cy="461665"/>
          </a:xfrm>
          <a:prstGeom prst="rect">
            <a:avLst/>
          </a:prstGeom>
        </p:spPr>
        <p:txBody>
          <a:bodyPr wrap="none">
            <a:spAutoFit/>
          </a:bodyPr>
          <a:lstStyle/>
          <a:p>
            <a:r>
              <a:rPr lang="zh-CN" altLang="en-US" sz="2400" dirty="0">
                <a:latin typeface="微软雅黑" panose="020B0503020204020204" pitchFamily="34" charset="-122"/>
                <a:ea typeface="微软雅黑" panose="020B0503020204020204" pitchFamily="34" charset="-122"/>
              </a:rPr>
              <a:t>消费者对待风险的态度</a:t>
            </a:r>
          </a:p>
        </p:txBody>
      </p:sp>
      <p:sp>
        <p:nvSpPr>
          <p:cNvPr id="31" name="矩形 30">
            <a:extLst>
              <a:ext uri="{FF2B5EF4-FFF2-40B4-BE49-F238E27FC236}">
                <a16:creationId xmlns:a16="http://schemas.microsoft.com/office/drawing/2014/main" id="{37F285D9-5F5C-49CF-BC45-5A74715058B9}"/>
              </a:ext>
            </a:extLst>
          </p:cNvPr>
          <p:cNvSpPr/>
          <p:nvPr/>
        </p:nvSpPr>
        <p:spPr>
          <a:xfrm>
            <a:off x="3327049" y="5096190"/>
            <a:ext cx="5109091" cy="461665"/>
          </a:xfrm>
          <a:prstGeom prst="rect">
            <a:avLst/>
          </a:prstGeom>
        </p:spPr>
        <p:txBody>
          <a:bodyPr wrap="none">
            <a:spAutoFit/>
          </a:bodyPr>
          <a:lstStyle/>
          <a:p>
            <a:pPr>
              <a:buFontTx/>
              <a:buNone/>
            </a:pPr>
            <a:r>
              <a:rPr lang="zh-CN" altLang="en-US" sz="2400" dirty="0">
                <a:latin typeface="微软雅黑" panose="020B0503020204020204" pitchFamily="34" charset="-122"/>
                <a:ea typeface="微软雅黑" panose="020B0503020204020204" pitchFamily="34" charset="-122"/>
              </a:rPr>
              <a:t>风险条件下的决策：保险市场的例子</a:t>
            </a:r>
            <a:endParaRPr lang="zh-CN" altLang="en-US" sz="2400" spc="150" dirty="0">
              <a:latin typeface="微软雅黑" panose="020B0503020204020204" pitchFamily="34" charset="-122"/>
              <a:ea typeface="微软雅黑" panose="020B0503020204020204" pitchFamily="34" charset="-122"/>
            </a:endParaRPr>
          </a:p>
        </p:txBody>
      </p:sp>
      <p:sp>
        <p:nvSpPr>
          <p:cNvPr id="2" name="标注: 线形 1">
            <a:extLst>
              <a:ext uri="{FF2B5EF4-FFF2-40B4-BE49-F238E27FC236}">
                <a16:creationId xmlns:a16="http://schemas.microsoft.com/office/drawing/2014/main" id="{7295804A-A286-4221-941C-2F07E8CAA55D}"/>
              </a:ext>
            </a:extLst>
          </p:cNvPr>
          <p:cNvSpPr/>
          <p:nvPr/>
        </p:nvSpPr>
        <p:spPr bwMode="auto">
          <a:xfrm>
            <a:off x="7173943" y="889216"/>
            <a:ext cx="1899775" cy="2709950"/>
          </a:xfrm>
          <a:prstGeom prst="borderCallout1">
            <a:avLst>
              <a:gd name="adj1" fmla="val 51793"/>
              <a:gd name="adj2" fmla="val -3957"/>
              <a:gd name="adj3" fmla="val 15168"/>
              <a:gd name="adj4" fmla="val -38625"/>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前面对消费者效用最大化行为的分析，是以消费者知晓各种信息为条件的。但是现实中，消费者决策时经常面对的是不确定的信息。</a:t>
            </a:r>
          </a:p>
        </p:txBody>
      </p:sp>
    </p:spTree>
    <p:extLst>
      <p:ext uri="{BB962C8B-B14F-4D97-AF65-F5344CB8AC3E}">
        <p14:creationId xmlns:p14="http://schemas.microsoft.com/office/powerpoint/2010/main" val="1883634229"/>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ipe(left)">
                                      <p:cBhvr>
                                        <p:cTn id="15" dur="500"/>
                                        <p:tgtEl>
                                          <p:spTgt spid="15"/>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28"/>
                                        </p:tgtEl>
                                        <p:attrNameLst>
                                          <p:attrName>style.visibility</p:attrName>
                                        </p:attrNameLst>
                                      </p:cBhvr>
                                      <p:to>
                                        <p:strVal val="visible"/>
                                      </p:to>
                                    </p:set>
                                    <p:animEffect transition="in" filter="wipe(left)">
                                      <p:cBhvr>
                                        <p:cTn id="18" dur="500"/>
                                        <p:tgtEl>
                                          <p:spTgt spid="28"/>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wipe(up)">
                                      <p:cBhvr>
                                        <p:cTn id="23" dur="500"/>
                                        <p:tgtEl>
                                          <p:spTgt spid="22"/>
                                        </p:tgtEl>
                                      </p:cBhvr>
                                    </p:animEffect>
                                  </p:childTnLst>
                                </p:cTn>
                              </p:par>
                              <p:par>
                                <p:cTn id="24" presetID="22" presetClass="entr" presetSubtype="1"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wipe(up)">
                                      <p:cBhvr>
                                        <p:cTn id="26" dur="500"/>
                                        <p:tgtEl>
                                          <p:spTgt spid="16"/>
                                        </p:tgtEl>
                                      </p:cBhvr>
                                    </p:animEffect>
                                  </p:childTnLst>
                                </p:cTn>
                              </p:par>
                              <p:par>
                                <p:cTn id="27" presetID="22" presetClass="entr" presetSubtype="1"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wipe(up)">
                                      <p:cBhvr>
                                        <p:cTn id="29" dur="500"/>
                                        <p:tgtEl>
                                          <p:spTgt spid="17"/>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wipe(left)">
                                      <p:cBhvr>
                                        <p:cTn id="32" dur="500"/>
                                        <p:tgtEl>
                                          <p:spTgt spid="2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wipe(up)">
                                      <p:cBhvr>
                                        <p:cTn id="37" dur="500"/>
                                        <p:tgtEl>
                                          <p:spTgt spid="23"/>
                                        </p:tgtEl>
                                      </p:cBhvr>
                                    </p:animEffect>
                                  </p:childTnLst>
                                </p:cTn>
                              </p:par>
                              <p:par>
                                <p:cTn id="38" presetID="22" presetClass="entr" presetSubtype="1" fill="hold" grpId="0" nodeType="with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wipe(up)">
                                      <p:cBhvr>
                                        <p:cTn id="40" dur="500"/>
                                        <p:tgtEl>
                                          <p:spTgt spid="18"/>
                                        </p:tgtEl>
                                      </p:cBhvr>
                                    </p:animEffect>
                                  </p:childTnLst>
                                </p:cTn>
                              </p:par>
                              <p:par>
                                <p:cTn id="41" presetID="22" presetClass="entr" presetSubtype="1"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wipe(up)">
                                      <p:cBhvr>
                                        <p:cTn id="43" dur="500"/>
                                        <p:tgtEl>
                                          <p:spTgt spid="19"/>
                                        </p:tgtEl>
                                      </p:cBhvr>
                                    </p:animEffect>
                                  </p:childTnLst>
                                </p:cTn>
                              </p:par>
                              <p:par>
                                <p:cTn id="44" presetID="22" presetClass="entr" presetSubtype="8"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wipe(left)">
                                      <p:cBhvr>
                                        <p:cTn id="46" dur="500"/>
                                        <p:tgtEl>
                                          <p:spTgt spid="30"/>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nodeType="clickEffect">
                                  <p:stCondLst>
                                    <p:cond delay="0"/>
                                  </p:stCondLst>
                                  <p:childTnLst>
                                    <p:set>
                                      <p:cBhvr>
                                        <p:cTn id="50" dur="1" fill="hold">
                                          <p:stCondLst>
                                            <p:cond delay="0"/>
                                          </p:stCondLst>
                                        </p:cTn>
                                        <p:tgtEl>
                                          <p:spTgt spid="24"/>
                                        </p:tgtEl>
                                        <p:attrNameLst>
                                          <p:attrName>style.visibility</p:attrName>
                                        </p:attrNameLst>
                                      </p:cBhvr>
                                      <p:to>
                                        <p:strVal val="visible"/>
                                      </p:to>
                                    </p:set>
                                    <p:animEffect transition="in" filter="wipe(up)">
                                      <p:cBhvr>
                                        <p:cTn id="51" dur="500"/>
                                        <p:tgtEl>
                                          <p:spTgt spid="24"/>
                                        </p:tgtEl>
                                      </p:cBhvr>
                                    </p:animEffect>
                                  </p:childTnLst>
                                </p:cTn>
                              </p:par>
                              <p:par>
                                <p:cTn id="52" presetID="22" presetClass="entr" presetSubtype="1" fill="hold" grpId="0" nodeType="with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wipe(up)">
                                      <p:cBhvr>
                                        <p:cTn id="54" dur="500"/>
                                        <p:tgtEl>
                                          <p:spTgt spid="20"/>
                                        </p:tgtEl>
                                      </p:cBhvr>
                                    </p:animEffect>
                                  </p:childTnLst>
                                </p:cTn>
                              </p:par>
                              <p:par>
                                <p:cTn id="55" presetID="22" presetClass="entr" presetSubtype="1" fill="hold" grpId="0" nodeType="with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wipe(up)">
                                      <p:cBhvr>
                                        <p:cTn id="57" dur="500"/>
                                        <p:tgtEl>
                                          <p:spTgt spid="21"/>
                                        </p:tgtEl>
                                      </p:cBhvr>
                                    </p:animEffect>
                                  </p:childTnLst>
                                </p:cTn>
                              </p:par>
                              <p:par>
                                <p:cTn id="58" presetID="22" presetClass="entr" presetSubtype="8" fill="hold" grpId="0" nodeType="withEffect">
                                  <p:stCondLst>
                                    <p:cond delay="0"/>
                                  </p:stCondLst>
                                  <p:childTnLst>
                                    <p:set>
                                      <p:cBhvr>
                                        <p:cTn id="59" dur="1" fill="hold">
                                          <p:stCondLst>
                                            <p:cond delay="0"/>
                                          </p:stCondLst>
                                        </p:cTn>
                                        <p:tgtEl>
                                          <p:spTgt spid="31"/>
                                        </p:tgtEl>
                                        <p:attrNameLst>
                                          <p:attrName>style.visibility</p:attrName>
                                        </p:attrNameLst>
                                      </p:cBhvr>
                                      <p:to>
                                        <p:strVal val="visible"/>
                                      </p:to>
                                    </p:set>
                                    <p:animEffect transition="in" filter="wipe(left)">
                                      <p:cBhvr>
                                        <p:cTn id="60"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animBg="1"/>
      <p:bldP spid="15" grpId="0" animBg="1"/>
      <p:bldP spid="16" grpId="0" animBg="1"/>
      <p:bldP spid="17" grpId="0" animBg="1"/>
      <p:bldP spid="18" grpId="0" animBg="1"/>
      <p:bldP spid="19" grpId="0" animBg="1"/>
      <p:bldP spid="20" grpId="0" animBg="1"/>
      <p:bldP spid="21" grpId="0" animBg="1"/>
      <p:bldP spid="28" grpId="0"/>
      <p:bldP spid="29" grpId="0"/>
      <p:bldP spid="30" grpId="0"/>
      <p:bldP spid="31"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3"/>
          <p:cNvSpPr>
            <a:spLocks noGrp="1" noChangeArrowheads="1"/>
          </p:cNvSpPr>
          <p:nvPr>
            <p:ph type="body" idx="4294967295"/>
          </p:nvPr>
        </p:nvSpPr>
        <p:spPr>
          <a:xfrm>
            <a:off x="863600" y="2145676"/>
            <a:ext cx="8229600" cy="3699487"/>
          </a:xfrm>
        </p:spPr>
        <p:txBody>
          <a:bodyPr/>
          <a:lstStyle/>
          <a:p>
            <a:pPr marL="538163" lvl="3" indent="-261938" defTabSz="457200" eaLnBrk="1" hangingPunct="1">
              <a:lnSpc>
                <a:spcPts val="3000"/>
              </a:lnSpc>
              <a:spcAft>
                <a:spcPts val="1200"/>
              </a:spcAft>
              <a:buFont typeface="Wingdings" panose="05000000000000000000" pitchFamily="2" charset="2"/>
              <a:buChar char="Ø"/>
              <a:defRPr/>
            </a:pPr>
            <a:r>
              <a:rPr lang="zh-CN" altLang="en-US" sz="1800" spc="150" dirty="0">
                <a:solidFill>
                  <a:srgbClr val="000000"/>
                </a:solidFill>
                <a:latin typeface="微软雅黑" panose="020B0503020204020204" pitchFamily="34" charset="-122"/>
                <a:ea typeface="微软雅黑" panose="020B0503020204020204" pitchFamily="34" charset="-122"/>
              </a:rPr>
              <a:t>如果一项选择行为所对应的结果不唯一，决策者就面临着不确定性。</a:t>
            </a:r>
            <a:endParaRPr lang="en-US" altLang="zh-CN" sz="1800" spc="150" dirty="0">
              <a:solidFill>
                <a:srgbClr val="000000"/>
              </a:solidFill>
              <a:latin typeface="微软雅黑" panose="020B0503020204020204" pitchFamily="34" charset="-122"/>
              <a:ea typeface="微软雅黑" panose="020B0503020204020204" pitchFamily="34" charset="-122"/>
            </a:endParaRPr>
          </a:p>
          <a:p>
            <a:pPr marL="538163" lvl="3" indent="-261938" defTabSz="457200" eaLnBrk="1" hangingPunct="1">
              <a:lnSpc>
                <a:spcPts val="3000"/>
              </a:lnSpc>
              <a:spcAft>
                <a:spcPts val="1200"/>
              </a:spcAft>
              <a:buFont typeface="Wingdings" panose="05000000000000000000" pitchFamily="2" charset="2"/>
              <a:buChar char="Ø"/>
              <a:defRPr/>
            </a:pPr>
            <a:endParaRPr lang="en-US" altLang="zh-CN" sz="1800" spc="150" dirty="0">
              <a:solidFill>
                <a:srgbClr val="000000"/>
              </a:solidFill>
              <a:latin typeface="微软雅黑" panose="020B0503020204020204" pitchFamily="34" charset="-122"/>
              <a:ea typeface="微软雅黑" panose="020B0503020204020204" pitchFamily="34" charset="-122"/>
            </a:endParaRPr>
          </a:p>
          <a:p>
            <a:pPr marL="538163" lvl="3" indent="-261938" defTabSz="457200" eaLnBrk="1" hangingPunct="1">
              <a:lnSpc>
                <a:spcPts val="3000"/>
              </a:lnSpc>
              <a:spcAft>
                <a:spcPts val="1200"/>
              </a:spcAft>
              <a:buFont typeface="Wingdings" panose="05000000000000000000" pitchFamily="2" charset="2"/>
              <a:buChar char="Ø"/>
              <a:defRPr/>
            </a:pPr>
            <a:r>
              <a:rPr lang="zh-CN" altLang="en-US" sz="1800" spc="150" dirty="0">
                <a:solidFill>
                  <a:srgbClr val="000000"/>
                </a:solidFill>
                <a:latin typeface="微软雅黑" panose="020B0503020204020204" pitchFamily="34" charset="-122"/>
                <a:ea typeface="微软雅黑" panose="020B0503020204020204" pitchFamily="34" charset="-122"/>
              </a:rPr>
              <a:t>事件</a:t>
            </a:r>
            <a:r>
              <a:rPr lang="en-US" altLang="zh-CN" sz="1800" spc="150" dirty="0">
                <a:solidFill>
                  <a:srgbClr val="000000"/>
                </a:solidFill>
                <a:latin typeface="微软雅黑" panose="020B0503020204020204" pitchFamily="34" charset="-122"/>
                <a:ea typeface="微软雅黑" panose="020B0503020204020204" pitchFamily="34" charset="-122"/>
              </a:rPr>
              <a:t>Q</a:t>
            </a:r>
            <a:r>
              <a:rPr lang="zh-CN" altLang="en-US" sz="1800" spc="150" dirty="0">
                <a:solidFill>
                  <a:srgbClr val="000000"/>
                </a:solidFill>
                <a:latin typeface="微软雅黑" panose="020B0503020204020204" pitchFamily="34" charset="-122"/>
                <a:ea typeface="微软雅黑" panose="020B0503020204020204" pitchFamily="34" charset="-122"/>
              </a:rPr>
              <a:t>未来的可能结果和概率</a:t>
            </a:r>
            <a:endParaRPr lang="en-US" altLang="zh-CN" sz="1800" spc="150" dirty="0">
              <a:solidFill>
                <a:srgbClr val="000000"/>
              </a:solidFill>
              <a:latin typeface="微软雅黑" panose="020B0503020204020204" pitchFamily="34" charset="-122"/>
              <a:ea typeface="微软雅黑" panose="020B0503020204020204" pitchFamily="34" charset="-122"/>
            </a:endParaRPr>
          </a:p>
          <a:p>
            <a:pPr marL="914400" lvl="2" indent="0" eaLnBrk="1" hangingPunct="1">
              <a:lnSpc>
                <a:spcPts val="3000"/>
              </a:lnSpc>
              <a:buNone/>
            </a:pPr>
            <a:endParaRPr lang="en-US" altLang="zh-CN" sz="2800" dirty="0"/>
          </a:p>
          <a:p>
            <a:pPr marL="914400" lvl="2" indent="0" eaLnBrk="1" hangingPunct="1">
              <a:lnSpc>
                <a:spcPts val="3000"/>
              </a:lnSpc>
              <a:buNone/>
            </a:pPr>
            <a:endParaRPr lang="en-US" altLang="zh-CN" sz="2800" dirty="0"/>
          </a:p>
          <a:p>
            <a:pPr marL="538163" lvl="3" indent="-261938" defTabSz="457200" eaLnBrk="1" hangingPunct="1">
              <a:lnSpc>
                <a:spcPts val="3000"/>
              </a:lnSpc>
              <a:spcAft>
                <a:spcPts val="300"/>
              </a:spcAft>
              <a:buFont typeface="Wingdings" panose="05000000000000000000" pitchFamily="2" charset="2"/>
              <a:buChar char="Ø"/>
              <a:defRPr/>
            </a:pPr>
            <a:r>
              <a:rPr lang="zh-CN" altLang="en-US" sz="1800" spc="150" dirty="0">
                <a:solidFill>
                  <a:srgbClr val="000000"/>
                </a:solidFill>
                <a:latin typeface="微软雅黑" panose="020B0503020204020204" pitchFamily="34" charset="-122"/>
                <a:ea typeface="微软雅黑" panose="020B0503020204020204" pitchFamily="34" charset="-122"/>
              </a:rPr>
              <a:t>可以把这个不确定性描述成</a:t>
            </a:r>
            <a:endParaRPr lang="en-US" altLang="zh-CN" sz="1800" spc="150" dirty="0">
              <a:solidFill>
                <a:srgbClr val="000000"/>
              </a:solidFill>
              <a:latin typeface="微软雅黑" panose="020B0503020204020204" pitchFamily="34" charset="-122"/>
              <a:ea typeface="微软雅黑" panose="020B0503020204020204" pitchFamily="34" charset="-122"/>
            </a:endParaRPr>
          </a:p>
          <a:p>
            <a:pPr marL="276225" lvl="3" indent="2746375" defTabSz="457200" eaLnBrk="1" hangingPunct="1">
              <a:lnSpc>
                <a:spcPts val="3000"/>
              </a:lnSpc>
              <a:spcAft>
                <a:spcPts val="1200"/>
              </a:spcAft>
              <a:buNone/>
              <a:defRPr/>
            </a:pPr>
            <a:endParaRPr lang="en-US" altLang="zh-CN" sz="1600" spc="150" dirty="0">
              <a:solidFill>
                <a:srgbClr val="000000"/>
              </a:solidFill>
              <a:latin typeface="微软雅黑" panose="020B0503020204020204" pitchFamily="34" charset="-122"/>
              <a:ea typeface="微软雅黑" panose="020B0503020204020204" pitchFamily="34" charset="-122"/>
            </a:endParaRPr>
          </a:p>
        </p:txBody>
      </p:sp>
      <p:graphicFrame>
        <p:nvGraphicFramePr>
          <p:cNvPr id="13" name="表格 12">
            <a:extLst>
              <a:ext uri="{FF2B5EF4-FFF2-40B4-BE49-F238E27FC236}">
                <a16:creationId xmlns:a16="http://schemas.microsoft.com/office/drawing/2014/main" id="{40F2532F-923B-4E9F-9296-87B5E43FFA64}"/>
              </a:ext>
            </a:extLst>
          </p:cNvPr>
          <p:cNvGraphicFramePr>
            <a:graphicFrameLocks noGrp="1"/>
          </p:cNvGraphicFramePr>
          <p:nvPr>
            <p:extLst>
              <p:ext uri="{D42A27DB-BD31-4B8C-83A1-F6EECF244321}">
                <p14:modId xmlns:p14="http://schemas.microsoft.com/office/powerpoint/2010/main" val="305705699"/>
              </p:ext>
            </p:extLst>
          </p:nvPr>
        </p:nvGraphicFramePr>
        <p:xfrm>
          <a:off x="2584023" y="4923504"/>
          <a:ext cx="5292725" cy="432000"/>
        </p:xfrm>
        <a:graphic>
          <a:graphicData uri="http://schemas.openxmlformats.org/drawingml/2006/table">
            <a:tbl>
              <a:tblPr firstRow="1" bandRow="1">
                <a:tableStyleId>{5C22544A-7EE6-4342-B048-85BDC9FD1C3A}</a:tableStyleId>
              </a:tblPr>
              <a:tblGrid>
                <a:gridCol w="2460290">
                  <a:extLst>
                    <a:ext uri="{9D8B030D-6E8A-4147-A177-3AD203B41FA5}">
                      <a16:colId xmlns:a16="http://schemas.microsoft.com/office/drawing/2014/main" val="1056765175"/>
                    </a:ext>
                  </a:extLst>
                </a:gridCol>
                <a:gridCol w="2832435">
                  <a:extLst>
                    <a:ext uri="{9D8B030D-6E8A-4147-A177-3AD203B41FA5}">
                      <a16:colId xmlns:a16="http://schemas.microsoft.com/office/drawing/2014/main" val="4132998704"/>
                    </a:ext>
                  </a:extLst>
                </a:gridCol>
              </a:tblGrid>
              <a:tr h="432000">
                <a:tc>
                  <a:txBody>
                    <a:bodyPr/>
                    <a:lstStyle/>
                    <a:p>
                      <a:pPr algn="r"/>
                      <a:r>
                        <a:rPr lang="en-US" altLang="zh-CN" sz="1600" b="0" dirty="0">
                          <a:solidFill>
                            <a:schemeClr val="tx1"/>
                          </a:solidFill>
                          <a:latin typeface="微软雅黑" panose="020B0503020204020204" pitchFamily="34" charset="-122"/>
                          <a:ea typeface="微软雅黑" panose="020B0503020204020204" pitchFamily="34" charset="-122"/>
                        </a:rPr>
                        <a:t>Q =</a:t>
                      </a:r>
                      <a:endParaRPr lang="zh-CN" altLang="en-US" sz="1600" b="0" dirty="0">
                        <a:solidFill>
                          <a:schemeClr val="tx1"/>
                        </a:solidFill>
                        <a:latin typeface="微软雅黑" panose="020B0503020204020204" pitchFamily="34" charset="-122"/>
                        <a:ea typeface="微软雅黑" panose="020B0503020204020204" pitchFamily="34" charset="-122"/>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en-US" altLang="zh-CN" sz="1600" b="0" dirty="0">
                          <a:solidFill>
                            <a:schemeClr val="tx1"/>
                          </a:solidFill>
                          <a:latin typeface="微软雅黑" panose="020B0503020204020204" pitchFamily="34" charset="-122"/>
                          <a:ea typeface="微软雅黑" panose="020B0503020204020204" pitchFamily="34" charset="-122"/>
                        </a:rPr>
                        <a:t>(α</a:t>
                      </a:r>
                      <a:r>
                        <a:rPr lang="en-US" altLang="zh-CN" sz="1600" b="0" baseline="-25000" dirty="0">
                          <a:solidFill>
                            <a:schemeClr val="tx1"/>
                          </a:solidFill>
                          <a:latin typeface="微软雅黑" panose="020B0503020204020204" pitchFamily="34" charset="-122"/>
                          <a:ea typeface="微软雅黑" panose="020B0503020204020204" pitchFamily="34" charset="-122"/>
                        </a:rPr>
                        <a:t>1,</a:t>
                      </a:r>
                      <a:r>
                        <a:rPr lang="en-US" altLang="zh-CN" sz="1600" b="0" dirty="0">
                          <a:solidFill>
                            <a:schemeClr val="tx1"/>
                          </a:solidFill>
                          <a:latin typeface="微软雅黑" panose="020B0503020204020204" pitchFamily="34" charset="-122"/>
                          <a:ea typeface="微软雅黑" panose="020B0503020204020204" pitchFamily="34" charset="-122"/>
                        </a:rPr>
                        <a:t>α</a:t>
                      </a:r>
                      <a:r>
                        <a:rPr lang="en-US" altLang="zh-CN" sz="1600" b="0" baseline="-25000" dirty="0">
                          <a:solidFill>
                            <a:schemeClr val="tx1"/>
                          </a:solidFill>
                          <a:latin typeface="微软雅黑" panose="020B0503020204020204" pitchFamily="34" charset="-122"/>
                          <a:ea typeface="微软雅黑" panose="020B0503020204020204" pitchFamily="34" charset="-122"/>
                        </a:rPr>
                        <a:t>2</a:t>
                      </a:r>
                      <a:r>
                        <a:rPr lang="en-US" altLang="zh-CN" sz="1600" b="0" dirty="0">
                          <a:solidFill>
                            <a:schemeClr val="tx1"/>
                          </a:solidFill>
                          <a:latin typeface="微软雅黑" panose="020B0503020204020204" pitchFamily="34" charset="-122"/>
                          <a:ea typeface="微软雅黑" panose="020B0503020204020204" pitchFamily="34" charset="-122"/>
                        </a:rPr>
                        <a:t>…α</a:t>
                      </a:r>
                      <a:r>
                        <a:rPr lang="en-US" altLang="zh-CN" sz="1600" b="0" baseline="-25000" dirty="0">
                          <a:solidFill>
                            <a:schemeClr val="tx1"/>
                          </a:solidFill>
                          <a:latin typeface="微软雅黑" panose="020B0503020204020204" pitchFamily="34" charset="-122"/>
                          <a:ea typeface="微软雅黑" panose="020B0503020204020204" pitchFamily="34" charset="-122"/>
                        </a:rPr>
                        <a:t>s</a:t>
                      </a:r>
                      <a:r>
                        <a:rPr lang="en-US" altLang="zh-CN" sz="1600" b="0" dirty="0">
                          <a:solidFill>
                            <a:schemeClr val="tx1"/>
                          </a:solidFill>
                          <a:latin typeface="微软雅黑" panose="020B0503020204020204" pitchFamily="34" charset="-122"/>
                          <a:ea typeface="微软雅黑" panose="020B0503020204020204" pitchFamily="34" charset="-122"/>
                        </a:rPr>
                        <a:t>; q</a:t>
                      </a:r>
                      <a:r>
                        <a:rPr lang="en-US" altLang="zh-CN" sz="1600" b="0" baseline="-25000" dirty="0">
                          <a:solidFill>
                            <a:schemeClr val="tx1"/>
                          </a:solidFill>
                          <a:latin typeface="微软雅黑" panose="020B0503020204020204" pitchFamily="34" charset="-122"/>
                          <a:ea typeface="微软雅黑" panose="020B0503020204020204" pitchFamily="34" charset="-122"/>
                        </a:rPr>
                        <a:t>1</a:t>
                      </a:r>
                      <a:r>
                        <a:rPr lang="en-US" altLang="zh-CN" sz="1600" b="0" dirty="0">
                          <a:solidFill>
                            <a:schemeClr val="tx1"/>
                          </a:solidFill>
                          <a:latin typeface="微软雅黑" panose="020B0503020204020204" pitchFamily="34" charset="-122"/>
                          <a:ea typeface="微软雅黑" panose="020B0503020204020204" pitchFamily="34" charset="-122"/>
                        </a:rPr>
                        <a:t>,q</a:t>
                      </a:r>
                      <a:r>
                        <a:rPr lang="en-US" altLang="zh-CN" sz="1600" b="0" baseline="-25000" dirty="0">
                          <a:solidFill>
                            <a:schemeClr val="tx1"/>
                          </a:solidFill>
                          <a:latin typeface="微软雅黑" panose="020B0503020204020204" pitchFamily="34" charset="-122"/>
                          <a:ea typeface="微软雅黑" panose="020B0503020204020204" pitchFamily="34" charset="-122"/>
                        </a:rPr>
                        <a:t>2</a:t>
                      </a:r>
                      <a:r>
                        <a:rPr lang="en-US" altLang="zh-CN" sz="1600" b="0" dirty="0">
                          <a:solidFill>
                            <a:schemeClr val="tx1"/>
                          </a:solidFill>
                          <a:latin typeface="微软雅黑" panose="020B0503020204020204" pitchFamily="34" charset="-122"/>
                          <a:ea typeface="微软雅黑" panose="020B0503020204020204" pitchFamily="34" charset="-122"/>
                        </a:rPr>
                        <a:t>,…,</a:t>
                      </a:r>
                      <a:r>
                        <a:rPr lang="en-US" altLang="zh-CN" sz="1600" b="0" dirty="0" err="1">
                          <a:solidFill>
                            <a:schemeClr val="tx1"/>
                          </a:solidFill>
                          <a:latin typeface="微软雅黑" panose="020B0503020204020204" pitchFamily="34" charset="-122"/>
                          <a:ea typeface="微软雅黑" panose="020B0503020204020204" pitchFamily="34" charset="-122"/>
                        </a:rPr>
                        <a:t>q</a:t>
                      </a:r>
                      <a:r>
                        <a:rPr lang="en-US" altLang="zh-CN" sz="1600" b="0" baseline="-25000" dirty="0" err="1">
                          <a:solidFill>
                            <a:schemeClr val="tx1"/>
                          </a:solidFill>
                          <a:latin typeface="微软雅黑" panose="020B0503020204020204" pitchFamily="34" charset="-122"/>
                          <a:ea typeface="微软雅黑" panose="020B0503020204020204" pitchFamily="34" charset="-122"/>
                        </a:rPr>
                        <a:t>s</a:t>
                      </a:r>
                      <a:r>
                        <a:rPr lang="en-US" altLang="zh-CN" sz="1600" b="0" dirty="0">
                          <a:solidFill>
                            <a:schemeClr val="tx1"/>
                          </a:solidFill>
                          <a:latin typeface="微软雅黑" panose="020B0503020204020204" pitchFamily="34" charset="-122"/>
                          <a:ea typeface="微软雅黑" panose="020B0503020204020204" pitchFamily="34" charset="-122"/>
                        </a:rPr>
                        <a:t>)</a:t>
                      </a:r>
                      <a:endParaRPr lang="zh-CN" altLang="en-US" sz="1600" b="0" baseline="-25000" dirty="0">
                        <a:solidFill>
                          <a:schemeClr val="tx1"/>
                        </a:solidFill>
                        <a:latin typeface="微软雅黑" panose="020B0503020204020204" pitchFamily="34" charset="-122"/>
                        <a:ea typeface="微软雅黑" panose="020B0503020204020204" pitchFamily="34" charset="-122"/>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06866992"/>
                  </a:ext>
                </a:extLst>
              </a:tr>
            </a:tbl>
          </a:graphicData>
        </a:graphic>
      </p:graphicFrame>
      <p:graphicFrame>
        <p:nvGraphicFramePr>
          <p:cNvPr id="2" name="表格 1"/>
          <p:cNvGraphicFramePr>
            <a:graphicFrameLocks noGrp="1"/>
          </p:cNvGraphicFramePr>
          <p:nvPr>
            <p:extLst>
              <p:ext uri="{D42A27DB-BD31-4B8C-83A1-F6EECF244321}">
                <p14:modId xmlns:p14="http://schemas.microsoft.com/office/powerpoint/2010/main" val="1886814669"/>
              </p:ext>
            </p:extLst>
          </p:nvPr>
        </p:nvGraphicFramePr>
        <p:xfrm>
          <a:off x="1463363" y="3790839"/>
          <a:ext cx="6096000" cy="74168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1056765175"/>
                    </a:ext>
                  </a:extLst>
                </a:gridCol>
                <a:gridCol w="1219200">
                  <a:extLst>
                    <a:ext uri="{9D8B030D-6E8A-4147-A177-3AD203B41FA5}">
                      <a16:colId xmlns:a16="http://schemas.microsoft.com/office/drawing/2014/main" val="4132998704"/>
                    </a:ext>
                  </a:extLst>
                </a:gridCol>
                <a:gridCol w="1219200">
                  <a:extLst>
                    <a:ext uri="{9D8B030D-6E8A-4147-A177-3AD203B41FA5}">
                      <a16:colId xmlns:a16="http://schemas.microsoft.com/office/drawing/2014/main" val="23443223"/>
                    </a:ext>
                  </a:extLst>
                </a:gridCol>
                <a:gridCol w="1219200">
                  <a:extLst>
                    <a:ext uri="{9D8B030D-6E8A-4147-A177-3AD203B41FA5}">
                      <a16:colId xmlns:a16="http://schemas.microsoft.com/office/drawing/2014/main" val="4058603499"/>
                    </a:ext>
                  </a:extLst>
                </a:gridCol>
                <a:gridCol w="1219200">
                  <a:extLst>
                    <a:ext uri="{9D8B030D-6E8A-4147-A177-3AD203B41FA5}">
                      <a16:colId xmlns:a16="http://schemas.microsoft.com/office/drawing/2014/main" val="705653736"/>
                    </a:ext>
                  </a:extLst>
                </a:gridCol>
              </a:tblGrid>
              <a:tr h="370840">
                <a:tc>
                  <a:txBody>
                    <a:bodyPr/>
                    <a:lstStyle/>
                    <a:p>
                      <a:r>
                        <a:rPr lang="zh-CN" altLang="en-US" sz="1600" b="0" dirty="0">
                          <a:solidFill>
                            <a:schemeClr val="tx1"/>
                          </a:solidFill>
                          <a:latin typeface="微软雅黑" panose="020B0503020204020204" pitchFamily="34" charset="-122"/>
                          <a:ea typeface="微软雅黑" panose="020B0503020204020204" pitchFamily="34" charset="-122"/>
                        </a:rPr>
                        <a:t>可能结果</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en-US" altLang="zh-CN" sz="1600" b="0" dirty="0">
                          <a:solidFill>
                            <a:schemeClr val="tx1"/>
                          </a:solidFill>
                          <a:latin typeface="微软雅黑" panose="020B0503020204020204" pitchFamily="34" charset="-122"/>
                          <a:ea typeface="微软雅黑" panose="020B0503020204020204" pitchFamily="34" charset="-122"/>
                        </a:rPr>
                        <a:t>q</a:t>
                      </a:r>
                      <a:r>
                        <a:rPr lang="en-US" altLang="zh-CN" sz="1600" b="0" baseline="-25000" dirty="0">
                          <a:solidFill>
                            <a:schemeClr val="tx1"/>
                          </a:solidFill>
                          <a:latin typeface="微软雅黑" panose="020B0503020204020204" pitchFamily="34" charset="-122"/>
                          <a:ea typeface="微软雅黑" panose="020B0503020204020204" pitchFamily="34" charset="-122"/>
                        </a:rPr>
                        <a:t>1</a:t>
                      </a:r>
                      <a:endParaRPr lang="zh-CN" altLang="en-US" sz="1600" b="0" dirty="0">
                        <a:solidFill>
                          <a:schemeClr val="tx1"/>
                        </a:solidFill>
                        <a:latin typeface="微软雅黑" panose="020B0503020204020204" pitchFamily="34" charset="-122"/>
                        <a:ea typeface="微软雅黑" panose="020B0503020204020204" pitchFamily="34" charset="-122"/>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en-US" altLang="zh-CN" sz="1600" b="0" dirty="0">
                          <a:solidFill>
                            <a:schemeClr val="tx1"/>
                          </a:solidFill>
                          <a:latin typeface="微软雅黑" panose="020B0503020204020204" pitchFamily="34" charset="-122"/>
                          <a:ea typeface="微软雅黑" panose="020B0503020204020204" pitchFamily="34" charset="-122"/>
                        </a:rPr>
                        <a:t>q</a:t>
                      </a:r>
                      <a:r>
                        <a:rPr lang="en-US" altLang="zh-CN" sz="1600" b="0" baseline="-25000" dirty="0">
                          <a:solidFill>
                            <a:schemeClr val="tx1"/>
                          </a:solidFill>
                          <a:latin typeface="微软雅黑" panose="020B0503020204020204" pitchFamily="34" charset="-122"/>
                          <a:ea typeface="微软雅黑" panose="020B0503020204020204" pitchFamily="34" charset="-122"/>
                        </a:rPr>
                        <a:t>2</a:t>
                      </a:r>
                      <a:endParaRPr lang="zh-CN" altLang="en-US" sz="1600" b="0" dirty="0">
                        <a:solidFill>
                          <a:schemeClr val="tx1"/>
                        </a:solidFill>
                        <a:latin typeface="微软雅黑" panose="020B0503020204020204" pitchFamily="34" charset="-122"/>
                        <a:ea typeface="微软雅黑" panose="020B0503020204020204" pitchFamily="34" charset="-122"/>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en-US" altLang="zh-CN" sz="1600" b="0" dirty="0">
                          <a:solidFill>
                            <a:schemeClr val="tx1"/>
                          </a:solidFill>
                          <a:latin typeface="微软雅黑" panose="020B0503020204020204" pitchFamily="34" charset="-122"/>
                          <a:ea typeface="微软雅黑" panose="020B0503020204020204" pitchFamily="34" charset="-122"/>
                        </a:rPr>
                        <a:t>……</a:t>
                      </a:r>
                      <a:endParaRPr lang="zh-CN" altLang="en-US" sz="1600" b="0" dirty="0">
                        <a:solidFill>
                          <a:schemeClr val="tx1"/>
                        </a:solidFill>
                        <a:latin typeface="微软雅黑" panose="020B0503020204020204" pitchFamily="34" charset="-122"/>
                        <a:ea typeface="微软雅黑" panose="020B0503020204020204" pitchFamily="34" charset="-122"/>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en-US" altLang="zh-CN" sz="1600" b="0" dirty="0" err="1">
                          <a:solidFill>
                            <a:schemeClr val="tx1"/>
                          </a:solidFill>
                          <a:latin typeface="微软雅黑" panose="020B0503020204020204" pitchFamily="34" charset="-122"/>
                          <a:ea typeface="微软雅黑" panose="020B0503020204020204" pitchFamily="34" charset="-122"/>
                        </a:rPr>
                        <a:t>q</a:t>
                      </a:r>
                      <a:r>
                        <a:rPr lang="en-US" altLang="zh-CN" sz="1600" b="0" baseline="-25000" dirty="0" err="1">
                          <a:solidFill>
                            <a:schemeClr val="tx1"/>
                          </a:solidFill>
                          <a:latin typeface="微软雅黑" panose="020B0503020204020204" pitchFamily="34" charset="-122"/>
                          <a:ea typeface="微软雅黑" panose="020B0503020204020204" pitchFamily="34" charset="-122"/>
                        </a:rPr>
                        <a:t>s</a:t>
                      </a:r>
                      <a:endParaRPr lang="zh-CN" altLang="en-US" sz="1600" b="0" dirty="0">
                        <a:solidFill>
                          <a:schemeClr val="tx1"/>
                        </a:solidFill>
                        <a:latin typeface="微软雅黑" panose="020B0503020204020204" pitchFamily="34" charset="-122"/>
                        <a:ea typeface="微软雅黑" panose="020B0503020204020204" pitchFamily="34" charset="-122"/>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96746608"/>
                  </a:ext>
                </a:extLst>
              </a:tr>
              <a:tr h="370840">
                <a:tc>
                  <a:txBody>
                    <a:bodyPr/>
                    <a:lstStyle/>
                    <a:p>
                      <a:r>
                        <a:rPr lang="zh-CN" altLang="en-US" sz="1600" b="0" dirty="0">
                          <a:solidFill>
                            <a:schemeClr val="tx1"/>
                          </a:solidFill>
                          <a:latin typeface="微软雅黑" panose="020B0503020204020204" pitchFamily="34" charset="-122"/>
                          <a:ea typeface="微软雅黑" panose="020B0503020204020204" pitchFamily="34" charset="-122"/>
                        </a:rPr>
                        <a:t>出现概率</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en-US" altLang="zh-CN" sz="1600" b="0" dirty="0">
                          <a:solidFill>
                            <a:schemeClr val="tx1"/>
                          </a:solidFill>
                          <a:latin typeface="微软雅黑" panose="020B0503020204020204" pitchFamily="34" charset="-122"/>
                          <a:ea typeface="微软雅黑" panose="020B0503020204020204" pitchFamily="34" charset="-122"/>
                        </a:rPr>
                        <a:t>a</a:t>
                      </a:r>
                      <a:r>
                        <a:rPr lang="en-US" altLang="zh-CN" sz="1600" b="0" baseline="-25000" dirty="0">
                          <a:solidFill>
                            <a:schemeClr val="tx1"/>
                          </a:solidFill>
                          <a:latin typeface="微软雅黑" panose="020B0503020204020204" pitchFamily="34" charset="-122"/>
                          <a:ea typeface="微软雅黑" panose="020B0503020204020204" pitchFamily="34" charset="-122"/>
                        </a:rPr>
                        <a:t>1</a:t>
                      </a:r>
                      <a:endParaRPr lang="zh-CN" altLang="en-US" sz="1600" b="0" baseline="-25000" dirty="0">
                        <a:solidFill>
                          <a:schemeClr val="tx1"/>
                        </a:solidFill>
                        <a:latin typeface="微软雅黑" panose="020B0503020204020204" pitchFamily="34" charset="-122"/>
                        <a:ea typeface="微软雅黑" panose="020B0503020204020204" pitchFamily="34" charset="-122"/>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en-US" altLang="zh-CN" sz="1600" b="0" dirty="0">
                          <a:solidFill>
                            <a:schemeClr val="tx1"/>
                          </a:solidFill>
                          <a:latin typeface="微软雅黑" panose="020B0503020204020204" pitchFamily="34" charset="-122"/>
                          <a:ea typeface="微软雅黑" panose="020B0503020204020204" pitchFamily="34" charset="-122"/>
                        </a:rPr>
                        <a:t>a</a:t>
                      </a:r>
                      <a:r>
                        <a:rPr lang="en-US" altLang="zh-CN" sz="1600" b="0" baseline="-25000" dirty="0">
                          <a:solidFill>
                            <a:schemeClr val="tx1"/>
                          </a:solidFill>
                          <a:latin typeface="微软雅黑" panose="020B0503020204020204" pitchFamily="34" charset="-122"/>
                          <a:ea typeface="微软雅黑" panose="020B0503020204020204" pitchFamily="34" charset="-122"/>
                        </a:rPr>
                        <a:t>2</a:t>
                      </a:r>
                      <a:endParaRPr lang="zh-CN" altLang="en-US" sz="1600" b="0" dirty="0">
                        <a:solidFill>
                          <a:schemeClr val="tx1"/>
                        </a:solidFill>
                        <a:latin typeface="微软雅黑" panose="020B0503020204020204" pitchFamily="34" charset="-122"/>
                        <a:ea typeface="微软雅黑" panose="020B0503020204020204" pitchFamily="34" charset="-122"/>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en-US" altLang="zh-CN" sz="1600" b="0" dirty="0">
                          <a:solidFill>
                            <a:schemeClr val="tx1"/>
                          </a:solidFill>
                          <a:latin typeface="微软雅黑" panose="020B0503020204020204" pitchFamily="34" charset="-122"/>
                          <a:ea typeface="微软雅黑" panose="020B0503020204020204" pitchFamily="34" charset="-122"/>
                        </a:rPr>
                        <a:t>……</a:t>
                      </a:r>
                      <a:endParaRPr lang="zh-CN" altLang="en-US" sz="1600" b="0" dirty="0">
                        <a:solidFill>
                          <a:schemeClr val="tx1"/>
                        </a:solidFill>
                        <a:latin typeface="微软雅黑" panose="020B0503020204020204" pitchFamily="34" charset="-122"/>
                        <a:ea typeface="微软雅黑" panose="020B0503020204020204" pitchFamily="34" charset="-122"/>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en-US" altLang="zh-CN" sz="1600" b="0" dirty="0">
                          <a:solidFill>
                            <a:schemeClr val="tx1"/>
                          </a:solidFill>
                          <a:latin typeface="微软雅黑" panose="020B0503020204020204" pitchFamily="34" charset="-122"/>
                          <a:ea typeface="微软雅黑" panose="020B0503020204020204" pitchFamily="34" charset="-122"/>
                        </a:rPr>
                        <a:t>a</a:t>
                      </a:r>
                      <a:r>
                        <a:rPr lang="en-US" altLang="zh-CN" sz="1600" b="0" baseline="-25000" dirty="0">
                          <a:solidFill>
                            <a:schemeClr val="tx1"/>
                          </a:solidFill>
                          <a:latin typeface="微软雅黑" panose="020B0503020204020204" pitchFamily="34" charset="-122"/>
                          <a:ea typeface="微软雅黑" panose="020B0503020204020204" pitchFamily="34" charset="-122"/>
                        </a:rPr>
                        <a:t>s</a:t>
                      </a:r>
                      <a:endParaRPr lang="zh-CN" altLang="en-US" sz="1600" b="0" dirty="0">
                        <a:solidFill>
                          <a:schemeClr val="tx1"/>
                        </a:solidFill>
                        <a:latin typeface="微软雅黑" panose="020B0503020204020204" pitchFamily="34" charset="-122"/>
                        <a:ea typeface="微软雅黑" panose="020B0503020204020204" pitchFamily="34" charset="-122"/>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614522108"/>
                  </a:ext>
                </a:extLst>
              </a:tr>
            </a:tbl>
          </a:graphicData>
        </a:graphic>
      </p:graphicFrame>
      <p:sp>
        <p:nvSpPr>
          <p:cNvPr id="15" name="矩形 14">
            <a:extLst>
              <a:ext uri="{FF2B5EF4-FFF2-40B4-BE49-F238E27FC236}">
                <a16:creationId xmlns:a16="http://schemas.microsoft.com/office/drawing/2014/main" id="{8CCACFBC-266C-4ED4-8B4D-FDD868365068}"/>
              </a:ext>
            </a:extLst>
          </p:cNvPr>
          <p:cNvSpPr/>
          <p:nvPr/>
        </p:nvSpPr>
        <p:spPr>
          <a:xfrm>
            <a:off x="6186208" y="0"/>
            <a:ext cx="2957792" cy="369332"/>
          </a:xfrm>
          <a:prstGeom prst="rect">
            <a:avLst/>
          </a:prstGeom>
        </p:spPr>
        <p:txBody>
          <a:bodyPr wrap="squar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 第六节  不确定性和风险</a:t>
            </a:r>
          </a:p>
        </p:txBody>
      </p:sp>
      <p:sp>
        <p:nvSpPr>
          <p:cNvPr id="16" name="矩形 15">
            <a:extLst>
              <a:ext uri="{FF2B5EF4-FFF2-40B4-BE49-F238E27FC236}">
                <a16:creationId xmlns:a16="http://schemas.microsoft.com/office/drawing/2014/main" id="{1F2EEDFF-6156-4A31-B3F8-5E442CA98726}"/>
              </a:ext>
            </a:extLst>
          </p:cNvPr>
          <p:cNvSpPr/>
          <p:nvPr/>
        </p:nvSpPr>
        <p:spPr>
          <a:xfrm>
            <a:off x="467544" y="548680"/>
            <a:ext cx="4762842"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一、不确定性和风险事件的描述</a:t>
            </a:r>
          </a:p>
        </p:txBody>
      </p:sp>
      <p:graphicFrame>
        <p:nvGraphicFramePr>
          <p:cNvPr id="4" name="表格 3">
            <a:extLst>
              <a:ext uri="{FF2B5EF4-FFF2-40B4-BE49-F238E27FC236}">
                <a16:creationId xmlns:a16="http://schemas.microsoft.com/office/drawing/2014/main" id="{16A7837F-BCA7-40C9-A92A-4EF483BB1862}"/>
              </a:ext>
            </a:extLst>
          </p:cNvPr>
          <p:cNvGraphicFramePr>
            <a:graphicFrameLocks noGrp="1"/>
          </p:cNvGraphicFramePr>
          <p:nvPr>
            <p:extLst>
              <p:ext uri="{D42A27DB-BD31-4B8C-83A1-F6EECF244321}">
                <p14:modId xmlns:p14="http://schemas.microsoft.com/office/powerpoint/2010/main" val="3377462318"/>
              </p:ext>
            </p:extLst>
          </p:nvPr>
        </p:nvGraphicFramePr>
        <p:xfrm>
          <a:off x="2678497" y="5365957"/>
          <a:ext cx="5292725" cy="432000"/>
        </p:xfrm>
        <a:graphic>
          <a:graphicData uri="http://schemas.openxmlformats.org/drawingml/2006/table">
            <a:tbl>
              <a:tblPr firstRow="1" bandRow="1">
                <a:tableStyleId>{5C22544A-7EE6-4342-B048-85BDC9FD1C3A}</a:tableStyleId>
              </a:tblPr>
              <a:tblGrid>
                <a:gridCol w="2460290">
                  <a:extLst>
                    <a:ext uri="{9D8B030D-6E8A-4147-A177-3AD203B41FA5}">
                      <a16:colId xmlns:a16="http://schemas.microsoft.com/office/drawing/2014/main" val="1906861939"/>
                    </a:ext>
                  </a:extLst>
                </a:gridCol>
                <a:gridCol w="2832435">
                  <a:extLst>
                    <a:ext uri="{9D8B030D-6E8A-4147-A177-3AD203B41FA5}">
                      <a16:colId xmlns:a16="http://schemas.microsoft.com/office/drawing/2014/main" val="3786368754"/>
                    </a:ext>
                  </a:extLst>
                </a:gridCol>
              </a:tblGrid>
              <a:tr h="432000">
                <a:tc>
                  <a:txBody>
                    <a:bodyPr/>
                    <a:lstStyle/>
                    <a:p>
                      <a:pPr algn="r"/>
                      <a:r>
                        <a:rPr lang="en-US" altLang="zh-CN" sz="1800" b="0" dirty="0">
                          <a:solidFill>
                            <a:schemeClr val="tx1"/>
                          </a:solidFill>
                          <a:latin typeface="微软雅黑" panose="020B0503020204020204" pitchFamily="34" charset="-122"/>
                          <a:ea typeface="微软雅黑" panose="020B0503020204020204" pitchFamily="34" charset="-122"/>
                        </a:rPr>
                        <a:t>Q =</a:t>
                      </a:r>
                      <a:endParaRPr lang="zh-CN" altLang="en-US" sz="1800" b="0" dirty="0">
                        <a:solidFill>
                          <a:schemeClr val="tx1"/>
                        </a:solidFill>
                        <a:latin typeface="微软雅黑" panose="020B0503020204020204" pitchFamily="34" charset="-122"/>
                        <a:ea typeface="微软雅黑" panose="020B0503020204020204" pitchFamily="34" charset="-122"/>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en-US" altLang="zh-CN" sz="1800" b="0" dirty="0">
                          <a:solidFill>
                            <a:schemeClr val="tx1"/>
                          </a:solidFill>
                          <a:latin typeface="微软雅黑" panose="020B0503020204020204" pitchFamily="34" charset="-122"/>
                          <a:ea typeface="微软雅黑" panose="020B0503020204020204" pitchFamily="34" charset="-122"/>
                        </a:rPr>
                        <a:t>(α;</a:t>
                      </a:r>
                      <a:r>
                        <a:rPr lang="zh-CN" altLang="en-US" sz="1800" b="0" dirty="0">
                          <a:solidFill>
                            <a:schemeClr val="tx1"/>
                          </a:solidFill>
                          <a:latin typeface="微软雅黑" panose="020B0503020204020204" pitchFamily="34" charset="-122"/>
                          <a:ea typeface="微软雅黑" panose="020B0503020204020204" pitchFamily="34" charset="-122"/>
                        </a:rPr>
                        <a:t> </a:t>
                      </a:r>
                      <a:r>
                        <a:rPr lang="en-US" altLang="zh-CN" sz="1800" b="0" dirty="0">
                          <a:solidFill>
                            <a:schemeClr val="tx1"/>
                          </a:solidFill>
                          <a:latin typeface="微软雅黑" panose="020B0503020204020204" pitchFamily="34" charset="-122"/>
                          <a:ea typeface="微软雅黑" panose="020B0503020204020204" pitchFamily="34" charset="-122"/>
                        </a:rPr>
                        <a:t>q)</a:t>
                      </a:r>
                      <a:endParaRPr lang="zh-CN" altLang="en-US" sz="1800" b="0" dirty="0">
                        <a:solidFill>
                          <a:schemeClr val="tx1"/>
                        </a:solidFill>
                        <a:latin typeface="微软雅黑" panose="020B0503020204020204" pitchFamily="34" charset="-122"/>
                        <a:ea typeface="微软雅黑" panose="020B0503020204020204" pitchFamily="34" charset="-122"/>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656801232"/>
                  </a:ext>
                </a:extLst>
              </a:tr>
            </a:tbl>
          </a:graphicData>
        </a:graphic>
      </p:graphicFrame>
      <p:sp>
        <p:nvSpPr>
          <p:cNvPr id="5" name="矩形 4">
            <a:extLst>
              <a:ext uri="{FF2B5EF4-FFF2-40B4-BE49-F238E27FC236}">
                <a16:creationId xmlns:a16="http://schemas.microsoft.com/office/drawing/2014/main" id="{6B831E28-F453-49B7-A03A-BD0024602D4D}"/>
              </a:ext>
            </a:extLst>
          </p:cNvPr>
          <p:cNvSpPr/>
          <p:nvPr/>
        </p:nvSpPr>
        <p:spPr>
          <a:xfrm>
            <a:off x="4104342" y="5372164"/>
            <a:ext cx="434734" cy="369332"/>
          </a:xfrm>
          <a:prstGeom prst="rect">
            <a:avLst/>
          </a:prstGeom>
        </p:spPr>
        <p:txBody>
          <a:bodyPr wrap="none">
            <a:noAutofit/>
          </a:bodyPr>
          <a:lstStyle/>
          <a:p>
            <a:r>
              <a:rPr lang="zh-CN" altLang="en-US" spc="150" dirty="0">
                <a:solidFill>
                  <a:srgbClr val="000000"/>
                </a:solidFill>
                <a:latin typeface="微软雅黑" panose="020B0503020204020204" pitchFamily="34" charset="-122"/>
                <a:ea typeface="微软雅黑" panose="020B0503020204020204" pitchFamily="34" charset="-122"/>
              </a:rPr>
              <a:t>或</a:t>
            </a:r>
            <a:endParaRPr lang="zh-CN" altLang="en-US" dirty="0"/>
          </a:p>
        </p:txBody>
      </p:sp>
      <p:grpSp>
        <p:nvGrpSpPr>
          <p:cNvPr id="9" name="组合 8">
            <a:extLst>
              <a:ext uri="{FF2B5EF4-FFF2-40B4-BE49-F238E27FC236}">
                <a16:creationId xmlns:a16="http://schemas.microsoft.com/office/drawing/2014/main" id="{A9F42DEA-4062-4796-A005-DDEF5403370D}"/>
              </a:ext>
            </a:extLst>
          </p:cNvPr>
          <p:cNvGrpSpPr/>
          <p:nvPr/>
        </p:nvGrpSpPr>
        <p:grpSpPr>
          <a:xfrm>
            <a:off x="467544" y="1472444"/>
            <a:ext cx="2483619" cy="461665"/>
            <a:chOff x="467544" y="1161144"/>
            <a:chExt cx="3806023" cy="659493"/>
          </a:xfrm>
        </p:grpSpPr>
        <p:sp>
          <p:nvSpPr>
            <p:cNvPr id="10" name="MH_Text_1">
              <a:extLst>
                <a:ext uri="{FF2B5EF4-FFF2-40B4-BE49-F238E27FC236}">
                  <a16:creationId xmlns:a16="http://schemas.microsoft.com/office/drawing/2014/main" id="{EDD226C9-96D7-4D9C-A9EC-4821EE22ECE0}"/>
                </a:ext>
              </a:extLst>
            </p:cNvPr>
            <p:cNvSpPr/>
            <p:nvPr>
              <p:custDataLst>
                <p:tags r:id="rId3"/>
              </p:custDataLst>
            </p:nvPr>
          </p:nvSpPr>
          <p:spPr bwMode="auto">
            <a:xfrm>
              <a:off x="467544" y="1161144"/>
              <a:ext cx="3806023" cy="659493"/>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algn="ctr">
                <a:defRPr/>
              </a:pPr>
              <a:r>
                <a:rPr lang="zh-CN" altLang="en-US" sz="2000" spc="150" dirty="0">
                  <a:solidFill>
                    <a:srgbClr val="000000"/>
                  </a:solidFill>
                  <a:latin typeface="微软雅黑" panose="020B0503020204020204" pitchFamily="34" charset="-122"/>
                  <a:ea typeface="微软雅黑" panose="020B0503020204020204" pitchFamily="34" charset="-122"/>
                </a:rPr>
                <a:t>不确定性</a:t>
              </a:r>
            </a:p>
          </p:txBody>
        </p:sp>
        <p:sp>
          <p:nvSpPr>
            <p:cNvPr id="11" name="MH_Other_2">
              <a:extLst>
                <a:ext uri="{FF2B5EF4-FFF2-40B4-BE49-F238E27FC236}">
                  <a16:creationId xmlns:a16="http://schemas.microsoft.com/office/drawing/2014/main" id="{3652AA86-1E24-4FB7-ADBA-2E82AD6092EC}"/>
                </a:ext>
              </a:extLst>
            </p:cNvPr>
            <p:cNvSpPr/>
            <p:nvPr>
              <p:custDataLst>
                <p:tags r:id="rId4"/>
              </p:custDataLst>
            </p:nvPr>
          </p:nvSpPr>
          <p:spPr bwMode="auto">
            <a:xfrm rot="10800000">
              <a:off x="4004344" y="1240922"/>
              <a:ext cx="189743" cy="162838"/>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grpSp>
        <p:nvGrpSpPr>
          <p:cNvPr id="12" name="组合 11">
            <a:extLst>
              <a:ext uri="{FF2B5EF4-FFF2-40B4-BE49-F238E27FC236}">
                <a16:creationId xmlns:a16="http://schemas.microsoft.com/office/drawing/2014/main" id="{11C3341B-88B9-418B-9E6C-EAD0D0094049}"/>
              </a:ext>
            </a:extLst>
          </p:cNvPr>
          <p:cNvGrpSpPr/>
          <p:nvPr/>
        </p:nvGrpSpPr>
        <p:grpSpPr>
          <a:xfrm>
            <a:off x="467544" y="2761508"/>
            <a:ext cx="2483619" cy="461665"/>
            <a:chOff x="467544" y="1161144"/>
            <a:chExt cx="3806023" cy="659493"/>
          </a:xfrm>
        </p:grpSpPr>
        <p:sp>
          <p:nvSpPr>
            <p:cNvPr id="14" name="MH_Text_1">
              <a:extLst>
                <a:ext uri="{FF2B5EF4-FFF2-40B4-BE49-F238E27FC236}">
                  <a16:creationId xmlns:a16="http://schemas.microsoft.com/office/drawing/2014/main" id="{4002E21D-5357-4199-BA78-CA46FE101AB6}"/>
                </a:ext>
              </a:extLst>
            </p:cNvPr>
            <p:cNvSpPr/>
            <p:nvPr>
              <p:custDataLst>
                <p:tags r:id="rId1"/>
              </p:custDataLst>
            </p:nvPr>
          </p:nvSpPr>
          <p:spPr bwMode="auto">
            <a:xfrm>
              <a:off x="467544" y="1161144"/>
              <a:ext cx="3806023" cy="659493"/>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algn="ctr">
                <a:defRPr/>
              </a:pPr>
              <a:r>
                <a:rPr lang="zh-CN" altLang="en-US" sz="2000" spc="150" dirty="0">
                  <a:solidFill>
                    <a:srgbClr val="000000"/>
                  </a:solidFill>
                  <a:latin typeface="微软雅黑" panose="020B0503020204020204" pitchFamily="34" charset="-122"/>
                  <a:ea typeface="微软雅黑" panose="020B0503020204020204" pitchFamily="34" charset="-122"/>
                </a:rPr>
                <a:t>对不确定性的描述</a:t>
              </a:r>
            </a:p>
          </p:txBody>
        </p:sp>
        <p:sp>
          <p:nvSpPr>
            <p:cNvPr id="17" name="MH_Other_2">
              <a:extLst>
                <a:ext uri="{FF2B5EF4-FFF2-40B4-BE49-F238E27FC236}">
                  <a16:creationId xmlns:a16="http://schemas.microsoft.com/office/drawing/2014/main" id="{D2D84962-5A99-4739-86E2-BA8DFF9A1730}"/>
                </a:ext>
              </a:extLst>
            </p:cNvPr>
            <p:cNvSpPr/>
            <p:nvPr>
              <p:custDataLst>
                <p:tags r:id="rId2"/>
              </p:custDataLst>
            </p:nvPr>
          </p:nvSpPr>
          <p:spPr bwMode="auto">
            <a:xfrm rot="10800000">
              <a:off x="4004344" y="1240922"/>
              <a:ext cx="189743" cy="162838"/>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Tree>
    <p:extLst>
      <p:ext uri="{BB962C8B-B14F-4D97-AF65-F5344CB8AC3E}">
        <p14:creationId xmlns:p14="http://schemas.microsoft.com/office/powerpoint/2010/main" val="3522040690"/>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arn(inVertical)">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52226">
                                            <p:txEl>
                                              <p:pRg st="0" end="0"/>
                                            </p:txEl>
                                          </p:spTgt>
                                        </p:tgtEl>
                                        <p:attrNameLst>
                                          <p:attrName>style.visibility</p:attrName>
                                        </p:attrNameLst>
                                      </p:cBhvr>
                                      <p:to>
                                        <p:strVal val="visible"/>
                                      </p:to>
                                    </p:set>
                                    <p:animEffect transition="in" filter="slide(fromBottom)">
                                      <p:cBhvr>
                                        <p:cTn id="17" dur="500"/>
                                        <p:tgtEl>
                                          <p:spTgt spid="5222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barn(inVertical)">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52226">
                                            <p:txEl>
                                              <p:pRg st="2" end="2"/>
                                            </p:txEl>
                                          </p:spTgt>
                                        </p:tgtEl>
                                        <p:attrNameLst>
                                          <p:attrName>style.visibility</p:attrName>
                                        </p:attrNameLst>
                                      </p:cBhvr>
                                      <p:to>
                                        <p:strVal val="visible"/>
                                      </p:to>
                                    </p:set>
                                    <p:animEffect transition="in" filter="strips(downRight)">
                                      <p:cBhvr>
                                        <p:cTn id="27" dur="500"/>
                                        <p:tgtEl>
                                          <p:spTgt spid="52226">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fade">
                                      <p:cBhvr>
                                        <p:cTn id="32" dur="500"/>
                                        <p:tgtEl>
                                          <p:spTgt spid="2"/>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6" fill="hold" grpId="0" nodeType="clickEffect">
                                  <p:stCondLst>
                                    <p:cond delay="0"/>
                                  </p:stCondLst>
                                  <p:childTnLst>
                                    <p:set>
                                      <p:cBhvr>
                                        <p:cTn id="36" dur="1" fill="hold">
                                          <p:stCondLst>
                                            <p:cond delay="0"/>
                                          </p:stCondLst>
                                        </p:cTn>
                                        <p:tgtEl>
                                          <p:spTgt spid="52226">
                                            <p:txEl>
                                              <p:pRg st="5" end="5"/>
                                            </p:txEl>
                                          </p:spTgt>
                                        </p:tgtEl>
                                        <p:attrNameLst>
                                          <p:attrName>style.visibility</p:attrName>
                                        </p:attrNameLst>
                                      </p:cBhvr>
                                      <p:to>
                                        <p:strVal val="visible"/>
                                      </p:to>
                                    </p:set>
                                    <p:animEffect transition="in" filter="strips(downRight)">
                                      <p:cBhvr>
                                        <p:cTn id="37" dur="500"/>
                                        <p:tgtEl>
                                          <p:spTgt spid="52226">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50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14" presetClass="entr" presetSubtype="10" fill="hold" grpId="0" nodeType="clickEffect">
                                  <p:stCondLst>
                                    <p:cond delay="0"/>
                                  </p:stCondLst>
                                  <p:childTnLst>
                                    <p:set>
                                      <p:cBhvr>
                                        <p:cTn id="46" dur="1" fill="hold">
                                          <p:stCondLst>
                                            <p:cond delay="0"/>
                                          </p:stCondLst>
                                        </p:cTn>
                                        <p:tgtEl>
                                          <p:spTgt spid="5"/>
                                        </p:tgtEl>
                                        <p:attrNameLst>
                                          <p:attrName>style.visibility</p:attrName>
                                        </p:attrNameLst>
                                      </p:cBhvr>
                                      <p:to>
                                        <p:strVal val="visible"/>
                                      </p:to>
                                    </p:set>
                                    <p:animEffect transition="in" filter="randombar(horizontal)">
                                      <p:cBhvr>
                                        <p:cTn id="47" dur="500"/>
                                        <p:tgtEl>
                                          <p:spTgt spid="5"/>
                                        </p:tgtEl>
                                      </p:cBhvr>
                                    </p:animEffect>
                                  </p:childTnLst>
                                </p:cTn>
                              </p:par>
                            </p:childTnLst>
                          </p:cTn>
                        </p:par>
                        <p:par>
                          <p:cTn id="48" fill="hold">
                            <p:stCondLst>
                              <p:cond delay="500"/>
                            </p:stCondLst>
                            <p:childTnLst>
                              <p:par>
                                <p:cTn id="49" presetID="10" presetClass="entr" presetSubtype="0" fill="hold" nodeType="afterEffect">
                                  <p:stCondLst>
                                    <p:cond delay="0"/>
                                  </p:stCondLst>
                                  <p:childTnLst>
                                    <p:set>
                                      <p:cBhvr>
                                        <p:cTn id="50" dur="1" fill="hold">
                                          <p:stCondLst>
                                            <p:cond delay="0"/>
                                          </p:stCondLst>
                                        </p:cTn>
                                        <p:tgtEl>
                                          <p:spTgt spid="4"/>
                                        </p:tgtEl>
                                        <p:attrNameLst>
                                          <p:attrName>style.visibility</p:attrName>
                                        </p:attrNameLst>
                                      </p:cBhvr>
                                      <p:to>
                                        <p:strVal val="visible"/>
                                      </p:to>
                                    </p:set>
                                    <p:animEffect transition="in" filter="fade">
                                      <p:cBhvr>
                                        <p:cTn id="5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6" grpId="0" uiExpand="1" build="p" autoUpdateAnimBg="0"/>
      <p:bldP spid="16" grpId="0" animBg="1"/>
      <p:bldP spid="5"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3"/>
          <p:cNvSpPr txBox="1">
            <a:spLocks noChangeArrowheads="1"/>
          </p:cNvSpPr>
          <p:nvPr/>
        </p:nvSpPr>
        <p:spPr bwMode="auto">
          <a:xfrm>
            <a:off x="1061702" y="4895871"/>
            <a:ext cx="8427308" cy="338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95313" lvl="2" indent="-249238" eaLnBrk="1" hangingPunct="1">
              <a:lnSpc>
                <a:spcPts val="3000"/>
              </a:lnSpc>
              <a:spcBef>
                <a:spcPct val="0"/>
              </a:spcBef>
              <a:spcAft>
                <a:spcPts val="600"/>
              </a:spcAft>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rPr>
              <a:t>期望值</a:t>
            </a:r>
            <a:endParaRPr lang="en-US" altLang="zh-CN" sz="1800" dirty="0">
              <a:latin typeface="微软雅黑" panose="020B0503020204020204" pitchFamily="34" charset="-122"/>
              <a:ea typeface="微软雅黑" panose="020B0503020204020204" pitchFamily="34" charset="-122"/>
            </a:endParaRPr>
          </a:p>
          <a:p>
            <a:pPr marL="342900" lvl="2" indent="-342900" eaLnBrk="1" hangingPunct="1">
              <a:lnSpc>
                <a:spcPts val="3000"/>
              </a:lnSpc>
              <a:spcBef>
                <a:spcPct val="0"/>
              </a:spcBef>
              <a:spcAft>
                <a:spcPts val="600"/>
              </a:spcAft>
              <a:buFont typeface="Wingdings" panose="05000000000000000000" pitchFamily="2" charset="2"/>
              <a:buChar char="u"/>
            </a:pPr>
            <a:endParaRPr lang="en-US" altLang="zh-CN" sz="2000" dirty="0">
              <a:latin typeface="微软雅黑" panose="020B0503020204020204" pitchFamily="34" charset="-122"/>
              <a:ea typeface="微软雅黑" panose="020B0503020204020204" pitchFamily="34" charset="-122"/>
            </a:endParaRPr>
          </a:p>
        </p:txBody>
      </p:sp>
      <p:grpSp>
        <p:nvGrpSpPr>
          <p:cNvPr id="2" name="组合 1">
            <a:extLst>
              <a:ext uri="{FF2B5EF4-FFF2-40B4-BE49-F238E27FC236}">
                <a16:creationId xmlns:a16="http://schemas.microsoft.com/office/drawing/2014/main" id="{122568F4-011F-456E-B230-112F690F09A7}"/>
              </a:ext>
            </a:extLst>
          </p:cNvPr>
          <p:cNvGrpSpPr/>
          <p:nvPr/>
        </p:nvGrpSpPr>
        <p:grpSpPr>
          <a:xfrm>
            <a:off x="5745792" y="4032310"/>
            <a:ext cx="1741182" cy="767785"/>
            <a:chOff x="5928810" y="3712756"/>
            <a:chExt cx="1741182" cy="767785"/>
          </a:xfrm>
        </p:grpSpPr>
        <p:sp>
          <p:nvSpPr>
            <p:cNvPr id="19" name="矩形 18">
              <a:extLst>
                <a:ext uri="{FF2B5EF4-FFF2-40B4-BE49-F238E27FC236}">
                  <a16:creationId xmlns:a16="http://schemas.microsoft.com/office/drawing/2014/main" id="{51E8A7F2-250F-4B73-BF6B-1E4DE863F93C}"/>
                </a:ext>
              </a:extLst>
            </p:cNvPr>
            <p:cNvSpPr/>
            <p:nvPr/>
          </p:nvSpPr>
          <p:spPr>
            <a:xfrm>
              <a:off x="5928810" y="3712756"/>
              <a:ext cx="1510350" cy="338554"/>
            </a:xfrm>
            <a:prstGeom prst="rect">
              <a:avLst/>
            </a:prstGeom>
          </p:spPr>
          <p:txBody>
            <a:bodyPr wrap="none">
              <a:spAutoFit/>
            </a:bodyPr>
            <a:lstStyle/>
            <a:p>
              <a:r>
                <a:rPr lang="zh-CN" altLang="en-US" sz="1600" dirty="0">
                  <a:latin typeface="微软雅黑" panose="020B0503020204020204" pitchFamily="34" charset="-122"/>
                  <a:ea typeface="微软雅黑" panose="020B0503020204020204" pitchFamily="34" charset="-122"/>
                </a:rPr>
                <a:t>有</a:t>
              </a:r>
              <a:r>
                <a:rPr lang="en-US" altLang="zh-CN" sz="1600" dirty="0">
                  <a:latin typeface="微软雅黑" panose="020B0503020204020204" pitchFamily="34" charset="-122"/>
                  <a:ea typeface="微软雅黑" panose="020B0503020204020204" pitchFamily="34" charset="-122"/>
                </a:rPr>
                <a:t>s</a:t>
              </a:r>
              <a:r>
                <a:rPr lang="zh-CN" altLang="en-US" sz="1600" dirty="0">
                  <a:latin typeface="微软雅黑" panose="020B0503020204020204" pitchFamily="34" charset="-122"/>
                  <a:ea typeface="微软雅黑" panose="020B0503020204020204" pitchFamily="34" charset="-122"/>
                </a:rPr>
                <a:t>种可能性时</a:t>
              </a:r>
            </a:p>
          </p:txBody>
        </p:sp>
        <p:sp>
          <p:nvSpPr>
            <p:cNvPr id="20" name="矩形 19">
              <a:extLst>
                <a:ext uri="{FF2B5EF4-FFF2-40B4-BE49-F238E27FC236}">
                  <a16:creationId xmlns:a16="http://schemas.microsoft.com/office/drawing/2014/main" id="{3620088D-AD37-43B7-A420-02958CBA65AB}"/>
                </a:ext>
              </a:extLst>
            </p:cNvPr>
            <p:cNvSpPr/>
            <p:nvPr/>
          </p:nvSpPr>
          <p:spPr>
            <a:xfrm>
              <a:off x="5928810" y="4141987"/>
              <a:ext cx="1741182" cy="338554"/>
            </a:xfrm>
            <a:prstGeom prst="rect">
              <a:avLst/>
            </a:prstGeom>
          </p:spPr>
          <p:txBody>
            <a:bodyPr wrap="none">
              <a:spAutoFit/>
            </a:bodyPr>
            <a:lstStyle/>
            <a:p>
              <a:r>
                <a:rPr lang="zh-CN" altLang="en-US" sz="1600" dirty="0">
                  <a:latin typeface="微软雅黑" panose="020B0503020204020204" pitchFamily="34" charset="-122"/>
                  <a:ea typeface="微软雅黑" panose="020B0503020204020204" pitchFamily="34" charset="-122"/>
                </a:rPr>
                <a:t>只有</a:t>
              </a:r>
              <a:r>
                <a:rPr lang="en-US" altLang="zh-CN" sz="1600" dirty="0">
                  <a:latin typeface="微软雅黑" panose="020B0503020204020204" pitchFamily="34" charset="-122"/>
                  <a:ea typeface="微软雅黑" panose="020B0503020204020204" pitchFamily="34" charset="-122"/>
                </a:rPr>
                <a:t>2</a:t>
              </a:r>
              <a:r>
                <a:rPr lang="zh-CN" altLang="en-US" sz="1600" dirty="0">
                  <a:latin typeface="微软雅黑" panose="020B0503020204020204" pitchFamily="34" charset="-122"/>
                  <a:ea typeface="微软雅黑" panose="020B0503020204020204" pitchFamily="34" charset="-122"/>
                </a:rPr>
                <a:t>种可能性时</a:t>
              </a:r>
            </a:p>
          </p:txBody>
        </p:sp>
      </p:grpSp>
      <p:sp>
        <p:nvSpPr>
          <p:cNvPr id="15" name="矩形 14">
            <a:extLst>
              <a:ext uri="{FF2B5EF4-FFF2-40B4-BE49-F238E27FC236}">
                <a16:creationId xmlns:a16="http://schemas.microsoft.com/office/drawing/2014/main" id="{94B12CA5-3D80-4E39-BC01-AD978AF69939}"/>
              </a:ext>
            </a:extLst>
          </p:cNvPr>
          <p:cNvSpPr/>
          <p:nvPr/>
        </p:nvSpPr>
        <p:spPr>
          <a:xfrm>
            <a:off x="6186208" y="0"/>
            <a:ext cx="2957792" cy="369332"/>
          </a:xfrm>
          <a:prstGeom prst="rect">
            <a:avLst/>
          </a:prstGeom>
        </p:spPr>
        <p:txBody>
          <a:bodyPr wrap="squar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 第六节  不确定性和风险</a:t>
            </a:r>
          </a:p>
        </p:txBody>
      </p:sp>
      <p:sp>
        <p:nvSpPr>
          <p:cNvPr id="16" name="矩形 15">
            <a:extLst>
              <a:ext uri="{FF2B5EF4-FFF2-40B4-BE49-F238E27FC236}">
                <a16:creationId xmlns:a16="http://schemas.microsoft.com/office/drawing/2014/main" id="{E72DB9B2-5DF8-44AE-A74A-CEA60CB7FE73}"/>
              </a:ext>
            </a:extLst>
          </p:cNvPr>
          <p:cNvSpPr/>
          <p:nvPr/>
        </p:nvSpPr>
        <p:spPr>
          <a:xfrm>
            <a:off x="467544" y="548680"/>
            <a:ext cx="4435830"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二、消费者对风险方案的偏好</a:t>
            </a:r>
          </a:p>
        </p:txBody>
      </p:sp>
      <p:sp>
        <p:nvSpPr>
          <p:cNvPr id="4" name="矩形 3">
            <a:extLst>
              <a:ext uri="{FF2B5EF4-FFF2-40B4-BE49-F238E27FC236}">
                <a16:creationId xmlns:a16="http://schemas.microsoft.com/office/drawing/2014/main" id="{F6424E3E-0686-466A-A2C8-811FED0C4498}"/>
              </a:ext>
            </a:extLst>
          </p:cNvPr>
          <p:cNvSpPr/>
          <p:nvPr/>
        </p:nvSpPr>
        <p:spPr>
          <a:xfrm>
            <a:off x="1061702" y="3308245"/>
            <a:ext cx="4572000" cy="435825"/>
          </a:xfrm>
          <a:prstGeom prst="rect">
            <a:avLst/>
          </a:prstGeom>
        </p:spPr>
        <p:txBody>
          <a:bodyPr>
            <a:spAutoFit/>
          </a:bodyPr>
          <a:lstStyle/>
          <a:p>
            <a:pPr marL="609600" lvl="2" indent="-290513">
              <a:lnSpc>
                <a:spcPts val="3000"/>
              </a:lnSpc>
              <a:spcAft>
                <a:spcPts val="600"/>
              </a:spcAft>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期望效用</a:t>
            </a:r>
            <a:endParaRPr lang="en-US" altLang="zh-CN" dirty="0">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925090FD-5D8C-4CB1-9596-37F2958A5568}"/>
              </a:ext>
            </a:extLst>
          </p:cNvPr>
          <p:cNvSpPr/>
          <p:nvPr/>
        </p:nvSpPr>
        <p:spPr>
          <a:xfrm>
            <a:off x="1312224" y="3865270"/>
            <a:ext cx="4572000" cy="429733"/>
          </a:xfrm>
          <a:prstGeom prst="rect">
            <a:avLst/>
          </a:prstGeom>
        </p:spPr>
        <p:txBody>
          <a:bodyPr>
            <a:spAutoFit/>
          </a:bodyPr>
          <a:lstStyle/>
          <a:p>
            <a:pPr marL="0" lvl="2" indent="609600">
              <a:lnSpc>
                <a:spcPts val="3000"/>
              </a:lnSpc>
              <a:spcAft>
                <a:spcPts val="600"/>
              </a:spcAft>
            </a:pPr>
            <a:r>
              <a:rPr lang="en-US" altLang="zh-CN" sz="1600" dirty="0">
                <a:latin typeface="微软雅黑" panose="020B0503020204020204" pitchFamily="34" charset="-122"/>
                <a:ea typeface="微软雅黑" panose="020B0503020204020204" pitchFamily="34" charset="-122"/>
              </a:rPr>
              <a:t>U(Q) = α</a:t>
            </a:r>
            <a:r>
              <a:rPr lang="el-GR" altLang="zh-CN" sz="1600" baseline="-25000" dirty="0">
                <a:latin typeface="微软雅黑" panose="020B0503020204020204" pitchFamily="34" charset="-122"/>
                <a:ea typeface="微软雅黑" panose="020B0503020204020204" pitchFamily="34" charset="-122"/>
              </a:rPr>
              <a:t>1</a:t>
            </a:r>
            <a:r>
              <a:rPr lang="en-US" altLang="zh-CN" sz="1600" dirty="0">
                <a:latin typeface="微软雅黑" panose="020B0503020204020204" pitchFamily="34" charset="-122"/>
                <a:ea typeface="微软雅黑" panose="020B0503020204020204" pitchFamily="34" charset="-122"/>
              </a:rPr>
              <a:t>U(q</a:t>
            </a:r>
            <a:r>
              <a:rPr lang="en-US" altLang="zh-CN" sz="1600" baseline="-25000" dirty="0">
                <a:latin typeface="微软雅黑" panose="020B0503020204020204" pitchFamily="34" charset="-122"/>
                <a:ea typeface="微软雅黑" panose="020B0503020204020204" pitchFamily="34" charset="-122"/>
              </a:rPr>
              <a:t>1</a:t>
            </a:r>
            <a:r>
              <a:rPr lang="en-US" altLang="zh-CN" sz="1600" dirty="0">
                <a:latin typeface="微软雅黑" panose="020B0503020204020204" pitchFamily="34" charset="-122"/>
                <a:ea typeface="微软雅黑" panose="020B0503020204020204" pitchFamily="34" charset="-122"/>
              </a:rPr>
              <a:t>)+α</a:t>
            </a:r>
            <a:r>
              <a:rPr lang="el-GR" altLang="zh-CN" sz="1600" baseline="-25000" dirty="0">
                <a:latin typeface="微软雅黑" panose="020B0503020204020204" pitchFamily="34" charset="-122"/>
                <a:ea typeface="微软雅黑" panose="020B0503020204020204" pitchFamily="34" charset="-122"/>
              </a:rPr>
              <a:t>2</a:t>
            </a:r>
            <a:r>
              <a:rPr lang="en-US" altLang="zh-CN" sz="1600" dirty="0">
                <a:latin typeface="微软雅黑" panose="020B0503020204020204" pitchFamily="34" charset="-122"/>
                <a:ea typeface="微软雅黑" panose="020B0503020204020204" pitchFamily="34" charset="-122"/>
              </a:rPr>
              <a:t>U(q</a:t>
            </a:r>
            <a:r>
              <a:rPr lang="en-US" altLang="zh-CN" sz="1600" baseline="-25000" dirty="0">
                <a:latin typeface="微软雅黑" panose="020B0503020204020204" pitchFamily="34" charset="-122"/>
                <a:ea typeface="微软雅黑" panose="020B0503020204020204" pitchFamily="34" charset="-122"/>
              </a:rPr>
              <a:t>2</a:t>
            </a:r>
            <a:r>
              <a:rPr lang="en-US" altLang="zh-CN" sz="1600" dirty="0">
                <a:latin typeface="微软雅黑" panose="020B0503020204020204" pitchFamily="34" charset="-122"/>
                <a:ea typeface="微软雅黑" panose="020B0503020204020204" pitchFamily="34" charset="-122"/>
              </a:rPr>
              <a:t>)+,,,+α</a:t>
            </a:r>
            <a:r>
              <a:rPr lang="en-US" altLang="zh-CN" sz="1600" baseline="-25000" dirty="0" err="1">
                <a:latin typeface="微软雅黑" panose="020B0503020204020204" pitchFamily="34" charset="-122"/>
                <a:ea typeface="微软雅黑" panose="020B0503020204020204" pitchFamily="34" charset="-122"/>
              </a:rPr>
              <a:t>s</a:t>
            </a:r>
            <a:r>
              <a:rPr lang="en-US" altLang="zh-CN" sz="1600" dirty="0" err="1">
                <a:latin typeface="微软雅黑" panose="020B0503020204020204" pitchFamily="34" charset="-122"/>
                <a:ea typeface="微软雅黑" panose="020B0503020204020204" pitchFamily="34" charset="-122"/>
              </a:rPr>
              <a:t>U</a:t>
            </a:r>
            <a:r>
              <a:rPr lang="en-US" altLang="zh-CN" sz="1600" dirty="0">
                <a:latin typeface="微软雅黑" panose="020B0503020204020204" pitchFamily="34" charset="-122"/>
                <a:ea typeface="微软雅黑" panose="020B0503020204020204" pitchFamily="34" charset="-122"/>
              </a:rPr>
              <a:t>(</a:t>
            </a:r>
            <a:r>
              <a:rPr lang="en-US" altLang="zh-CN" sz="1600" dirty="0" err="1">
                <a:latin typeface="微软雅黑" panose="020B0503020204020204" pitchFamily="34" charset="-122"/>
                <a:ea typeface="微软雅黑" panose="020B0503020204020204" pitchFamily="34" charset="-122"/>
              </a:rPr>
              <a:t>q</a:t>
            </a:r>
            <a:r>
              <a:rPr lang="en-US" altLang="zh-CN" sz="1600" baseline="-25000" dirty="0" err="1">
                <a:latin typeface="微软雅黑" panose="020B0503020204020204" pitchFamily="34" charset="-122"/>
                <a:ea typeface="微软雅黑" panose="020B0503020204020204" pitchFamily="34" charset="-122"/>
              </a:rPr>
              <a:t>s</a:t>
            </a:r>
            <a:r>
              <a:rPr lang="en-US" altLang="zh-CN" sz="1600" dirty="0">
                <a:latin typeface="微软雅黑" panose="020B0503020204020204" pitchFamily="34" charset="-122"/>
                <a:ea typeface="微软雅黑" panose="020B0503020204020204" pitchFamily="34" charset="-122"/>
              </a:rPr>
              <a:t>)</a:t>
            </a:r>
          </a:p>
        </p:txBody>
      </p:sp>
      <p:sp>
        <p:nvSpPr>
          <p:cNvPr id="6" name="矩形 5">
            <a:extLst>
              <a:ext uri="{FF2B5EF4-FFF2-40B4-BE49-F238E27FC236}">
                <a16:creationId xmlns:a16="http://schemas.microsoft.com/office/drawing/2014/main" id="{3DC17F14-6B67-4985-BAF2-1735A9358162}"/>
              </a:ext>
            </a:extLst>
          </p:cNvPr>
          <p:cNvSpPr/>
          <p:nvPr/>
        </p:nvSpPr>
        <p:spPr>
          <a:xfrm>
            <a:off x="1312224" y="4341551"/>
            <a:ext cx="3802644" cy="429733"/>
          </a:xfrm>
          <a:prstGeom prst="rect">
            <a:avLst/>
          </a:prstGeom>
        </p:spPr>
        <p:txBody>
          <a:bodyPr wrap="none">
            <a:spAutoFit/>
          </a:bodyPr>
          <a:lstStyle/>
          <a:p>
            <a:pPr marL="0" lvl="2" indent="609600">
              <a:lnSpc>
                <a:spcPts val="3000"/>
              </a:lnSpc>
              <a:spcAft>
                <a:spcPts val="600"/>
              </a:spcAft>
            </a:pPr>
            <a:r>
              <a:rPr lang="en-US" altLang="zh-CN" sz="1600" dirty="0">
                <a:latin typeface="微软雅黑" panose="020B0503020204020204" pitchFamily="34" charset="-122"/>
                <a:ea typeface="微软雅黑" panose="020B0503020204020204" pitchFamily="34" charset="-122"/>
              </a:rPr>
              <a:t>U(α;q</a:t>
            </a:r>
            <a:r>
              <a:rPr lang="en-US" altLang="zh-CN" sz="1600" baseline="-25000" dirty="0">
                <a:latin typeface="微软雅黑" panose="020B0503020204020204" pitchFamily="34" charset="-122"/>
                <a:ea typeface="微软雅黑" panose="020B0503020204020204" pitchFamily="34" charset="-122"/>
              </a:rPr>
              <a:t>1</a:t>
            </a:r>
            <a:r>
              <a:rPr lang="en-US" altLang="zh-CN" sz="1600" dirty="0">
                <a:latin typeface="微软雅黑" panose="020B0503020204020204" pitchFamily="34" charset="-122"/>
                <a:ea typeface="微软雅黑" panose="020B0503020204020204" pitchFamily="34" charset="-122"/>
              </a:rPr>
              <a:t>,q</a:t>
            </a:r>
            <a:r>
              <a:rPr lang="en-US" altLang="zh-CN" sz="1600" baseline="-25000" dirty="0">
                <a:latin typeface="微软雅黑" panose="020B0503020204020204" pitchFamily="34" charset="-122"/>
                <a:ea typeface="微软雅黑" panose="020B0503020204020204" pitchFamily="34" charset="-122"/>
              </a:rPr>
              <a:t>2</a:t>
            </a:r>
            <a:r>
              <a:rPr lang="en-US" altLang="zh-CN" sz="1600" dirty="0">
                <a:latin typeface="微软雅黑" panose="020B0503020204020204" pitchFamily="34" charset="-122"/>
                <a:ea typeface="微软雅黑" panose="020B0503020204020204" pitchFamily="34" charset="-122"/>
              </a:rPr>
              <a:t>) = αU(q</a:t>
            </a:r>
            <a:r>
              <a:rPr lang="en-US" altLang="zh-CN" sz="1600" baseline="-25000" dirty="0">
                <a:latin typeface="微软雅黑" panose="020B0503020204020204" pitchFamily="34" charset="-122"/>
                <a:ea typeface="微软雅黑" panose="020B0503020204020204" pitchFamily="34" charset="-122"/>
              </a:rPr>
              <a:t>1</a:t>
            </a:r>
            <a:r>
              <a:rPr lang="en-US" altLang="zh-CN" sz="1600" dirty="0">
                <a:latin typeface="微软雅黑" panose="020B0503020204020204" pitchFamily="34" charset="-122"/>
                <a:ea typeface="微软雅黑" panose="020B0503020204020204" pitchFamily="34" charset="-122"/>
              </a:rPr>
              <a:t>)+(1-α)U(q</a:t>
            </a:r>
            <a:r>
              <a:rPr lang="en-US" altLang="zh-CN" sz="1600" baseline="-25000" dirty="0">
                <a:latin typeface="微软雅黑" panose="020B0503020204020204" pitchFamily="34" charset="-122"/>
                <a:ea typeface="微软雅黑" panose="020B0503020204020204" pitchFamily="34" charset="-122"/>
              </a:rPr>
              <a:t>2</a:t>
            </a:r>
            <a:r>
              <a:rPr lang="en-US" altLang="zh-CN" sz="1600" dirty="0">
                <a:latin typeface="微软雅黑" panose="020B0503020204020204" pitchFamily="34" charset="-122"/>
                <a:ea typeface="微软雅黑" panose="020B0503020204020204" pitchFamily="34" charset="-122"/>
              </a:rPr>
              <a:t>)</a:t>
            </a:r>
          </a:p>
        </p:txBody>
      </p:sp>
      <p:sp>
        <p:nvSpPr>
          <p:cNvPr id="7" name="矩形 6">
            <a:extLst>
              <a:ext uri="{FF2B5EF4-FFF2-40B4-BE49-F238E27FC236}">
                <a16:creationId xmlns:a16="http://schemas.microsoft.com/office/drawing/2014/main" id="{12EE63C7-E2A9-42AF-BB2B-75D0E6D182E4}"/>
              </a:ext>
            </a:extLst>
          </p:cNvPr>
          <p:cNvSpPr/>
          <p:nvPr/>
        </p:nvSpPr>
        <p:spPr>
          <a:xfrm>
            <a:off x="1312673" y="5363055"/>
            <a:ext cx="2575064" cy="429733"/>
          </a:xfrm>
          <a:prstGeom prst="rect">
            <a:avLst/>
          </a:prstGeom>
        </p:spPr>
        <p:txBody>
          <a:bodyPr wrap="none">
            <a:spAutoFit/>
          </a:bodyPr>
          <a:lstStyle/>
          <a:p>
            <a:pPr marL="0" lvl="2" indent="636588">
              <a:lnSpc>
                <a:spcPts val="3000"/>
              </a:lnSpc>
              <a:spcAft>
                <a:spcPts val="600"/>
              </a:spcAft>
            </a:pPr>
            <a:r>
              <a:rPr lang="en-US" altLang="zh-CN" sz="1600" dirty="0">
                <a:latin typeface="微软雅黑" panose="020B0503020204020204" pitchFamily="34" charset="-122"/>
                <a:ea typeface="微软雅黑" panose="020B0503020204020204" pitchFamily="34" charset="-122"/>
              </a:rPr>
              <a:t>EQ = αq</a:t>
            </a:r>
            <a:r>
              <a:rPr lang="en-US" altLang="zh-CN" sz="1600" baseline="-25000" dirty="0">
                <a:latin typeface="微软雅黑" panose="020B0503020204020204" pitchFamily="34" charset="-122"/>
                <a:ea typeface="微软雅黑" panose="020B0503020204020204" pitchFamily="34" charset="-122"/>
              </a:rPr>
              <a:t>1</a:t>
            </a:r>
            <a:r>
              <a:rPr lang="en-US" altLang="zh-CN" sz="1600" dirty="0">
                <a:latin typeface="微软雅黑" panose="020B0503020204020204" pitchFamily="34" charset="-122"/>
                <a:ea typeface="微软雅黑" panose="020B0503020204020204" pitchFamily="34" charset="-122"/>
              </a:rPr>
              <a:t>+(1-α)q</a:t>
            </a:r>
            <a:r>
              <a:rPr lang="en-US" altLang="zh-CN" sz="1600" baseline="-25000" dirty="0">
                <a:latin typeface="微软雅黑" panose="020B0503020204020204" pitchFamily="34" charset="-122"/>
                <a:ea typeface="微软雅黑" panose="020B0503020204020204" pitchFamily="34" charset="-122"/>
              </a:rPr>
              <a:t>2</a:t>
            </a:r>
            <a:endParaRPr lang="zh-CN" altLang="en-US" sz="1600" baseline="-25000" dirty="0">
              <a:latin typeface="微软雅黑" panose="020B0503020204020204" pitchFamily="34" charset="-122"/>
              <a:ea typeface="微软雅黑" panose="020B0503020204020204" pitchFamily="34" charset="-122"/>
            </a:endParaRPr>
          </a:p>
        </p:txBody>
      </p:sp>
      <p:graphicFrame>
        <p:nvGraphicFramePr>
          <p:cNvPr id="17" name="表格 16"/>
          <p:cNvGraphicFramePr>
            <a:graphicFrameLocks noGrp="1"/>
          </p:cNvGraphicFramePr>
          <p:nvPr>
            <p:extLst>
              <p:ext uri="{D42A27DB-BD31-4B8C-83A1-F6EECF244321}">
                <p14:modId xmlns:p14="http://schemas.microsoft.com/office/powerpoint/2010/main" val="2035563558"/>
              </p:ext>
            </p:extLst>
          </p:nvPr>
        </p:nvGraphicFramePr>
        <p:xfrm>
          <a:off x="1215239" y="1809103"/>
          <a:ext cx="6096000" cy="74168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1056765175"/>
                    </a:ext>
                  </a:extLst>
                </a:gridCol>
                <a:gridCol w="1219200">
                  <a:extLst>
                    <a:ext uri="{9D8B030D-6E8A-4147-A177-3AD203B41FA5}">
                      <a16:colId xmlns:a16="http://schemas.microsoft.com/office/drawing/2014/main" val="4132998704"/>
                    </a:ext>
                  </a:extLst>
                </a:gridCol>
                <a:gridCol w="1219200">
                  <a:extLst>
                    <a:ext uri="{9D8B030D-6E8A-4147-A177-3AD203B41FA5}">
                      <a16:colId xmlns:a16="http://schemas.microsoft.com/office/drawing/2014/main" val="23443223"/>
                    </a:ext>
                  </a:extLst>
                </a:gridCol>
                <a:gridCol w="1219200">
                  <a:extLst>
                    <a:ext uri="{9D8B030D-6E8A-4147-A177-3AD203B41FA5}">
                      <a16:colId xmlns:a16="http://schemas.microsoft.com/office/drawing/2014/main" val="4058603499"/>
                    </a:ext>
                  </a:extLst>
                </a:gridCol>
                <a:gridCol w="1219200">
                  <a:extLst>
                    <a:ext uri="{9D8B030D-6E8A-4147-A177-3AD203B41FA5}">
                      <a16:colId xmlns:a16="http://schemas.microsoft.com/office/drawing/2014/main" val="705653736"/>
                    </a:ext>
                  </a:extLst>
                </a:gridCol>
              </a:tblGrid>
              <a:tr h="370840">
                <a:tc>
                  <a:txBody>
                    <a:bodyPr/>
                    <a:lstStyle/>
                    <a:p>
                      <a:r>
                        <a:rPr lang="zh-CN" altLang="en-US" sz="1600" b="0" dirty="0">
                          <a:solidFill>
                            <a:schemeClr val="tx1"/>
                          </a:solidFill>
                          <a:latin typeface="微软雅黑" panose="020B0503020204020204" pitchFamily="34" charset="-122"/>
                          <a:ea typeface="微软雅黑" panose="020B0503020204020204" pitchFamily="34" charset="-122"/>
                        </a:rPr>
                        <a:t>可能结果</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en-US" altLang="zh-CN" sz="1600" b="0" dirty="0">
                          <a:solidFill>
                            <a:schemeClr val="tx1"/>
                          </a:solidFill>
                          <a:latin typeface="微软雅黑" panose="020B0503020204020204" pitchFamily="34" charset="-122"/>
                          <a:ea typeface="微软雅黑" panose="020B0503020204020204" pitchFamily="34" charset="-122"/>
                        </a:rPr>
                        <a:t>q</a:t>
                      </a:r>
                      <a:r>
                        <a:rPr lang="en-US" altLang="zh-CN" sz="1600" b="0" baseline="-25000" dirty="0">
                          <a:solidFill>
                            <a:schemeClr val="tx1"/>
                          </a:solidFill>
                          <a:latin typeface="微软雅黑" panose="020B0503020204020204" pitchFamily="34" charset="-122"/>
                          <a:ea typeface="微软雅黑" panose="020B0503020204020204" pitchFamily="34" charset="-122"/>
                        </a:rPr>
                        <a:t>1</a:t>
                      </a:r>
                      <a:endParaRPr lang="zh-CN" altLang="en-US" sz="1600" b="0" dirty="0">
                        <a:solidFill>
                          <a:schemeClr val="tx1"/>
                        </a:solidFill>
                        <a:latin typeface="微软雅黑" panose="020B0503020204020204" pitchFamily="34" charset="-122"/>
                        <a:ea typeface="微软雅黑" panose="020B0503020204020204" pitchFamily="34" charset="-122"/>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en-US" altLang="zh-CN" sz="1600" b="0" dirty="0">
                          <a:solidFill>
                            <a:schemeClr val="tx1"/>
                          </a:solidFill>
                          <a:latin typeface="微软雅黑" panose="020B0503020204020204" pitchFamily="34" charset="-122"/>
                          <a:ea typeface="微软雅黑" panose="020B0503020204020204" pitchFamily="34" charset="-122"/>
                        </a:rPr>
                        <a:t>q</a:t>
                      </a:r>
                      <a:r>
                        <a:rPr lang="en-US" altLang="zh-CN" sz="1600" b="0" baseline="-25000" dirty="0">
                          <a:solidFill>
                            <a:schemeClr val="tx1"/>
                          </a:solidFill>
                          <a:latin typeface="微软雅黑" panose="020B0503020204020204" pitchFamily="34" charset="-122"/>
                          <a:ea typeface="微软雅黑" panose="020B0503020204020204" pitchFamily="34" charset="-122"/>
                        </a:rPr>
                        <a:t>2</a:t>
                      </a:r>
                      <a:endParaRPr lang="zh-CN" altLang="en-US" sz="1600" b="0" dirty="0">
                        <a:solidFill>
                          <a:schemeClr val="tx1"/>
                        </a:solidFill>
                        <a:latin typeface="微软雅黑" panose="020B0503020204020204" pitchFamily="34" charset="-122"/>
                        <a:ea typeface="微软雅黑" panose="020B0503020204020204" pitchFamily="34" charset="-122"/>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en-US" altLang="zh-CN" sz="1600" b="0" dirty="0">
                          <a:solidFill>
                            <a:schemeClr val="tx1"/>
                          </a:solidFill>
                          <a:latin typeface="微软雅黑" panose="020B0503020204020204" pitchFamily="34" charset="-122"/>
                          <a:ea typeface="微软雅黑" panose="020B0503020204020204" pitchFamily="34" charset="-122"/>
                        </a:rPr>
                        <a:t>……</a:t>
                      </a:r>
                      <a:endParaRPr lang="zh-CN" altLang="en-US" sz="1600" b="0" dirty="0">
                        <a:solidFill>
                          <a:schemeClr val="tx1"/>
                        </a:solidFill>
                        <a:latin typeface="微软雅黑" panose="020B0503020204020204" pitchFamily="34" charset="-122"/>
                        <a:ea typeface="微软雅黑" panose="020B0503020204020204" pitchFamily="34" charset="-122"/>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en-US" altLang="zh-CN" sz="1600" b="0" dirty="0" err="1">
                          <a:solidFill>
                            <a:schemeClr val="tx1"/>
                          </a:solidFill>
                          <a:latin typeface="微软雅黑" panose="020B0503020204020204" pitchFamily="34" charset="-122"/>
                          <a:ea typeface="微软雅黑" panose="020B0503020204020204" pitchFamily="34" charset="-122"/>
                        </a:rPr>
                        <a:t>q</a:t>
                      </a:r>
                      <a:r>
                        <a:rPr lang="en-US" altLang="zh-CN" sz="1600" b="0" baseline="-25000" dirty="0" err="1">
                          <a:solidFill>
                            <a:schemeClr val="tx1"/>
                          </a:solidFill>
                          <a:latin typeface="微软雅黑" panose="020B0503020204020204" pitchFamily="34" charset="-122"/>
                          <a:ea typeface="微软雅黑" panose="020B0503020204020204" pitchFamily="34" charset="-122"/>
                        </a:rPr>
                        <a:t>s</a:t>
                      </a:r>
                      <a:endParaRPr lang="zh-CN" altLang="en-US" sz="1600" b="0" dirty="0">
                        <a:solidFill>
                          <a:schemeClr val="tx1"/>
                        </a:solidFill>
                        <a:latin typeface="微软雅黑" panose="020B0503020204020204" pitchFamily="34" charset="-122"/>
                        <a:ea typeface="微软雅黑" panose="020B0503020204020204" pitchFamily="34" charset="-122"/>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96746608"/>
                  </a:ext>
                </a:extLst>
              </a:tr>
              <a:tr h="370840">
                <a:tc>
                  <a:txBody>
                    <a:bodyPr/>
                    <a:lstStyle/>
                    <a:p>
                      <a:r>
                        <a:rPr lang="zh-CN" altLang="en-US" sz="1600" b="0" dirty="0">
                          <a:solidFill>
                            <a:schemeClr val="tx1"/>
                          </a:solidFill>
                          <a:latin typeface="微软雅黑" panose="020B0503020204020204" pitchFamily="34" charset="-122"/>
                          <a:ea typeface="微软雅黑" panose="020B0503020204020204" pitchFamily="34" charset="-122"/>
                        </a:rPr>
                        <a:t>出现概率</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en-US" altLang="zh-CN" sz="1600" b="0" dirty="0">
                          <a:solidFill>
                            <a:schemeClr val="tx1"/>
                          </a:solidFill>
                          <a:latin typeface="微软雅黑" panose="020B0503020204020204" pitchFamily="34" charset="-122"/>
                          <a:ea typeface="微软雅黑" panose="020B0503020204020204" pitchFamily="34" charset="-122"/>
                        </a:rPr>
                        <a:t>a</a:t>
                      </a:r>
                      <a:r>
                        <a:rPr lang="en-US" altLang="zh-CN" sz="1600" b="0" baseline="-25000" dirty="0">
                          <a:solidFill>
                            <a:schemeClr val="tx1"/>
                          </a:solidFill>
                          <a:latin typeface="微软雅黑" panose="020B0503020204020204" pitchFamily="34" charset="-122"/>
                          <a:ea typeface="微软雅黑" panose="020B0503020204020204" pitchFamily="34" charset="-122"/>
                        </a:rPr>
                        <a:t>1</a:t>
                      </a:r>
                      <a:endParaRPr lang="zh-CN" altLang="en-US" sz="1600" b="0" baseline="-25000" dirty="0">
                        <a:solidFill>
                          <a:schemeClr val="tx1"/>
                        </a:solidFill>
                        <a:latin typeface="微软雅黑" panose="020B0503020204020204" pitchFamily="34" charset="-122"/>
                        <a:ea typeface="微软雅黑" panose="020B0503020204020204" pitchFamily="34" charset="-122"/>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en-US" altLang="zh-CN" sz="1600" b="0" dirty="0">
                          <a:solidFill>
                            <a:schemeClr val="tx1"/>
                          </a:solidFill>
                          <a:latin typeface="微软雅黑" panose="020B0503020204020204" pitchFamily="34" charset="-122"/>
                          <a:ea typeface="微软雅黑" panose="020B0503020204020204" pitchFamily="34" charset="-122"/>
                        </a:rPr>
                        <a:t>a</a:t>
                      </a:r>
                      <a:r>
                        <a:rPr lang="en-US" altLang="zh-CN" sz="1600" b="0" baseline="-25000" dirty="0">
                          <a:solidFill>
                            <a:schemeClr val="tx1"/>
                          </a:solidFill>
                          <a:latin typeface="微软雅黑" panose="020B0503020204020204" pitchFamily="34" charset="-122"/>
                          <a:ea typeface="微软雅黑" panose="020B0503020204020204" pitchFamily="34" charset="-122"/>
                        </a:rPr>
                        <a:t>2</a:t>
                      </a:r>
                      <a:endParaRPr lang="zh-CN" altLang="en-US" sz="1600" b="0" dirty="0">
                        <a:solidFill>
                          <a:schemeClr val="tx1"/>
                        </a:solidFill>
                        <a:latin typeface="微软雅黑" panose="020B0503020204020204" pitchFamily="34" charset="-122"/>
                        <a:ea typeface="微软雅黑" panose="020B0503020204020204" pitchFamily="34" charset="-122"/>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en-US" altLang="zh-CN" sz="1600" b="0" dirty="0">
                          <a:solidFill>
                            <a:schemeClr val="tx1"/>
                          </a:solidFill>
                          <a:latin typeface="微软雅黑" panose="020B0503020204020204" pitchFamily="34" charset="-122"/>
                          <a:ea typeface="微软雅黑" panose="020B0503020204020204" pitchFamily="34" charset="-122"/>
                        </a:rPr>
                        <a:t>……</a:t>
                      </a:r>
                      <a:endParaRPr lang="zh-CN" altLang="en-US" sz="1600" b="0" dirty="0">
                        <a:solidFill>
                          <a:schemeClr val="tx1"/>
                        </a:solidFill>
                        <a:latin typeface="微软雅黑" panose="020B0503020204020204" pitchFamily="34" charset="-122"/>
                        <a:ea typeface="微软雅黑" panose="020B0503020204020204" pitchFamily="34" charset="-122"/>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en-US" altLang="zh-CN" sz="1600" b="0" dirty="0">
                          <a:solidFill>
                            <a:schemeClr val="tx1"/>
                          </a:solidFill>
                          <a:latin typeface="微软雅黑" panose="020B0503020204020204" pitchFamily="34" charset="-122"/>
                          <a:ea typeface="微软雅黑" panose="020B0503020204020204" pitchFamily="34" charset="-122"/>
                        </a:rPr>
                        <a:t>a</a:t>
                      </a:r>
                      <a:r>
                        <a:rPr lang="en-US" altLang="zh-CN" sz="1600" b="0" baseline="-25000" dirty="0">
                          <a:solidFill>
                            <a:schemeClr val="tx1"/>
                          </a:solidFill>
                          <a:latin typeface="微软雅黑" panose="020B0503020204020204" pitchFamily="34" charset="-122"/>
                          <a:ea typeface="微软雅黑" panose="020B0503020204020204" pitchFamily="34" charset="-122"/>
                        </a:rPr>
                        <a:t>s</a:t>
                      </a:r>
                      <a:endParaRPr lang="zh-CN" altLang="en-US" sz="1600" b="0" dirty="0">
                        <a:solidFill>
                          <a:schemeClr val="tx1"/>
                        </a:solidFill>
                        <a:latin typeface="微软雅黑" panose="020B0503020204020204" pitchFamily="34" charset="-122"/>
                        <a:ea typeface="微软雅黑" panose="020B0503020204020204" pitchFamily="34" charset="-122"/>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614522108"/>
                  </a:ext>
                </a:extLst>
              </a:tr>
            </a:tbl>
          </a:graphicData>
        </a:graphic>
      </p:graphicFrame>
      <p:grpSp>
        <p:nvGrpSpPr>
          <p:cNvPr id="18" name="组合 17">
            <a:extLst>
              <a:ext uri="{FF2B5EF4-FFF2-40B4-BE49-F238E27FC236}">
                <a16:creationId xmlns:a16="http://schemas.microsoft.com/office/drawing/2014/main" id="{E1215DB3-4539-4DE5-8F06-8F688E371CA2}"/>
              </a:ext>
            </a:extLst>
          </p:cNvPr>
          <p:cNvGrpSpPr/>
          <p:nvPr/>
        </p:nvGrpSpPr>
        <p:grpSpPr>
          <a:xfrm>
            <a:off x="467544" y="1268744"/>
            <a:ext cx="6096000" cy="461665"/>
            <a:chOff x="467544" y="1161144"/>
            <a:chExt cx="3806023" cy="659493"/>
          </a:xfrm>
        </p:grpSpPr>
        <p:sp>
          <p:nvSpPr>
            <p:cNvPr id="21" name="MH_Text_1">
              <a:extLst>
                <a:ext uri="{FF2B5EF4-FFF2-40B4-BE49-F238E27FC236}">
                  <a16:creationId xmlns:a16="http://schemas.microsoft.com/office/drawing/2014/main" id="{A0D2E7D6-58FC-429B-83AA-1AD28DA520E6}"/>
                </a:ext>
              </a:extLst>
            </p:cNvPr>
            <p:cNvSpPr/>
            <p:nvPr>
              <p:custDataLst>
                <p:tags r:id="rId3"/>
              </p:custDataLst>
            </p:nvPr>
          </p:nvSpPr>
          <p:spPr bwMode="auto">
            <a:xfrm>
              <a:off x="467544" y="1161144"/>
              <a:ext cx="3806023" cy="659493"/>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algn="ctr">
                <a:defRPr/>
              </a:pPr>
              <a:r>
                <a:rPr lang="zh-CN" altLang="en-US" sz="2000" spc="150" dirty="0">
                  <a:solidFill>
                    <a:srgbClr val="000000"/>
                  </a:solidFill>
                  <a:latin typeface="微软雅黑" panose="020B0503020204020204" pitchFamily="34" charset="-122"/>
                  <a:ea typeface="微软雅黑" panose="020B0503020204020204" pitchFamily="34" charset="-122"/>
                </a:rPr>
                <a:t>对于具有不确定和风险的方案</a:t>
              </a:r>
              <a:r>
                <a:rPr lang="en-US" altLang="zh-CN" sz="2000" spc="150" dirty="0">
                  <a:solidFill>
                    <a:srgbClr val="000000"/>
                  </a:solidFill>
                  <a:latin typeface="微软雅黑" panose="020B0503020204020204" pitchFamily="34" charset="-122"/>
                  <a:ea typeface="微软雅黑" panose="020B0503020204020204" pitchFamily="34" charset="-122"/>
                </a:rPr>
                <a:t>Q</a:t>
              </a:r>
              <a:r>
                <a:rPr lang="zh-CN" altLang="en-US" sz="2000" spc="150" dirty="0">
                  <a:solidFill>
                    <a:srgbClr val="000000"/>
                  </a:solidFill>
                  <a:latin typeface="微软雅黑" panose="020B0503020204020204" pitchFamily="34" charset="-122"/>
                  <a:ea typeface="微软雅黑" panose="020B0503020204020204" pitchFamily="34" charset="-122"/>
                </a:rPr>
                <a:t>（</a:t>
              </a:r>
              <a:r>
                <a:rPr lang="en-US" altLang="zh-CN" sz="2000" spc="150" dirty="0" err="1">
                  <a:solidFill>
                    <a:srgbClr val="000000"/>
                  </a:solidFill>
                  <a:latin typeface="微软雅黑" panose="020B0503020204020204" pitchFamily="34" charset="-122"/>
                  <a:ea typeface="微软雅黑" panose="020B0503020204020204" pitchFamily="34" charset="-122"/>
                </a:rPr>
                <a:t>a;q</a:t>
              </a:r>
              <a:r>
                <a:rPr lang="zh-CN" altLang="en-US" sz="2000" spc="150" dirty="0">
                  <a:solidFill>
                    <a:srgbClr val="000000"/>
                  </a:solidFill>
                  <a:latin typeface="微软雅黑" panose="020B0503020204020204" pitchFamily="34" charset="-122"/>
                  <a:ea typeface="微软雅黑" panose="020B0503020204020204" pitchFamily="34" charset="-122"/>
                </a:rPr>
                <a:t>），即</a:t>
              </a:r>
            </a:p>
          </p:txBody>
        </p:sp>
        <p:sp>
          <p:nvSpPr>
            <p:cNvPr id="22" name="MH_Other_2">
              <a:extLst>
                <a:ext uri="{FF2B5EF4-FFF2-40B4-BE49-F238E27FC236}">
                  <a16:creationId xmlns:a16="http://schemas.microsoft.com/office/drawing/2014/main" id="{2789934F-C503-4F20-91E1-E2B340B55053}"/>
                </a:ext>
              </a:extLst>
            </p:cNvPr>
            <p:cNvSpPr/>
            <p:nvPr>
              <p:custDataLst>
                <p:tags r:id="rId4"/>
              </p:custDataLst>
            </p:nvPr>
          </p:nvSpPr>
          <p:spPr bwMode="auto">
            <a:xfrm rot="10800000">
              <a:off x="4106542" y="1240922"/>
              <a:ext cx="87545" cy="191455"/>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grpSp>
        <p:nvGrpSpPr>
          <p:cNvPr id="23" name="组合 22">
            <a:extLst>
              <a:ext uri="{FF2B5EF4-FFF2-40B4-BE49-F238E27FC236}">
                <a16:creationId xmlns:a16="http://schemas.microsoft.com/office/drawing/2014/main" id="{878EFF66-E03E-499F-BC4F-DE47DF323FDC}"/>
              </a:ext>
            </a:extLst>
          </p:cNvPr>
          <p:cNvGrpSpPr/>
          <p:nvPr/>
        </p:nvGrpSpPr>
        <p:grpSpPr>
          <a:xfrm>
            <a:off x="467544" y="2840612"/>
            <a:ext cx="6639838" cy="461665"/>
            <a:chOff x="467544" y="1161144"/>
            <a:chExt cx="3806023" cy="659493"/>
          </a:xfrm>
        </p:grpSpPr>
        <p:sp>
          <p:nvSpPr>
            <p:cNvPr id="24" name="MH_Text_1">
              <a:extLst>
                <a:ext uri="{FF2B5EF4-FFF2-40B4-BE49-F238E27FC236}">
                  <a16:creationId xmlns:a16="http://schemas.microsoft.com/office/drawing/2014/main" id="{72426BBD-AA1C-4EFA-B08B-2259196A5EB4}"/>
                </a:ext>
              </a:extLst>
            </p:cNvPr>
            <p:cNvSpPr/>
            <p:nvPr>
              <p:custDataLst>
                <p:tags r:id="rId1"/>
              </p:custDataLst>
            </p:nvPr>
          </p:nvSpPr>
          <p:spPr bwMode="auto">
            <a:xfrm>
              <a:off x="467544" y="1161144"/>
              <a:ext cx="3806023" cy="659493"/>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algn="ctr">
                <a:defRPr/>
              </a:pPr>
              <a:r>
                <a:rPr lang="zh-CN" altLang="en-US" sz="2000" spc="150" dirty="0">
                  <a:solidFill>
                    <a:srgbClr val="000000"/>
                  </a:solidFill>
                  <a:latin typeface="微软雅黑" panose="020B0503020204020204" pitchFamily="34" charset="-122"/>
                  <a:ea typeface="微软雅黑" panose="020B0503020204020204" pitchFamily="34" charset="-122"/>
                </a:rPr>
                <a:t>如何描述消费者对它的偏好？通过期望效用和期望值！</a:t>
              </a:r>
            </a:p>
          </p:txBody>
        </p:sp>
        <p:sp>
          <p:nvSpPr>
            <p:cNvPr id="25" name="MH_Other_2">
              <a:extLst>
                <a:ext uri="{FF2B5EF4-FFF2-40B4-BE49-F238E27FC236}">
                  <a16:creationId xmlns:a16="http://schemas.microsoft.com/office/drawing/2014/main" id="{C6514F2C-4C81-4673-A9A1-56FB0971D77C}"/>
                </a:ext>
              </a:extLst>
            </p:cNvPr>
            <p:cNvSpPr/>
            <p:nvPr>
              <p:custDataLst>
                <p:tags r:id="rId2"/>
              </p:custDataLst>
            </p:nvPr>
          </p:nvSpPr>
          <p:spPr bwMode="auto">
            <a:xfrm rot="10800000">
              <a:off x="4142942" y="1240922"/>
              <a:ext cx="87545" cy="191455"/>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
        <p:nvSpPr>
          <p:cNvPr id="3" name="标注: 线形 2">
            <a:extLst>
              <a:ext uri="{FF2B5EF4-FFF2-40B4-BE49-F238E27FC236}">
                <a16:creationId xmlns:a16="http://schemas.microsoft.com/office/drawing/2014/main" id="{A6FC9B70-04BA-4314-896C-BD2F7AE7F314}"/>
              </a:ext>
            </a:extLst>
          </p:cNvPr>
          <p:cNvSpPr/>
          <p:nvPr/>
        </p:nvSpPr>
        <p:spPr bwMode="auto">
          <a:xfrm>
            <a:off x="7566484" y="3524023"/>
            <a:ext cx="1389094" cy="1629868"/>
          </a:xfrm>
          <a:prstGeom prst="borderCallout1">
            <a:avLst>
              <a:gd name="adj1" fmla="val 18750"/>
              <a:gd name="adj2" fmla="val -8333"/>
              <a:gd name="adj3" fmla="val 34069"/>
              <a:gd name="adj4" fmla="val -28359"/>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lang="en-US" altLang="zh-CN" dirty="0"/>
              <a:t>NM</a:t>
            </a:r>
            <a:r>
              <a:rPr lang="zh-CN" altLang="en-US" dirty="0"/>
              <a:t>期望效用函数，刻画了消费者对于风险方案的偏好。</a:t>
            </a: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barn(inVertical)">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barn(inVertical)">
                                      <p:cBhvr>
                                        <p:cTn id="17" dur="5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fade">
                                      <p:cBhvr>
                                        <p:cTn id="32" dur="500"/>
                                        <p:tgtEl>
                                          <p:spTgt spid="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fade">
                                      <p:cBhvr>
                                        <p:cTn id="37" dur="500"/>
                                        <p:tgtEl>
                                          <p:spTgt spid="6"/>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
                                        </p:tgtEl>
                                        <p:attrNameLst>
                                          <p:attrName>style.visibility</p:attrName>
                                        </p:attrNameLst>
                                      </p:cBhvr>
                                      <p:to>
                                        <p:strVal val="visible"/>
                                      </p:to>
                                    </p:set>
                                    <p:animEffect transition="in" filter="fade">
                                      <p:cBhvr>
                                        <p:cTn id="42" dur="500"/>
                                        <p:tgtEl>
                                          <p:spTgt spid="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7"/>
                                        </p:tgtEl>
                                        <p:attrNameLst>
                                          <p:attrName>style.visibility</p:attrName>
                                        </p:attrNameLst>
                                      </p:cBhvr>
                                      <p:to>
                                        <p:strVal val="visible"/>
                                      </p:to>
                                    </p:set>
                                    <p:animEffect transition="in" filter="fade">
                                      <p:cBhvr>
                                        <p:cTn id="5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6" grpId="0" animBg="1"/>
      <p:bldP spid="4" grpId="0"/>
      <p:bldP spid="5" grpId="0"/>
      <p:bldP spid="6" grpId="0"/>
      <p:bldP spid="7"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3"/>
          <p:cNvSpPr>
            <a:spLocks noGrp="1" noChangeArrowheads="1"/>
          </p:cNvSpPr>
          <p:nvPr>
            <p:ph type="body" idx="4294967295"/>
          </p:nvPr>
        </p:nvSpPr>
        <p:spPr>
          <a:xfrm>
            <a:off x="905584" y="3072387"/>
            <a:ext cx="6958136" cy="1363954"/>
          </a:xfrm>
        </p:spPr>
        <p:txBody>
          <a:bodyPr/>
          <a:lstStyle/>
          <a:p>
            <a:pPr marL="276225" lvl="3" indent="0" defTabSz="457200" eaLnBrk="1" hangingPunct="1">
              <a:lnSpc>
                <a:spcPts val="2600"/>
              </a:lnSpc>
              <a:spcAft>
                <a:spcPts val="1000"/>
              </a:spcAft>
              <a:buNone/>
              <a:defRPr/>
            </a:pPr>
            <a:r>
              <a:rPr lang="zh-CN" altLang="en-US" sz="1800" spc="150" dirty="0">
                <a:solidFill>
                  <a:srgbClr val="000000"/>
                </a:solidFill>
                <a:latin typeface="微软雅黑" panose="020B0503020204020204" pitchFamily="34" charset="-122"/>
                <a:ea typeface="微软雅黑" panose="020B0503020204020204" pitchFamily="34" charset="-122"/>
              </a:rPr>
              <a:t>注释：</a:t>
            </a:r>
            <a:endParaRPr lang="en-US" altLang="zh-CN" sz="1800" spc="150" dirty="0">
              <a:solidFill>
                <a:srgbClr val="000000"/>
              </a:solidFill>
              <a:latin typeface="微软雅黑" panose="020B0503020204020204" pitchFamily="34" charset="-122"/>
              <a:ea typeface="微软雅黑" panose="020B0503020204020204" pitchFamily="34" charset="-122"/>
            </a:endParaRPr>
          </a:p>
          <a:p>
            <a:pPr marL="276225" lvl="3" indent="0" defTabSz="457200" eaLnBrk="1" hangingPunct="1">
              <a:lnSpc>
                <a:spcPts val="2600"/>
              </a:lnSpc>
              <a:spcAft>
                <a:spcPts val="2800"/>
              </a:spcAft>
              <a:buNone/>
              <a:defRPr/>
            </a:pPr>
            <a:r>
              <a:rPr lang="zh-CN" altLang="en-US" sz="1800" spc="150" dirty="0">
                <a:solidFill>
                  <a:srgbClr val="000000"/>
                </a:solidFill>
                <a:latin typeface="微软雅黑" panose="020B0503020204020204" pitchFamily="34" charset="-122"/>
                <a:ea typeface="微软雅黑" panose="020B0503020204020204" pitchFamily="34" charset="-122"/>
              </a:rPr>
              <a:t>这里的期望效用最大化只是非常抽象地描述，具体细节见后面的保险市场例子。</a:t>
            </a:r>
            <a:endParaRPr lang="en-US" altLang="zh-CN" sz="1800" spc="150" dirty="0">
              <a:solidFill>
                <a:srgbClr val="000000"/>
              </a:solidFill>
              <a:latin typeface="微软雅黑" panose="020B0503020204020204" pitchFamily="34" charset="-122"/>
              <a:ea typeface="微软雅黑" panose="020B0503020204020204" pitchFamily="34" charset="-122"/>
            </a:endParaRPr>
          </a:p>
        </p:txBody>
      </p:sp>
      <p:grpSp>
        <p:nvGrpSpPr>
          <p:cNvPr id="3" name="组合 2">
            <a:extLst>
              <a:ext uri="{FF2B5EF4-FFF2-40B4-BE49-F238E27FC236}">
                <a16:creationId xmlns:a16="http://schemas.microsoft.com/office/drawing/2014/main" id="{AEC5E739-0E32-4E08-8ED1-C388D852944F}"/>
              </a:ext>
            </a:extLst>
          </p:cNvPr>
          <p:cNvGrpSpPr/>
          <p:nvPr/>
        </p:nvGrpSpPr>
        <p:grpSpPr>
          <a:xfrm>
            <a:off x="2237423" y="2192662"/>
            <a:ext cx="4596130" cy="615973"/>
            <a:chOff x="4017252" y="356464"/>
            <a:chExt cx="4596130" cy="615973"/>
          </a:xfrm>
        </p:grpSpPr>
        <p:sp>
          <p:nvSpPr>
            <p:cNvPr id="9" name="矩形 8">
              <a:extLst>
                <a:ext uri="{FF2B5EF4-FFF2-40B4-BE49-F238E27FC236}">
                  <a16:creationId xmlns:a16="http://schemas.microsoft.com/office/drawing/2014/main" id="{90FB8262-25E4-4C86-88B3-67A85C340557}"/>
                </a:ext>
              </a:extLst>
            </p:cNvPr>
            <p:cNvSpPr/>
            <p:nvPr/>
          </p:nvSpPr>
          <p:spPr>
            <a:xfrm>
              <a:off x="4017252" y="356464"/>
              <a:ext cx="4596130" cy="369332"/>
            </a:xfrm>
            <a:prstGeom prst="rect">
              <a:avLst/>
            </a:prstGeom>
          </p:spPr>
          <p:txBody>
            <a:bodyPr wrap="none">
              <a:spAutoFit/>
            </a:bodyPr>
            <a:lstStyle/>
            <a:p>
              <a:pPr marL="342900" lvl="2" indent="-342900" eaLnBrk="1" hangingPunct="1">
                <a:spcAft>
                  <a:spcPts val="600"/>
                </a:spcAft>
                <a:buNone/>
              </a:pPr>
              <a:r>
                <a:rPr lang="en-US" altLang="zh-CN" spc="150" dirty="0" err="1">
                  <a:latin typeface="微软雅黑" panose="020B0503020204020204" pitchFamily="34" charset="-122"/>
                  <a:ea typeface="微软雅黑" panose="020B0503020204020204" pitchFamily="34" charset="-122"/>
                </a:rPr>
                <a:t>maxU</a:t>
              </a:r>
              <a:r>
                <a:rPr lang="en-US" altLang="zh-CN" spc="150" dirty="0">
                  <a:latin typeface="微软雅黑" panose="020B0503020204020204" pitchFamily="34" charset="-122"/>
                  <a:ea typeface="微软雅黑" panose="020B0503020204020204" pitchFamily="34" charset="-122"/>
                </a:rPr>
                <a:t>(Q)=max[αU(q</a:t>
              </a:r>
              <a:r>
                <a:rPr lang="en-US" altLang="zh-CN" spc="150" baseline="-25000" dirty="0">
                  <a:latin typeface="微软雅黑" panose="020B0503020204020204" pitchFamily="34" charset="-122"/>
                  <a:ea typeface="微软雅黑" panose="020B0503020204020204" pitchFamily="34" charset="-122"/>
                </a:rPr>
                <a:t>1</a:t>
              </a:r>
              <a:r>
                <a:rPr lang="en-US" altLang="zh-CN" spc="150" dirty="0">
                  <a:latin typeface="微软雅黑" panose="020B0503020204020204" pitchFamily="34" charset="-122"/>
                  <a:ea typeface="微软雅黑" panose="020B0503020204020204" pitchFamily="34" charset="-122"/>
                </a:rPr>
                <a:t>)+(1-α)U(q</a:t>
              </a:r>
              <a:r>
                <a:rPr lang="en-US" altLang="zh-CN" spc="150" baseline="-25000" dirty="0">
                  <a:latin typeface="微软雅黑" panose="020B0503020204020204" pitchFamily="34" charset="-122"/>
                  <a:ea typeface="微软雅黑" panose="020B0503020204020204" pitchFamily="34" charset="-122"/>
                </a:rPr>
                <a:t>2</a:t>
              </a:r>
              <a:r>
                <a:rPr lang="en-US" altLang="zh-CN" spc="150" dirty="0">
                  <a:latin typeface="微软雅黑" panose="020B0503020204020204" pitchFamily="34" charset="-122"/>
                  <a:ea typeface="微软雅黑" panose="020B0503020204020204" pitchFamily="34" charset="-122"/>
                </a:rPr>
                <a:t>)]</a:t>
              </a:r>
            </a:p>
          </p:txBody>
        </p:sp>
        <p:sp>
          <p:nvSpPr>
            <p:cNvPr id="10" name="矩形 9">
              <a:extLst>
                <a:ext uri="{FF2B5EF4-FFF2-40B4-BE49-F238E27FC236}">
                  <a16:creationId xmlns:a16="http://schemas.microsoft.com/office/drawing/2014/main" id="{F94D4066-F09A-454D-937A-C4B4B810CF0C}"/>
                </a:ext>
              </a:extLst>
            </p:cNvPr>
            <p:cNvSpPr/>
            <p:nvPr/>
          </p:nvSpPr>
          <p:spPr>
            <a:xfrm>
              <a:off x="4272328" y="664660"/>
              <a:ext cx="349776" cy="307777"/>
            </a:xfrm>
            <a:prstGeom prst="rect">
              <a:avLst/>
            </a:prstGeom>
          </p:spPr>
          <p:txBody>
            <a:bodyPr wrap="none">
              <a:spAutoFit/>
            </a:bodyPr>
            <a:lstStyle/>
            <a:p>
              <a:pPr marL="342900" lvl="2" indent="-342900" eaLnBrk="1" hangingPunct="1">
                <a:spcAft>
                  <a:spcPts val="600"/>
                </a:spcAft>
                <a:buNone/>
              </a:pPr>
              <a:r>
                <a:rPr lang="en-US" altLang="zh-CN" sz="1400" spc="150" dirty="0">
                  <a:latin typeface="微软雅黑" panose="020B0503020204020204" pitchFamily="34" charset="-122"/>
                  <a:ea typeface="微软雅黑" panose="020B0503020204020204" pitchFamily="34" charset="-122"/>
                </a:rPr>
                <a:t>Q</a:t>
              </a:r>
            </a:p>
          </p:txBody>
        </p:sp>
        <p:sp>
          <p:nvSpPr>
            <p:cNvPr id="11" name="矩形 10">
              <a:extLst>
                <a:ext uri="{FF2B5EF4-FFF2-40B4-BE49-F238E27FC236}">
                  <a16:creationId xmlns:a16="http://schemas.microsoft.com/office/drawing/2014/main" id="{708AAF15-51B3-4066-86CD-C4499EC2EFE7}"/>
                </a:ext>
              </a:extLst>
            </p:cNvPr>
            <p:cNvSpPr/>
            <p:nvPr/>
          </p:nvSpPr>
          <p:spPr>
            <a:xfrm>
              <a:off x="5572556" y="664660"/>
              <a:ext cx="349776" cy="307777"/>
            </a:xfrm>
            <a:prstGeom prst="rect">
              <a:avLst/>
            </a:prstGeom>
          </p:spPr>
          <p:txBody>
            <a:bodyPr wrap="none">
              <a:spAutoFit/>
            </a:bodyPr>
            <a:lstStyle/>
            <a:p>
              <a:pPr marL="342900" lvl="2" indent="-342900" eaLnBrk="1" hangingPunct="1">
                <a:spcAft>
                  <a:spcPts val="600"/>
                </a:spcAft>
                <a:buNone/>
              </a:pPr>
              <a:r>
                <a:rPr lang="en-US" altLang="zh-CN" sz="1400" spc="150" dirty="0">
                  <a:latin typeface="微软雅黑" panose="020B0503020204020204" pitchFamily="34" charset="-122"/>
                  <a:ea typeface="微软雅黑" panose="020B0503020204020204" pitchFamily="34" charset="-122"/>
                </a:rPr>
                <a:t>Q</a:t>
              </a:r>
            </a:p>
          </p:txBody>
        </p:sp>
      </p:grpSp>
      <p:sp>
        <p:nvSpPr>
          <p:cNvPr id="16" name="矩形 15">
            <a:extLst>
              <a:ext uri="{FF2B5EF4-FFF2-40B4-BE49-F238E27FC236}">
                <a16:creationId xmlns:a16="http://schemas.microsoft.com/office/drawing/2014/main" id="{DEC076C1-2EEF-413F-8DE1-98F3E430824E}"/>
              </a:ext>
            </a:extLst>
          </p:cNvPr>
          <p:cNvSpPr/>
          <p:nvPr/>
        </p:nvSpPr>
        <p:spPr>
          <a:xfrm>
            <a:off x="6186208" y="0"/>
            <a:ext cx="2957792" cy="369332"/>
          </a:xfrm>
          <a:prstGeom prst="rect">
            <a:avLst/>
          </a:prstGeom>
        </p:spPr>
        <p:txBody>
          <a:bodyPr wrap="squar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 第六节  不确定性和风险</a:t>
            </a:r>
          </a:p>
        </p:txBody>
      </p:sp>
      <p:sp>
        <p:nvSpPr>
          <p:cNvPr id="17" name="矩形 16">
            <a:extLst>
              <a:ext uri="{FF2B5EF4-FFF2-40B4-BE49-F238E27FC236}">
                <a16:creationId xmlns:a16="http://schemas.microsoft.com/office/drawing/2014/main" id="{A107BA4A-9574-45E4-BA12-2061BDC0E608}"/>
              </a:ext>
            </a:extLst>
          </p:cNvPr>
          <p:cNvSpPr/>
          <p:nvPr/>
        </p:nvSpPr>
        <p:spPr>
          <a:xfrm>
            <a:off x="467544" y="548680"/>
            <a:ext cx="4435830"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二、消费者对风险方案的偏好</a:t>
            </a:r>
          </a:p>
        </p:txBody>
      </p:sp>
      <p:sp>
        <p:nvSpPr>
          <p:cNvPr id="4" name="矩形 3">
            <a:extLst>
              <a:ext uri="{FF2B5EF4-FFF2-40B4-BE49-F238E27FC236}">
                <a16:creationId xmlns:a16="http://schemas.microsoft.com/office/drawing/2014/main" id="{B3D9D7AD-CB85-47E7-861E-909ECB95F5B0}"/>
              </a:ext>
            </a:extLst>
          </p:cNvPr>
          <p:cNvSpPr/>
          <p:nvPr/>
        </p:nvSpPr>
        <p:spPr>
          <a:xfrm>
            <a:off x="905585" y="4669288"/>
            <a:ext cx="6958135" cy="724686"/>
          </a:xfrm>
          <a:prstGeom prst="rect">
            <a:avLst/>
          </a:prstGeom>
        </p:spPr>
        <p:txBody>
          <a:bodyPr wrap="square">
            <a:spAutoFit/>
          </a:bodyPr>
          <a:lstStyle/>
          <a:p>
            <a:pPr marL="276225" lvl="3" indent="0" defTabSz="457200" eaLnBrk="1" hangingPunct="1">
              <a:lnSpc>
                <a:spcPts val="2600"/>
              </a:lnSpc>
              <a:spcAft>
                <a:spcPts val="2800"/>
              </a:spcAft>
              <a:buNone/>
              <a:defRPr/>
            </a:pPr>
            <a:r>
              <a:rPr lang="zh-CN" altLang="en-US" spc="150" dirty="0">
                <a:solidFill>
                  <a:srgbClr val="000000"/>
                </a:solidFill>
                <a:latin typeface="微软雅黑" panose="020B0503020204020204" pitchFamily="34" charset="-122"/>
                <a:ea typeface="微软雅黑" panose="020B0503020204020204" pitchFamily="34" charset="-122"/>
              </a:rPr>
              <a:t>比如，消费者的选择是可以改变结果来使得</a:t>
            </a:r>
            <a:r>
              <a:rPr lang="en-US" altLang="zh-CN" spc="150" dirty="0">
                <a:solidFill>
                  <a:srgbClr val="000000"/>
                </a:solidFill>
                <a:latin typeface="微软雅黑" panose="020B0503020204020204" pitchFamily="34" charset="-122"/>
                <a:ea typeface="微软雅黑" panose="020B0503020204020204" pitchFamily="34" charset="-122"/>
              </a:rPr>
              <a:t>U</a:t>
            </a:r>
            <a:r>
              <a:rPr lang="zh-CN" altLang="en-US" spc="150" dirty="0">
                <a:solidFill>
                  <a:srgbClr val="000000"/>
                </a:solidFill>
                <a:latin typeface="微软雅黑" panose="020B0503020204020204" pitchFamily="34" charset="-122"/>
                <a:ea typeface="微软雅黑" panose="020B0503020204020204" pitchFamily="34" charset="-122"/>
              </a:rPr>
              <a:t>最大化。改变结果的一种方式是买保险。</a:t>
            </a:r>
            <a:endParaRPr lang="en-US" altLang="zh-CN" spc="150" dirty="0">
              <a:solidFill>
                <a:srgbClr val="000000"/>
              </a:solidFill>
              <a:latin typeface="微软雅黑" panose="020B0503020204020204" pitchFamily="34" charset="-122"/>
              <a:ea typeface="微软雅黑" panose="020B0503020204020204" pitchFamily="34" charset="-122"/>
            </a:endParaRPr>
          </a:p>
        </p:txBody>
      </p:sp>
      <p:grpSp>
        <p:nvGrpSpPr>
          <p:cNvPr id="12" name="组合 11">
            <a:extLst>
              <a:ext uri="{FF2B5EF4-FFF2-40B4-BE49-F238E27FC236}">
                <a16:creationId xmlns:a16="http://schemas.microsoft.com/office/drawing/2014/main" id="{6F6CF38B-08E9-49CF-AAB2-B763F4350B4C}"/>
              </a:ext>
            </a:extLst>
          </p:cNvPr>
          <p:cNvGrpSpPr/>
          <p:nvPr/>
        </p:nvGrpSpPr>
        <p:grpSpPr>
          <a:xfrm>
            <a:off x="480292" y="1435730"/>
            <a:ext cx="4423082" cy="461665"/>
            <a:chOff x="467544" y="1161144"/>
            <a:chExt cx="3806023" cy="659493"/>
          </a:xfrm>
        </p:grpSpPr>
        <p:sp>
          <p:nvSpPr>
            <p:cNvPr id="13" name="MH_Text_1">
              <a:extLst>
                <a:ext uri="{FF2B5EF4-FFF2-40B4-BE49-F238E27FC236}">
                  <a16:creationId xmlns:a16="http://schemas.microsoft.com/office/drawing/2014/main" id="{F78AB51F-42EA-4618-ACB6-9B9D359E7042}"/>
                </a:ext>
              </a:extLst>
            </p:cNvPr>
            <p:cNvSpPr/>
            <p:nvPr>
              <p:custDataLst>
                <p:tags r:id="rId1"/>
              </p:custDataLst>
            </p:nvPr>
          </p:nvSpPr>
          <p:spPr bwMode="auto">
            <a:xfrm>
              <a:off x="467544" y="1161144"/>
              <a:ext cx="3806023" cy="659493"/>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algn="ctr">
                <a:defRPr/>
              </a:pPr>
              <a:r>
                <a:rPr lang="zh-CN" altLang="en-US" sz="2000" spc="150" dirty="0">
                  <a:solidFill>
                    <a:srgbClr val="000000"/>
                  </a:solidFill>
                  <a:latin typeface="微软雅黑" panose="020B0503020204020204" pitchFamily="34" charset="-122"/>
                  <a:ea typeface="微软雅黑" panose="020B0503020204020204" pitchFamily="34" charset="-122"/>
                </a:rPr>
                <a:t>消费者的目的：期望效用的最大化</a:t>
              </a:r>
            </a:p>
          </p:txBody>
        </p:sp>
        <p:sp>
          <p:nvSpPr>
            <p:cNvPr id="14" name="MH_Other_2">
              <a:extLst>
                <a:ext uri="{FF2B5EF4-FFF2-40B4-BE49-F238E27FC236}">
                  <a16:creationId xmlns:a16="http://schemas.microsoft.com/office/drawing/2014/main" id="{17B5CAAA-91A5-4007-B104-574CF8481274}"/>
                </a:ext>
              </a:extLst>
            </p:cNvPr>
            <p:cNvSpPr/>
            <p:nvPr>
              <p:custDataLst>
                <p:tags r:id="rId2"/>
              </p:custDataLst>
            </p:nvPr>
          </p:nvSpPr>
          <p:spPr bwMode="auto">
            <a:xfrm rot="10800000">
              <a:off x="4004344" y="1240922"/>
              <a:ext cx="189743" cy="162839"/>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
        <p:nvSpPr>
          <p:cNvPr id="2" name="标注: 线形 1">
            <a:extLst>
              <a:ext uri="{FF2B5EF4-FFF2-40B4-BE49-F238E27FC236}">
                <a16:creationId xmlns:a16="http://schemas.microsoft.com/office/drawing/2014/main" id="{3629F1CD-FC6E-43BC-8BF4-C76C93A7579A}"/>
              </a:ext>
            </a:extLst>
          </p:cNvPr>
          <p:cNvSpPr/>
          <p:nvPr/>
        </p:nvSpPr>
        <p:spPr bwMode="auto">
          <a:xfrm>
            <a:off x="7207903" y="1605569"/>
            <a:ext cx="1805681" cy="1292801"/>
          </a:xfrm>
          <a:prstGeom prst="borderCallout1">
            <a:avLst>
              <a:gd name="adj1" fmla="val 42755"/>
              <a:gd name="adj2" fmla="val -4036"/>
              <a:gd name="adj3" fmla="val 52969"/>
              <a:gd name="adj4" fmla="val -2636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面对不同的风险方案，消费者试图使预期效用最大化。</a:t>
            </a:r>
          </a:p>
        </p:txBody>
      </p:sp>
    </p:spTree>
    <p:extLst>
      <p:ext uri="{BB962C8B-B14F-4D97-AF65-F5344CB8AC3E}">
        <p14:creationId xmlns:p14="http://schemas.microsoft.com/office/powerpoint/2010/main" val="2321092061"/>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arn(inVertical)">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circle(in)">
                                      <p:cBhvr>
                                        <p:cTn id="12" dur="20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53250">
                                            <p:txEl>
                                              <p:pRg st="0" end="0"/>
                                            </p:txEl>
                                          </p:spTgt>
                                        </p:tgtEl>
                                        <p:attrNameLst>
                                          <p:attrName>style.visibility</p:attrName>
                                        </p:attrNameLst>
                                      </p:cBhvr>
                                      <p:to>
                                        <p:strVal val="visible"/>
                                      </p:to>
                                    </p:set>
                                    <p:animEffect transition="in" filter="strips(downRight)">
                                      <p:cBhvr>
                                        <p:cTn id="17" dur="500"/>
                                        <p:tgtEl>
                                          <p:spTgt spid="53250">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53250">
                                            <p:txEl>
                                              <p:pRg st="1" end="1"/>
                                            </p:txEl>
                                          </p:spTgt>
                                        </p:tgtEl>
                                        <p:attrNameLst>
                                          <p:attrName>style.visibility</p:attrName>
                                        </p:attrNameLst>
                                      </p:cBhvr>
                                      <p:to>
                                        <p:strVal val="visible"/>
                                      </p:to>
                                    </p:set>
                                    <p:animEffect transition="in" filter="strips(downRight)">
                                      <p:cBhvr>
                                        <p:cTn id="22" dur="500"/>
                                        <p:tgtEl>
                                          <p:spTgt spid="53250">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0" grpId="0" uiExpand="1" build="p" autoUpdateAnimBg="0"/>
      <p:bldP spid="4"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3"/>
          <p:cNvSpPr>
            <a:spLocks noGrp="1" noChangeArrowheads="1"/>
          </p:cNvSpPr>
          <p:nvPr>
            <p:ph type="body" idx="4294967295"/>
          </p:nvPr>
        </p:nvSpPr>
        <p:spPr>
          <a:xfrm>
            <a:off x="965771" y="1658739"/>
            <a:ext cx="7291538" cy="4154627"/>
          </a:xfrm>
        </p:spPr>
        <p:txBody>
          <a:bodyPr/>
          <a:lstStyle/>
          <a:p>
            <a:pPr marL="342900" lvl="2" indent="207963" eaLnBrk="1" hangingPunct="1">
              <a:lnSpc>
                <a:spcPts val="3000"/>
              </a:lnSpc>
              <a:spcBef>
                <a:spcPct val="0"/>
              </a:spcBef>
              <a:spcAft>
                <a:spcPts val="2500"/>
              </a:spcAft>
              <a:buNone/>
            </a:pPr>
            <a:r>
              <a:rPr lang="zh-CN" altLang="en-US" sz="1800" spc="150" dirty="0">
                <a:latin typeface="微软雅黑" panose="020B0503020204020204" pitchFamily="34" charset="-122"/>
                <a:ea typeface="微软雅黑" panose="020B0503020204020204" pitchFamily="34" charset="-122"/>
              </a:rPr>
              <a:t>已知期望效用为</a:t>
            </a:r>
            <a:endParaRPr lang="en-US" altLang="zh-CN" sz="1800" spc="150" dirty="0">
              <a:latin typeface="微软雅黑" panose="020B0503020204020204" pitchFamily="34" charset="-122"/>
              <a:ea typeface="微软雅黑" panose="020B0503020204020204" pitchFamily="34" charset="-122"/>
            </a:endParaRPr>
          </a:p>
          <a:p>
            <a:pPr marL="342900" lvl="2" indent="207963" eaLnBrk="1" hangingPunct="1">
              <a:lnSpc>
                <a:spcPts val="3000"/>
              </a:lnSpc>
              <a:spcBef>
                <a:spcPct val="0"/>
              </a:spcBef>
              <a:spcAft>
                <a:spcPts val="2500"/>
              </a:spcAft>
              <a:buNone/>
            </a:pPr>
            <a:r>
              <a:rPr lang="zh-CN" altLang="en-US" sz="1800" spc="150" dirty="0">
                <a:latin typeface="微软雅黑" panose="020B0503020204020204" pitchFamily="34" charset="-122"/>
                <a:ea typeface="微软雅黑" panose="020B0503020204020204" pitchFamily="34" charset="-122"/>
              </a:rPr>
              <a:t>期望值为</a:t>
            </a:r>
            <a:endParaRPr lang="en-US" altLang="zh-CN" sz="1800" spc="150" dirty="0">
              <a:latin typeface="微软雅黑" panose="020B0503020204020204" pitchFamily="34" charset="-122"/>
              <a:ea typeface="微软雅黑" panose="020B0503020204020204" pitchFamily="34" charset="-122"/>
            </a:endParaRPr>
          </a:p>
          <a:p>
            <a:pPr marL="342900" lvl="2" indent="207963" eaLnBrk="1" hangingPunct="1">
              <a:lnSpc>
                <a:spcPts val="3000"/>
              </a:lnSpc>
              <a:spcBef>
                <a:spcPct val="0"/>
              </a:spcBef>
              <a:spcAft>
                <a:spcPts val="2500"/>
              </a:spcAft>
              <a:buNone/>
            </a:pPr>
            <a:r>
              <a:rPr lang="zh-CN" altLang="en-US" sz="1800" spc="150" dirty="0">
                <a:latin typeface="微软雅黑" panose="020B0503020204020204" pitchFamily="34" charset="-122"/>
                <a:ea typeface="微软雅黑" panose="020B0503020204020204" pitchFamily="34" charset="-122"/>
              </a:rPr>
              <a:t>期望值的效用为</a:t>
            </a:r>
            <a:endParaRPr lang="en-US" altLang="zh-CN" sz="1800" spc="150" dirty="0">
              <a:latin typeface="微软雅黑" panose="020B0503020204020204" pitchFamily="34" charset="-122"/>
              <a:ea typeface="微软雅黑" panose="020B0503020204020204" pitchFamily="34" charset="-122"/>
            </a:endParaRPr>
          </a:p>
          <a:p>
            <a:pPr marL="342900" lvl="2" indent="207963" eaLnBrk="1" hangingPunct="1">
              <a:lnSpc>
                <a:spcPts val="3000"/>
              </a:lnSpc>
              <a:spcBef>
                <a:spcPct val="0"/>
              </a:spcBef>
              <a:spcAft>
                <a:spcPts val="2500"/>
              </a:spcAft>
              <a:buNone/>
            </a:pPr>
            <a:r>
              <a:rPr lang="zh-CN" altLang="en-US" sz="1800" spc="150" dirty="0">
                <a:latin typeface="微软雅黑" panose="020B0503020204020204" pitchFamily="34" charset="-122"/>
                <a:ea typeface="微软雅黑" panose="020B0503020204020204" pitchFamily="34" charset="-122"/>
              </a:rPr>
              <a:t>风险厌恶者</a:t>
            </a:r>
          </a:p>
          <a:p>
            <a:pPr marL="342900" lvl="2" indent="207963" eaLnBrk="1" hangingPunct="1">
              <a:lnSpc>
                <a:spcPts val="3000"/>
              </a:lnSpc>
              <a:spcBef>
                <a:spcPct val="0"/>
              </a:spcBef>
              <a:spcAft>
                <a:spcPts val="2500"/>
              </a:spcAft>
              <a:buNone/>
            </a:pPr>
            <a:r>
              <a:rPr lang="zh-CN" altLang="en-US" sz="1800" spc="150" dirty="0">
                <a:latin typeface="微软雅黑" panose="020B0503020204020204" pitchFamily="34" charset="-122"/>
                <a:ea typeface="微软雅黑" panose="020B0503020204020204" pitchFamily="34" charset="-122"/>
              </a:rPr>
              <a:t>风险中性者</a:t>
            </a:r>
          </a:p>
          <a:p>
            <a:pPr marL="342900" lvl="2" indent="207963" eaLnBrk="1" hangingPunct="1">
              <a:lnSpc>
                <a:spcPts val="3000"/>
              </a:lnSpc>
              <a:spcBef>
                <a:spcPct val="0"/>
              </a:spcBef>
              <a:spcAft>
                <a:spcPts val="2500"/>
              </a:spcAft>
              <a:buNone/>
            </a:pPr>
            <a:r>
              <a:rPr lang="zh-CN" altLang="en-US" sz="1800" spc="150" dirty="0">
                <a:latin typeface="微软雅黑" panose="020B0503020204020204" pitchFamily="34" charset="-122"/>
                <a:ea typeface="微软雅黑" panose="020B0503020204020204" pitchFamily="34" charset="-122"/>
              </a:rPr>
              <a:t>风险喜好者</a:t>
            </a:r>
            <a:endParaRPr lang="en-US" altLang="zh-CN" sz="1800" spc="150" dirty="0">
              <a:latin typeface="微软雅黑" panose="020B0503020204020204" pitchFamily="34" charset="-122"/>
              <a:ea typeface="微软雅黑" panose="020B0503020204020204" pitchFamily="34" charset="-122"/>
            </a:endParaRPr>
          </a:p>
          <a:p>
            <a:pPr marL="0" indent="0" eaLnBrk="1" hangingPunct="1">
              <a:spcAft>
                <a:spcPts val="2500"/>
              </a:spcAft>
              <a:buNone/>
            </a:pPr>
            <a:endParaRPr lang="en-US" altLang="zh-CN" sz="2800" b="0" dirty="0">
              <a:solidFill>
                <a:schemeClr val="tx1"/>
              </a:solidFill>
            </a:endParaRPr>
          </a:p>
        </p:txBody>
      </p:sp>
      <p:sp>
        <p:nvSpPr>
          <p:cNvPr id="20" name="矩形 19">
            <a:extLst>
              <a:ext uri="{FF2B5EF4-FFF2-40B4-BE49-F238E27FC236}">
                <a16:creationId xmlns:a16="http://schemas.microsoft.com/office/drawing/2014/main" id="{7A9D7486-D832-4022-AC74-6605544C3A6C}"/>
              </a:ext>
            </a:extLst>
          </p:cNvPr>
          <p:cNvSpPr/>
          <p:nvPr/>
        </p:nvSpPr>
        <p:spPr>
          <a:xfrm>
            <a:off x="3648209" y="1705224"/>
            <a:ext cx="4326467" cy="369332"/>
          </a:xfrm>
          <a:prstGeom prst="rect">
            <a:avLst/>
          </a:prstGeom>
        </p:spPr>
        <p:txBody>
          <a:bodyPr wrap="square">
            <a:spAutoFit/>
          </a:bodyPr>
          <a:lstStyle/>
          <a:p>
            <a:pPr marL="342900" lvl="2" indent="-342900" eaLnBrk="1" hangingPunct="1">
              <a:spcAft>
                <a:spcPts val="600"/>
              </a:spcAft>
              <a:buNone/>
            </a:pPr>
            <a:r>
              <a:rPr lang="en-US" altLang="zh-CN" spc="150" dirty="0">
                <a:latin typeface="微软雅黑" panose="020B0503020204020204" pitchFamily="34" charset="-122"/>
                <a:ea typeface="微软雅黑" panose="020B0503020204020204" pitchFamily="34" charset="-122"/>
              </a:rPr>
              <a:t>U(Q)=EU(Q)=αU (q</a:t>
            </a:r>
            <a:r>
              <a:rPr lang="en-US" altLang="zh-CN" spc="150" baseline="-25000" dirty="0">
                <a:latin typeface="微软雅黑" panose="020B0503020204020204" pitchFamily="34" charset="-122"/>
                <a:ea typeface="微软雅黑" panose="020B0503020204020204" pitchFamily="34" charset="-122"/>
              </a:rPr>
              <a:t>1</a:t>
            </a:r>
            <a:r>
              <a:rPr lang="en-US" altLang="zh-CN" spc="150" dirty="0">
                <a:latin typeface="微软雅黑" panose="020B0503020204020204" pitchFamily="34" charset="-122"/>
                <a:ea typeface="微软雅黑" panose="020B0503020204020204" pitchFamily="34" charset="-122"/>
              </a:rPr>
              <a:t>)+(1-α)U(q</a:t>
            </a:r>
            <a:r>
              <a:rPr lang="en-US" altLang="zh-CN" spc="150" baseline="-25000" dirty="0">
                <a:latin typeface="微软雅黑" panose="020B0503020204020204" pitchFamily="34" charset="-122"/>
                <a:ea typeface="微软雅黑" panose="020B0503020204020204" pitchFamily="34" charset="-122"/>
              </a:rPr>
              <a:t>2</a:t>
            </a:r>
            <a:r>
              <a:rPr lang="en-US" altLang="zh-CN" spc="150" dirty="0">
                <a:latin typeface="微软雅黑" panose="020B0503020204020204" pitchFamily="34" charset="-122"/>
                <a:ea typeface="微软雅黑" panose="020B0503020204020204" pitchFamily="34" charset="-122"/>
              </a:rPr>
              <a:t>)</a:t>
            </a:r>
          </a:p>
        </p:txBody>
      </p:sp>
      <p:sp>
        <p:nvSpPr>
          <p:cNvPr id="21" name="矩形 20">
            <a:extLst>
              <a:ext uri="{FF2B5EF4-FFF2-40B4-BE49-F238E27FC236}">
                <a16:creationId xmlns:a16="http://schemas.microsoft.com/office/drawing/2014/main" id="{E969A7AF-5AB1-485C-A056-14A0715CAE92}"/>
              </a:ext>
            </a:extLst>
          </p:cNvPr>
          <p:cNvSpPr/>
          <p:nvPr/>
        </p:nvSpPr>
        <p:spPr>
          <a:xfrm>
            <a:off x="3684258" y="2406553"/>
            <a:ext cx="2268570" cy="369332"/>
          </a:xfrm>
          <a:prstGeom prst="rect">
            <a:avLst/>
          </a:prstGeom>
        </p:spPr>
        <p:txBody>
          <a:bodyPr wrap="none">
            <a:spAutoFit/>
          </a:bodyPr>
          <a:lstStyle/>
          <a:p>
            <a:pPr marL="342900" lvl="2" indent="-342900" eaLnBrk="1" hangingPunct="1">
              <a:spcAft>
                <a:spcPts val="600"/>
              </a:spcAft>
              <a:buNone/>
            </a:pPr>
            <a:r>
              <a:rPr lang="en-US" altLang="zh-CN" spc="150" dirty="0">
                <a:latin typeface="微软雅黑" panose="020B0503020204020204" pitchFamily="34" charset="-122"/>
                <a:ea typeface="微软雅黑" panose="020B0503020204020204" pitchFamily="34" charset="-122"/>
              </a:rPr>
              <a:t>EQ=αq</a:t>
            </a:r>
            <a:r>
              <a:rPr lang="en-US" altLang="zh-CN" spc="150" baseline="-25000" dirty="0">
                <a:latin typeface="微软雅黑" panose="020B0503020204020204" pitchFamily="34" charset="-122"/>
                <a:ea typeface="微软雅黑" panose="020B0503020204020204" pitchFamily="34" charset="-122"/>
              </a:rPr>
              <a:t>1</a:t>
            </a:r>
            <a:r>
              <a:rPr lang="en-US" altLang="zh-CN" spc="150" dirty="0">
                <a:latin typeface="微软雅黑" panose="020B0503020204020204" pitchFamily="34" charset="-122"/>
                <a:ea typeface="微软雅黑" panose="020B0503020204020204" pitchFamily="34" charset="-122"/>
              </a:rPr>
              <a:t>+(1-α)q</a:t>
            </a:r>
            <a:r>
              <a:rPr lang="en-US" altLang="zh-CN" spc="150" baseline="-25000" dirty="0">
                <a:latin typeface="微软雅黑" panose="020B0503020204020204" pitchFamily="34" charset="-122"/>
                <a:ea typeface="微软雅黑" panose="020B0503020204020204" pitchFamily="34" charset="-122"/>
              </a:rPr>
              <a:t>2</a:t>
            </a:r>
            <a:endParaRPr lang="en-US" altLang="zh-CN" spc="150" dirty="0">
              <a:latin typeface="微软雅黑" panose="020B0503020204020204" pitchFamily="34" charset="-122"/>
              <a:ea typeface="微软雅黑" panose="020B0503020204020204" pitchFamily="34" charset="-122"/>
            </a:endParaRPr>
          </a:p>
        </p:txBody>
      </p:sp>
      <p:sp>
        <p:nvSpPr>
          <p:cNvPr id="22" name="矩形 21">
            <a:extLst>
              <a:ext uri="{FF2B5EF4-FFF2-40B4-BE49-F238E27FC236}">
                <a16:creationId xmlns:a16="http://schemas.microsoft.com/office/drawing/2014/main" id="{DAB79EB9-7CBA-4C8B-BEA2-6D92070946D6}"/>
              </a:ext>
            </a:extLst>
          </p:cNvPr>
          <p:cNvSpPr/>
          <p:nvPr/>
        </p:nvSpPr>
        <p:spPr>
          <a:xfrm>
            <a:off x="3684258" y="3107882"/>
            <a:ext cx="922047" cy="369332"/>
          </a:xfrm>
          <a:prstGeom prst="rect">
            <a:avLst/>
          </a:prstGeom>
        </p:spPr>
        <p:txBody>
          <a:bodyPr wrap="none">
            <a:spAutoFit/>
          </a:bodyPr>
          <a:lstStyle/>
          <a:p>
            <a:pPr marL="342900" lvl="2" indent="-342900" eaLnBrk="1" hangingPunct="1">
              <a:spcAft>
                <a:spcPts val="600"/>
              </a:spcAft>
              <a:buNone/>
            </a:pPr>
            <a:r>
              <a:rPr lang="en-US" altLang="zh-CN" spc="150" dirty="0">
                <a:latin typeface="微软雅黑" panose="020B0503020204020204" pitchFamily="34" charset="-122"/>
                <a:ea typeface="微软雅黑" panose="020B0503020204020204" pitchFamily="34" charset="-122"/>
              </a:rPr>
              <a:t>U(EQ)</a:t>
            </a:r>
          </a:p>
        </p:txBody>
      </p:sp>
      <p:sp>
        <p:nvSpPr>
          <p:cNvPr id="23" name="矩形 22">
            <a:extLst>
              <a:ext uri="{FF2B5EF4-FFF2-40B4-BE49-F238E27FC236}">
                <a16:creationId xmlns:a16="http://schemas.microsoft.com/office/drawing/2014/main" id="{BE73C034-6E92-4C51-8B95-18ABAF652FBB}"/>
              </a:ext>
            </a:extLst>
          </p:cNvPr>
          <p:cNvSpPr/>
          <p:nvPr/>
        </p:nvSpPr>
        <p:spPr>
          <a:xfrm>
            <a:off x="3684258" y="3809211"/>
            <a:ext cx="2268570" cy="369332"/>
          </a:xfrm>
          <a:prstGeom prst="rect">
            <a:avLst/>
          </a:prstGeom>
        </p:spPr>
        <p:txBody>
          <a:bodyPr wrap="square">
            <a:spAutoFit/>
          </a:bodyPr>
          <a:lstStyle/>
          <a:p>
            <a:pPr marL="342900" lvl="2" indent="-342900">
              <a:spcAft>
                <a:spcPts val="600"/>
              </a:spcAft>
            </a:pPr>
            <a:r>
              <a:rPr lang="en-US" altLang="zh-CN" spc="150" dirty="0">
                <a:latin typeface="微软雅黑" panose="020B0503020204020204" pitchFamily="34" charset="-122"/>
                <a:ea typeface="微软雅黑" panose="020B0503020204020204" pitchFamily="34" charset="-122"/>
              </a:rPr>
              <a:t>U(Q)&lt;U(EQ)</a:t>
            </a:r>
          </a:p>
        </p:txBody>
      </p:sp>
      <p:sp>
        <p:nvSpPr>
          <p:cNvPr id="24" name="矩形 23">
            <a:extLst>
              <a:ext uri="{FF2B5EF4-FFF2-40B4-BE49-F238E27FC236}">
                <a16:creationId xmlns:a16="http://schemas.microsoft.com/office/drawing/2014/main" id="{DBBC56A5-699D-42F2-889B-72993BBEFF02}"/>
              </a:ext>
            </a:extLst>
          </p:cNvPr>
          <p:cNvSpPr/>
          <p:nvPr/>
        </p:nvSpPr>
        <p:spPr>
          <a:xfrm>
            <a:off x="3684258" y="4510540"/>
            <a:ext cx="2268570" cy="369332"/>
          </a:xfrm>
          <a:prstGeom prst="rect">
            <a:avLst/>
          </a:prstGeom>
        </p:spPr>
        <p:txBody>
          <a:bodyPr wrap="square">
            <a:spAutoFit/>
          </a:bodyPr>
          <a:lstStyle/>
          <a:p>
            <a:pPr marL="342900" lvl="2" indent="-342900">
              <a:spcAft>
                <a:spcPts val="600"/>
              </a:spcAft>
            </a:pPr>
            <a:r>
              <a:rPr lang="en-US" altLang="zh-CN" spc="150" dirty="0">
                <a:latin typeface="微软雅黑" panose="020B0503020204020204" pitchFamily="34" charset="-122"/>
                <a:ea typeface="微软雅黑" panose="020B0503020204020204" pitchFamily="34" charset="-122"/>
              </a:rPr>
              <a:t>U(Q)=U(EQ)</a:t>
            </a:r>
          </a:p>
        </p:txBody>
      </p:sp>
      <p:sp>
        <p:nvSpPr>
          <p:cNvPr id="25" name="矩形 24">
            <a:extLst>
              <a:ext uri="{FF2B5EF4-FFF2-40B4-BE49-F238E27FC236}">
                <a16:creationId xmlns:a16="http://schemas.microsoft.com/office/drawing/2014/main" id="{AD9F768B-60B8-4943-87F2-666FA8A713A2}"/>
              </a:ext>
            </a:extLst>
          </p:cNvPr>
          <p:cNvSpPr/>
          <p:nvPr/>
        </p:nvSpPr>
        <p:spPr>
          <a:xfrm>
            <a:off x="3684258" y="5211870"/>
            <a:ext cx="2268570" cy="369332"/>
          </a:xfrm>
          <a:prstGeom prst="rect">
            <a:avLst/>
          </a:prstGeom>
        </p:spPr>
        <p:txBody>
          <a:bodyPr wrap="square">
            <a:spAutoFit/>
          </a:bodyPr>
          <a:lstStyle/>
          <a:p>
            <a:pPr marL="342900" lvl="2" indent="-342900">
              <a:spcAft>
                <a:spcPts val="600"/>
              </a:spcAft>
            </a:pPr>
            <a:r>
              <a:rPr lang="en-US" altLang="zh-CN" spc="150" dirty="0">
                <a:latin typeface="微软雅黑" panose="020B0503020204020204" pitchFamily="34" charset="-122"/>
                <a:ea typeface="微软雅黑" panose="020B0503020204020204" pitchFamily="34" charset="-122"/>
              </a:rPr>
              <a:t>U(Q)&gt;U(EQ)</a:t>
            </a:r>
          </a:p>
        </p:txBody>
      </p:sp>
      <p:sp>
        <p:nvSpPr>
          <p:cNvPr id="16" name="矩形 15">
            <a:extLst>
              <a:ext uri="{FF2B5EF4-FFF2-40B4-BE49-F238E27FC236}">
                <a16:creationId xmlns:a16="http://schemas.microsoft.com/office/drawing/2014/main" id="{4CDDD6CF-E258-4C4A-AEAB-2C24A30E4BA3}"/>
              </a:ext>
            </a:extLst>
          </p:cNvPr>
          <p:cNvSpPr/>
          <p:nvPr/>
        </p:nvSpPr>
        <p:spPr>
          <a:xfrm>
            <a:off x="6186208" y="0"/>
            <a:ext cx="2957792" cy="369332"/>
          </a:xfrm>
          <a:prstGeom prst="rect">
            <a:avLst/>
          </a:prstGeom>
        </p:spPr>
        <p:txBody>
          <a:bodyPr wrap="squar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 第六节  不确定性和风险</a:t>
            </a:r>
          </a:p>
        </p:txBody>
      </p:sp>
      <p:sp>
        <p:nvSpPr>
          <p:cNvPr id="17" name="矩形 16">
            <a:extLst>
              <a:ext uri="{FF2B5EF4-FFF2-40B4-BE49-F238E27FC236}">
                <a16:creationId xmlns:a16="http://schemas.microsoft.com/office/drawing/2014/main" id="{CE25DFDD-9281-4F0D-AC45-B4AB0860F371}"/>
              </a:ext>
            </a:extLst>
          </p:cNvPr>
          <p:cNvSpPr/>
          <p:nvPr/>
        </p:nvSpPr>
        <p:spPr>
          <a:xfrm>
            <a:off x="467544" y="548680"/>
            <a:ext cx="4108817"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三、消费者对待风险的态度</a:t>
            </a:r>
          </a:p>
        </p:txBody>
      </p:sp>
      <p:sp>
        <p:nvSpPr>
          <p:cNvPr id="2" name="标注: 线形 1">
            <a:extLst>
              <a:ext uri="{FF2B5EF4-FFF2-40B4-BE49-F238E27FC236}">
                <a16:creationId xmlns:a16="http://schemas.microsoft.com/office/drawing/2014/main" id="{799FF501-5EAC-4016-8FB4-6A97911F8D3C}"/>
              </a:ext>
            </a:extLst>
          </p:cNvPr>
          <p:cNvSpPr/>
          <p:nvPr/>
        </p:nvSpPr>
        <p:spPr bwMode="auto">
          <a:xfrm>
            <a:off x="5527160" y="2948327"/>
            <a:ext cx="2098382" cy="415637"/>
          </a:xfrm>
          <a:prstGeom prst="borderCallout1">
            <a:avLst>
              <a:gd name="adj1" fmla="val 48083"/>
              <a:gd name="adj2" fmla="val 508"/>
              <a:gd name="adj3" fmla="val 85834"/>
              <a:gd name="adj4" fmla="val -49309"/>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确定情况时的效用</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54274">
                                            <p:txEl>
                                              <p:pRg st="0" end="0"/>
                                            </p:txEl>
                                          </p:spTgt>
                                        </p:tgtEl>
                                        <p:attrNameLst>
                                          <p:attrName>style.visibility</p:attrName>
                                        </p:attrNameLst>
                                      </p:cBhvr>
                                      <p:to>
                                        <p:strVal val="visible"/>
                                      </p:to>
                                    </p:set>
                                    <p:animEffect transition="in" filter="strips(downRight)">
                                      <p:cBhvr>
                                        <p:cTn id="12" dur="500"/>
                                        <p:tgtEl>
                                          <p:spTgt spid="5427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1000"/>
                                        <p:tgtEl>
                                          <p:spTgt spid="20"/>
                                        </p:tgtEl>
                                      </p:cBhvr>
                                    </p:animEffect>
                                    <p:anim calcmode="lin" valueType="num">
                                      <p:cBhvr>
                                        <p:cTn id="18" dur="1000" fill="hold"/>
                                        <p:tgtEl>
                                          <p:spTgt spid="20"/>
                                        </p:tgtEl>
                                        <p:attrNameLst>
                                          <p:attrName>ppt_x</p:attrName>
                                        </p:attrNameLst>
                                      </p:cBhvr>
                                      <p:tavLst>
                                        <p:tav tm="0">
                                          <p:val>
                                            <p:strVal val="#ppt_x"/>
                                          </p:val>
                                        </p:tav>
                                        <p:tav tm="100000">
                                          <p:val>
                                            <p:strVal val="#ppt_x"/>
                                          </p:val>
                                        </p:tav>
                                      </p:tavLst>
                                    </p:anim>
                                    <p:anim calcmode="lin" valueType="num">
                                      <p:cBhvr>
                                        <p:cTn id="19"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8" presetClass="entr" presetSubtype="6" fill="hold" grpId="0" nodeType="clickEffect">
                                  <p:stCondLst>
                                    <p:cond delay="0"/>
                                  </p:stCondLst>
                                  <p:childTnLst>
                                    <p:set>
                                      <p:cBhvr>
                                        <p:cTn id="23" dur="1" fill="hold">
                                          <p:stCondLst>
                                            <p:cond delay="0"/>
                                          </p:stCondLst>
                                        </p:cTn>
                                        <p:tgtEl>
                                          <p:spTgt spid="54274">
                                            <p:txEl>
                                              <p:pRg st="1" end="1"/>
                                            </p:txEl>
                                          </p:spTgt>
                                        </p:tgtEl>
                                        <p:attrNameLst>
                                          <p:attrName>style.visibility</p:attrName>
                                        </p:attrNameLst>
                                      </p:cBhvr>
                                      <p:to>
                                        <p:strVal val="visible"/>
                                      </p:to>
                                    </p:set>
                                    <p:animEffect transition="in" filter="strips(downRight)">
                                      <p:cBhvr>
                                        <p:cTn id="24" dur="500"/>
                                        <p:tgtEl>
                                          <p:spTgt spid="54274">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1000"/>
                                        <p:tgtEl>
                                          <p:spTgt spid="21"/>
                                        </p:tgtEl>
                                      </p:cBhvr>
                                    </p:animEffect>
                                    <p:anim calcmode="lin" valueType="num">
                                      <p:cBhvr>
                                        <p:cTn id="30" dur="1000" fill="hold"/>
                                        <p:tgtEl>
                                          <p:spTgt spid="21"/>
                                        </p:tgtEl>
                                        <p:attrNameLst>
                                          <p:attrName>ppt_x</p:attrName>
                                        </p:attrNameLst>
                                      </p:cBhvr>
                                      <p:tavLst>
                                        <p:tav tm="0">
                                          <p:val>
                                            <p:strVal val="#ppt_x"/>
                                          </p:val>
                                        </p:tav>
                                        <p:tav tm="100000">
                                          <p:val>
                                            <p:strVal val="#ppt_x"/>
                                          </p:val>
                                        </p:tav>
                                      </p:tavLst>
                                    </p:anim>
                                    <p:anim calcmode="lin" valueType="num">
                                      <p:cBhvr>
                                        <p:cTn id="31"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18" presetClass="entr" presetSubtype="6" fill="hold" grpId="0" nodeType="clickEffect">
                                  <p:stCondLst>
                                    <p:cond delay="0"/>
                                  </p:stCondLst>
                                  <p:childTnLst>
                                    <p:set>
                                      <p:cBhvr>
                                        <p:cTn id="35" dur="1" fill="hold">
                                          <p:stCondLst>
                                            <p:cond delay="0"/>
                                          </p:stCondLst>
                                        </p:cTn>
                                        <p:tgtEl>
                                          <p:spTgt spid="54274">
                                            <p:txEl>
                                              <p:pRg st="2" end="2"/>
                                            </p:txEl>
                                          </p:spTgt>
                                        </p:tgtEl>
                                        <p:attrNameLst>
                                          <p:attrName>style.visibility</p:attrName>
                                        </p:attrNameLst>
                                      </p:cBhvr>
                                      <p:to>
                                        <p:strVal val="visible"/>
                                      </p:to>
                                    </p:set>
                                    <p:animEffect transition="in" filter="strips(downRight)">
                                      <p:cBhvr>
                                        <p:cTn id="36" dur="500"/>
                                        <p:tgtEl>
                                          <p:spTgt spid="54274">
                                            <p:txEl>
                                              <p:pRg st="2" end="2"/>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fade">
                                      <p:cBhvr>
                                        <p:cTn id="41" dur="1000"/>
                                        <p:tgtEl>
                                          <p:spTgt spid="22"/>
                                        </p:tgtEl>
                                      </p:cBhvr>
                                    </p:animEffect>
                                    <p:anim calcmode="lin" valueType="num">
                                      <p:cBhvr>
                                        <p:cTn id="42" dur="1000" fill="hold"/>
                                        <p:tgtEl>
                                          <p:spTgt spid="22"/>
                                        </p:tgtEl>
                                        <p:attrNameLst>
                                          <p:attrName>ppt_x</p:attrName>
                                        </p:attrNameLst>
                                      </p:cBhvr>
                                      <p:tavLst>
                                        <p:tav tm="0">
                                          <p:val>
                                            <p:strVal val="#ppt_x"/>
                                          </p:val>
                                        </p:tav>
                                        <p:tav tm="100000">
                                          <p:val>
                                            <p:strVal val="#ppt_x"/>
                                          </p:val>
                                        </p:tav>
                                      </p:tavLst>
                                    </p:anim>
                                    <p:anim calcmode="lin" valueType="num">
                                      <p:cBhvr>
                                        <p:cTn id="43"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18" presetClass="entr" presetSubtype="6" fill="hold" grpId="0" nodeType="clickEffect">
                                  <p:stCondLst>
                                    <p:cond delay="0"/>
                                  </p:stCondLst>
                                  <p:childTnLst>
                                    <p:set>
                                      <p:cBhvr>
                                        <p:cTn id="47" dur="1" fill="hold">
                                          <p:stCondLst>
                                            <p:cond delay="0"/>
                                          </p:stCondLst>
                                        </p:cTn>
                                        <p:tgtEl>
                                          <p:spTgt spid="54274">
                                            <p:txEl>
                                              <p:pRg st="3" end="3"/>
                                            </p:txEl>
                                          </p:spTgt>
                                        </p:tgtEl>
                                        <p:attrNameLst>
                                          <p:attrName>style.visibility</p:attrName>
                                        </p:attrNameLst>
                                      </p:cBhvr>
                                      <p:to>
                                        <p:strVal val="visible"/>
                                      </p:to>
                                    </p:set>
                                    <p:animEffect transition="in" filter="strips(downRight)">
                                      <p:cBhvr>
                                        <p:cTn id="48" dur="500"/>
                                        <p:tgtEl>
                                          <p:spTgt spid="54274">
                                            <p:txEl>
                                              <p:pRg st="3" end="3"/>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42" presetClass="entr" presetSubtype="0" fill="hold" grpId="0" nodeType="clickEffect">
                                  <p:stCondLst>
                                    <p:cond delay="0"/>
                                  </p:stCondLst>
                                  <p:childTnLst>
                                    <p:set>
                                      <p:cBhvr>
                                        <p:cTn id="52" dur="1" fill="hold">
                                          <p:stCondLst>
                                            <p:cond delay="0"/>
                                          </p:stCondLst>
                                        </p:cTn>
                                        <p:tgtEl>
                                          <p:spTgt spid="23"/>
                                        </p:tgtEl>
                                        <p:attrNameLst>
                                          <p:attrName>style.visibility</p:attrName>
                                        </p:attrNameLst>
                                      </p:cBhvr>
                                      <p:to>
                                        <p:strVal val="visible"/>
                                      </p:to>
                                    </p:set>
                                    <p:animEffect transition="in" filter="fade">
                                      <p:cBhvr>
                                        <p:cTn id="53" dur="1000"/>
                                        <p:tgtEl>
                                          <p:spTgt spid="23"/>
                                        </p:tgtEl>
                                      </p:cBhvr>
                                    </p:animEffect>
                                    <p:anim calcmode="lin" valueType="num">
                                      <p:cBhvr>
                                        <p:cTn id="54" dur="1000" fill="hold"/>
                                        <p:tgtEl>
                                          <p:spTgt spid="23"/>
                                        </p:tgtEl>
                                        <p:attrNameLst>
                                          <p:attrName>ppt_x</p:attrName>
                                        </p:attrNameLst>
                                      </p:cBhvr>
                                      <p:tavLst>
                                        <p:tav tm="0">
                                          <p:val>
                                            <p:strVal val="#ppt_x"/>
                                          </p:val>
                                        </p:tav>
                                        <p:tav tm="100000">
                                          <p:val>
                                            <p:strVal val="#ppt_x"/>
                                          </p:val>
                                        </p:tav>
                                      </p:tavLst>
                                    </p:anim>
                                    <p:anim calcmode="lin" valueType="num">
                                      <p:cBhvr>
                                        <p:cTn id="55"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18" presetClass="entr" presetSubtype="6" fill="hold" grpId="0" nodeType="clickEffect">
                                  <p:stCondLst>
                                    <p:cond delay="0"/>
                                  </p:stCondLst>
                                  <p:childTnLst>
                                    <p:set>
                                      <p:cBhvr>
                                        <p:cTn id="59" dur="1" fill="hold">
                                          <p:stCondLst>
                                            <p:cond delay="0"/>
                                          </p:stCondLst>
                                        </p:cTn>
                                        <p:tgtEl>
                                          <p:spTgt spid="54274">
                                            <p:txEl>
                                              <p:pRg st="4" end="4"/>
                                            </p:txEl>
                                          </p:spTgt>
                                        </p:tgtEl>
                                        <p:attrNameLst>
                                          <p:attrName>style.visibility</p:attrName>
                                        </p:attrNameLst>
                                      </p:cBhvr>
                                      <p:to>
                                        <p:strVal val="visible"/>
                                      </p:to>
                                    </p:set>
                                    <p:animEffect transition="in" filter="strips(downRight)">
                                      <p:cBhvr>
                                        <p:cTn id="60" dur="500"/>
                                        <p:tgtEl>
                                          <p:spTgt spid="54274">
                                            <p:txEl>
                                              <p:pRg st="4" end="4"/>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42" presetClass="entr" presetSubtype="0" fill="hold" grpId="0" nodeType="click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fade">
                                      <p:cBhvr>
                                        <p:cTn id="65" dur="1000"/>
                                        <p:tgtEl>
                                          <p:spTgt spid="24"/>
                                        </p:tgtEl>
                                      </p:cBhvr>
                                    </p:animEffect>
                                    <p:anim calcmode="lin" valueType="num">
                                      <p:cBhvr>
                                        <p:cTn id="66" dur="1000" fill="hold"/>
                                        <p:tgtEl>
                                          <p:spTgt spid="24"/>
                                        </p:tgtEl>
                                        <p:attrNameLst>
                                          <p:attrName>ppt_x</p:attrName>
                                        </p:attrNameLst>
                                      </p:cBhvr>
                                      <p:tavLst>
                                        <p:tav tm="0">
                                          <p:val>
                                            <p:strVal val="#ppt_x"/>
                                          </p:val>
                                        </p:tav>
                                        <p:tav tm="100000">
                                          <p:val>
                                            <p:strVal val="#ppt_x"/>
                                          </p:val>
                                        </p:tav>
                                      </p:tavLst>
                                    </p:anim>
                                    <p:anim calcmode="lin" valueType="num">
                                      <p:cBhvr>
                                        <p:cTn id="67"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18" presetClass="entr" presetSubtype="6" fill="hold" grpId="0" nodeType="clickEffect">
                                  <p:stCondLst>
                                    <p:cond delay="0"/>
                                  </p:stCondLst>
                                  <p:childTnLst>
                                    <p:set>
                                      <p:cBhvr>
                                        <p:cTn id="71" dur="1" fill="hold">
                                          <p:stCondLst>
                                            <p:cond delay="0"/>
                                          </p:stCondLst>
                                        </p:cTn>
                                        <p:tgtEl>
                                          <p:spTgt spid="54274">
                                            <p:txEl>
                                              <p:pRg st="5" end="5"/>
                                            </p:txEl>
                                          </p:spTgt>
                                        </p:tgtEl>
                                        <p:attrNameLst>
                                          <p:attrName>style.visibility</p:attrName>
                                        </p:attrNameLst>
                                      </p:cBhvr>
                                      <p:to>
                                        <p:strVal val="visible"/>
                                      </p:to>
                                    </p:set>
                                    <p:animEffect transition="in" filter="strips(downRight)">
                                      <p:cBhvr>
                                        <p:cTn id="72" dur="500"/>
                                        <p:tgtEl>
                                          <p:spTgt spid="54274">
                                            <p:txEl>
                                              <p:pRg st="5" end="5"/>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1000"/>
                                        <p:tgtEl>
                                          <p:spTgt spid="25"/>
                                        </p:tgtEl>
                                      </p:cBhvr>
                                    </p:animEffect>
                                    <p:anim calcmode="lin" valueType="num">
                                      <p:cBhvr>
                                        <p:cTn id="78" dur="1000" fill="hold"/>
                                        <p:tgtEl>
                                          <p:spTgt spid="25"/>
                                        </p:tgtEl>
                                        <p:attrNameLst>
                                          <p:attrName>ppt_x</p:attrName>
                                        </p:attrNameLst>
                                      </p:cBhvr>
                                      <p:tavLst>
                                        <p:tav tm="0">
                                          <p:val>
                                            <p:strVal val="#ppt_x"/>
                                          </p:val>
                                        </p:tav>
                                        <p:tav tm="100000">
                                          <p:val>
                                            <p:strVal val="#ppt_x"/>
                                          </p:val>
                                        </p:tav>
                                      </p:tavLst>
                                    </p:anim>
                                    <p:anim calcmode="lin" valueType="num">
                                      <p:cBhvr>
                                        <p:cTn id="79"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4" grpId="0" uiExpand="1" build="p" autoUpdateAnimBg="0"/>
      <p:bldP spid="20" grpId="0"/>
      <p:bldP spid="21" grpId="0"/>
      <p:bldP spid="22" grpId="0"/>
      <p:bldP spid="23" grpId="0"/>
      <p:bldP spid="24" grpId="0"/>
      <p:bldP spid="25" grpId="0"/>
      <p:bldP spid="17"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1" name="弧形 9"/>
          <p:cNvSpPr>
            <a:spLocks noChangeArrowheads="1"/>
          </p:cNvSpPr>
          <p:nvPr/>
        </p:nvSpPr>
        <p:spPr bwMode="auto">
          <a:xfrm rot="16910702">
            <a:off x="5287789" y="2588232"/>
            <a:ext cx="3756025" cy="4903787"/>
          </a:xfrm>
          <a:custGeom>
            <a:avLst/>
            <a:gdLst>
              <a:gd name="T0" fmla="*/ 1877737 w 3755468"/>
              <a:gd name="T1" fmla="*/ 0 h 4904334"/>
              <a:gd name="T2" fmla="*/ 1877734 w 3755468"/>
              <a:gd name="T3" fmla="*/ 2452167 h 4904334"/>
              <a:gd name="T4" fmla="*/ 3743540 w 3755468"/>
              <a:gd name="T5" fmla="*/ 2176210 h 4904334"/>
              <a:gd name="T6" fmla="*/ 11796480 60000 65536"/>
              <a:gd name="T7" fmla="*/ 17694720 60000 65536"/>
              <a:gd name="T8" fmla="*/ 5898240 60000 65536"/>
              <a:gd name="T9" fmla="*/ 1877737 w 3755468"/>
              <a:gd name="T10" fmla="*/ 0 h 4904334"/>
              <a:gd name="T11" fmla="*/ 3743540 w 3755468"/>
              <a:gd name="T12" fmla="*/ 2176210 h 4904334"/>
            </a:gdLst>
            <a:ahLst/>
            <a:cxnLst>
              <a:cxn ang="T6">
                <a:pos x="T0" y="T1"/>
              </a:cxn>
              <a:cxn ang="T7">
                <a:pos x="T2" y="T3"/>
              </a:cxn>
              <a:cxn ang="T8">
                <a:pos x="T4" y="T5"/>
              </a:cxn>
            </a:cxnLst>
            <a:rect l="T9" t="T10" r="T11" b="T12"/>
            <a:pathLst>
              <a:path w="3755468" h="4904334" stroke="0">
                <a:moveTo>
                  <a:pt x="1877737" y="0"/>
                </a:moveTo>
                <a:lnTo>
                  <a:pt x="1877737" y="0"/>
                </a:lnTo>
                <a:cubicBezTo>
                  <a:pt x="2833015" y="1"/>
                  <a:pt x="3636036" y="936619"/>
                  <a:pt x="3743539" y="2176210"/>
                </a:cubicBezTo>
                <a:lnTo>
                  <a:pt x="1877734" y="2452167"/>
                </a:lnTo>
                <a:close/>
              </a:path>
              <a:path w="3755468" h="4904334" fill="none">
                <a:moveTo>
                  <a:pt x="1877737" y="0"/>
                </a:moveTo>
                <a:lnTo>
                  <a:pt x="1877737" y="0"/>
                </a:lnTo>
                <a:cubicBezTo>
                  <a:pt x="2833015" y="1"/>
                  <a:pt x="3636036" y="936619"/>
                  <a:pt x="3743539" y="2176210"/>
                </a:cubicBezTo>
              </a:path>
            </a:pathLst>
          </a:custGeom>
          <a:noFill/>
          <a:ln w="38100" cmpd="sng">
            <a:solidFill>
              <a:srgbClr val="F3C97F"/>
            </a:solidFill>
            <a:miter lim="800000"/>
            <a:headEnd/>
            <a:tailEnd/>
          </a:ln>
          <a:effectLst>
            <a:outerShdw dist="23000" dir="5400000" algn="ctr" rotWithShape="0">
              <a:srgbClr val="000000">
                <a:alpha val="32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dirty="0">
              <a:latin typeface="微软雅黑" panose="020B0503020204020204" pitchFamily="34" charset="-122"/>
              <a:ea typeface="微软雅黑" panose="020B0503020204020204" pitchFamily="34" charset="-122"/>
            </a:endParaRPr>
          </a:p>
        </p:txBody>
      </p:sp>
      <p:grpSp>
        <p:nvGrpSpPr>
          <p:cNvPr id="3" name="组合 2">
            <a:extLst>
              <a:ext uri="{FF2B5EF4-FFF2-40B4-BE49-F238E27FC236}">
                <a16:creationId xmlns:a16="http://schemas.microsoft.com/office/drawing/2014/main" id="{C7708DE7-F06F-46BF-9E1F-CD33754F9682}"/>
              </a:ext>
            </a:extLst>
          </p:cNvPr>
          <p:cNvGrpSpPr/>
          <p:nvPr/>
        </p:nvGrpSpPr>
        <p:grpSpPr>
          <a:xfrm>
            <a:off x="3566145" y="2679513"/>
            <a:ext cx="4010874" cy="3127125"/>
            <a:chOff x="3566145" y="2374713"/>
            <a:chExt cx="4010874" cy="3127125"/>
          </a:xfrm>
        </p:grpSpPr>
        <p:grpSp>
          <p:nvGrpSpPr>
            <p:cNvPr id="55302" name="组合 34"/>
            <p:cNvGrpSpPr>
              <a:grpSpLocks/>
            </p:cNvGrpSpPr>
            <p:nvPr/>
          </p:nvGrpSpPr>
          <p:grpSpPr bwMode="auto">
            <a:xfrm>
              <a:off x="4311666" y="2375457"/>
              <a:ext cx="3265353" cy="2781730"/>
              <a:chOff x="0" y="0"/>
              <a:chExt cx="3265717" cy="2781317"/>
            </a:xfrm>
          </p:grpSpPr>
          <p:cxnSp>
            <p:nvCxnSpPr>
              <p:cNvPr id="55303" name="直接箭头连接符 5"/>
              <p:cNvCxnSpPr>
                <a:cxnSpLocks noChangeShapeType="1"/>
              </p:cNvCxnSpPr>
              <p:nvPr/>
            </p:nvCxnSpPr>
            <p:spPr bwMode="auto">
              <a:xfrm>
                <a:off x="19656" y="2762683"/>
                <a:ext cx="3246800" cy="1588"/>
              </a:xfrm>
              <a:prstGeom prst="straightConnector1">
                <a:avLst/>
              </a:prstGeom>
              <a:noFill/>
              <a:ln w="9525" cmpd="sng">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55304" name="直接箭头连接符 7"/>
              <p:cNvCxnSpPr>
                <a:cxnSpLocks noChangeShapeType="1"/>
              </p:cNvCxnSpPr>
              <p:nvPr/>
            </p:nvCxnSpPr>
            <p:spPr bwMode="auto">
              <a:xfrm rot="16200000" flipV="1">
                <a:off x="-1362058" y="1361918"/>
                <a:ext cx="2763427" cy="38104"/>
              </a:xfrm>
              <a:prstGeom prst="straightConnector1">
                <a:avLst/>
              </a:prstGeom>
              <a:noFill/>
              <a:ln w="9525" cmpd="sng">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55305" name="直接连接符 11"/>
              <p:cNvCxnSpPr>
                <a:cxnSpLocks noChangeShapeType="1"/>
              </p:cNvCxnSpPr>
              <p:nvPr/>
            </p:nvCxnSpPr>
            <p:spPr bwMode="auto">
              <a:xfrm flipV="1">
                <a:off x="597571" y="446865"/>
                <a:ext cx="1997298" cy="971406"/>
              </a:xfrm>
              <a:prstGeom prst="line">
                <a:avLst/>
              </a:prstGeom>
              <a:noFill/>
              <a:ln w="9525" cmpd="sng">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55306" name="直接连接符 14"/>
              <p:cNvCxnSpPr>
                <a:cxnSpLocks noChangeShapeType="1"/>
              </p:cNvCxnSpPr>
              <p:nvPr/>
            </p:nvCxnSpPr>
            <p:spPr bwMode="auto">
              <a:xfrm rot="16200000" flipH="1">
                <a:off x="-84952" y="2081739"/>
                <a:ext cx="1363460" cy="36517"/>
              </a:xfrm>
              <a:prstGeom prst="line">
                <a:avLst/>
              </a:prstGeom>
              <a:noFill/>
              <a:ln w="9525" cmpd="sng">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55307" name="直接连接符 16"/>
              <p:cNvCxnSpPr>
                <a:cxnSpLocks noChangeShapeType="1"/>
              </p:cNvCxnSpPr>
              <p:nvPr/>
            </p:nvCxnSpPr>
            <p:spPr bwMode="auto">
              <a:xfrm rot="5400000">
                <a:off x="420817" y="1725404"/>
                <a:ext cx="2109475" cy="0"/>
              </a:xfrm>
              <a:prstGeom prst="line">
                <a:avLst/>
              </a:prstGeom>
              <a:noFill/>
              <a:ln w="9525" cmpd="sng">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55308" name="直接连接符 18"/>
              <p:cNvCxnSpPr>
                <a:cxnSpLocks noChangeShapeType="1"/>
              </p:cNvCxnSpPr>
              <p:nvPr/>
            </p:nvCxnSpPr>
            <p:spPr bwMode="auto">
              <a:xfrm rot="5400000">
                <a:off x="1419492" y="1623819"/>
                <a:ext cx="2314231" cy="1588"/>
              </a:xfrm>
              <a:prstGeom prst="line">
                <a:avLst/>
              </a:prstGeom>
              <a:noFill/>
              <a:ln w="9525" cmpd="sng">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55309" name="直接连接符 21"/>
              <p:cNvCxnSpPr>
                <a:cxnSpLocks noChangeShapeType="1"/>
              </p:cNvCxnSpPr>
              <p:nvPr/>
            </p:nvCxnSpPr>
            <p:spPr bwMode="auto">
              <a:xfrm>
                <a:off x="19656" y="1437318"/>
                <a:ext cx="541398" cy="0"/>
              </a:xfrm>
              <a:prstGeom prst="line">
                <a:avLst/>
              </a:prstGeom>
              <a:noFill/>
              <a:ln w="9525" cmpd="sng">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55310" name="直接连接符 23"/>
              <p:cNvCxnSpPr>
                <a:cxnSpLocks noChangeShapeType="1"/>
              </p:cNvCxnSpPr>
              <p:nvPr/>
            </p:nvCxnSpPr>
            <p:spPr bwMode="auto">
              <a:xfrm flipV="1">
                <a:off x="604" y="653209"/>
                <a:ext cx="1492416" cy="36507"/>
              </a:xfrm>
              <a:prstGeom prst="line">
                <a:avLst/>
              </a:prstGeom>
              <a:noFill/>
              <a:ln w="9525" cmpd="sng">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55311" name="直接连接符 26"/>
              <p:cNvCxnSpPr>
                <a:cxnSpLocks noChangeShapeType="1"/>
              </p:cNvCxnSpPr>
              <p:nvPr/>
            </p:nvCxnSpPr>
            <p:spPr bwMode="auto">
              <a:xfrm flipV="1">
                <a:off x="19656" y="429404"/>
                <a:ext cx="2556160" cy="17460"/>
              </a:xfrm>
              <a:prstGeom prst="line">
                <a:avLst/>
              </a:prstGeom>
              <a:noFill/>
              <a:ln w="9525" cmpd="sng">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55312" name="直接连接符 33"/>
              <p:cNvCxnSpPr>
                <a:cxnSpLocks noChangeShapeType="1"/>
              </p:cNvCxnSpPr>
              <p:nvPr/>
            </p:nvCxnSpPr>
            <p:spPr bwMode="auto">
              <a:xfrm rot="10800000" flipV="1">
                <a:off x="19656" y="1007168"/>
                <a:ext cx="1436848" cy="38094"/>
              </a:xfrm>
              <a:prstGeom prst="line">
                <a:avLst/>
              </a:prstGeom>
              <a:noFill/>
              <a:ln w="9525" cmpd="sng">
                <a:solidFill>
                  <a:srgbClr val="7F7F7F"/>
                </a:solidFill>
                <a:prstDash val="lgDash"/>
                <a:round/>
                <a:headEnd/>
                <a:tailEnd/>
              </a:ln>
              <a:extLst>
                <a:ext uri="{909E8E84-426E-40DD-AFC4-6F175D3DCCD1}">
                  <a14:hiddenFill xmlns:a14="http://schemas.microsoft.com/office/drawing/2010/main">
                    <a:noFill/>
                  </a14:hiddenFill>
                </a:ext>
              </a:extLst>
            </p:spPr>
          </p:cxnSp>
        </p:grpSp>
        <p:graphicFrame>
          <p:nvGraphicFramePr>
            <p:cNvPr id="55313" name="Object 17"/>
            <p:cNvGraphicFramePr>
              <a:graphicFrameLocks noChangeAspect="1"/>
            </p:cNvGraphicFramePr>
            <p:nvPr>
              <p:extLst>
                <p:ext uri="{D42A27DB-BD31-4B8C-83A1-F6EECF244321}">
                  <p14:modId xmlns:p14="http://schemas.microsoft.com/office/powerpoint/2010/main" val="4172197450"/>
                </p:ext>
              </p:extLst>
            </p:nvPr>
          </p:nvGraphicFramePr>
          <p:xfrm>
            <a:off x="4086139" y="5175155"/>
            <a:ext cx="212701" cy="247687"/>
          </p:xfrm>
          <a:graphic>
            <a:graphicData uri="http://schemas.openxmlformats.org/presentationml/2006/ole">
              <mc:AlternateContent xmlns:mc="http://schemas.openxmlformats.org/markup-compatibility/2006">
                <mc:Choice xmlns:v="urn:schemas-microsoft-com:vml" Requires="v">
                  <p:oleObj spid="_x0000_s148790" r:id="rId5" imgW="152717" imgH="178117" progId="">
                    <p:embed/>
                  </p:oleObj>
                </mc:Choice>
                <mc:Fallback>
                  <p:oleObj r:id="rId5" imgW="152717" imgH="178117" progId="">
                    <p:embed/>
                    <p:pic>
                      <p:nvPicPr>
                        <p:cNvPr id="0" name="Object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86139" y="5175155"/>
                          <a:ext cx="212701" cy="247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5314" name="Object 18"/>
            <p:cNvGraphicFramePr>
              <a:graphicFrameLocks noChangeAspect="1"/>
            </p:cNvGraphicFramePr>
            <p:nvPr>
              <p:extLst>
                <p:ext uri="{D42A27DB-BD31-4B8C-83A1-F6EECF244321}">
                  <p14:modId xmlns:p14="http://schemas.microsoft.com/office/powerpoint/2010/main" val="451260595"/>
                </p:ext>
              </p:extLst>
            </p:nvPr>
          </p:nvGraphicFramePr>
          <p:xfrm>
            <a:off x="7345787" y="5218282"/>
            <a:ext cx="177780" cy="230222"/>
          </p:xfrm>
          <a:graphic>
            <a:graphicData uri="http://schemas.openxmlformats.org/presentationml/2006/ole">
              <mc:AlternateContent xmlns:mc="http://schemas.openxmlformats.org/markup-compatibility/2006">
                <mc:Choice xmlns:v="urn:schemas-microsoft-com:vml" Requires="v">
                  <p:oleObj spid="_x0000_s148791" r:id="rId7" imgW="127262" imgH="165345" progId="">
                    <p:embed/>
                  </p:oleObj>
                </mc:Choice>
                <mc:Fallback>
                  <p:oleObj r:id="rId7" imgW="127262" imgH="165345" progId="">
                    <p:embed/>
                    <p:pic>
                      <p:nvPicPr>
                        <p:cNvPr id="0" name="Object 1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345787" y="5218282"/>
                          <a:ext cx="177780" cy="2302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5315" name="Object 19"/>
            <p:cNvGraphicFramePr>
              <a:graphicFrameLocks noChangeAspect="1"/>
            </p:cNvGraphicFramePr>
            <p:nvPr>
              <p:extLst>
                <p:ext uri="{D42A27DB-BD31-4B8C-83A1-F6EECF244321}">
                  <p14:modId xmlns:p14="http://schemas.microsoft.com/office/powerpoint/2010/main" val="3879297896"/>
                </p:ext>
              </p:extLst>
            </p:nvPr>
          </p:nvGraphicFramePr>
          <p:xfrm>
            <a:off x="4850580" y="5148875"/>
            <a:ext cx="212701" cy="320723"/>
          </p:xfrm>
          <a:graphic>
            <a:graphicData uri="http://schemas.openxmlformats.org/presentationml/2006/ole">
              <mc:AlternateContent xmlns:mc="http://schemas.openxmlformats.org/markup-compatibility/2006">
                <mc:Choice xmlns:v="urn:schemas-microsoft-com:vml" Requires="v">
                  <p:oleObj spid="_x0000_s148792" r:id="rId9" imgW="152783" imgH="229016" progId="">
                    <p:embed/>
                  </p:oleObj>
                </mc:Choice>
                <mc:Fallback>
                  <p:oleObj r:id="rId9" imgW="152783" imgH="229016" progId="">
                    <p:embed/>
                    <p:pic>
                      <p:nvPicPr>
                        <p:cNvPr id="0" name="Object 1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50580" y="5148875"/>
                          <a:ext cx="212701" cy="3207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5316" name="Object 20"/>
            <p:cNvGraphicFramePr>
              <a:graphicFrameLocks noChangeAspect="1"/>
            </p:cNvGraphicFramePr>
            <p:nvPr>
              <p:extLst>
                <p:ext uri="{D42A27DB-BD31-4B8C-83A1-F6EECF244321}">
                  <p14:modId xmlns:p14="http://schemas.microsoft.com/office/powerpoint/2010/main" val="3161631331"/>
                </p:ext>
              </p:extLst>
            </p:nvPr>
          </p:nvGraphicFramePr>
          <p:xfrm>
            <a:off x="6766706" y="5149199"/>
            <a:ext cx="230162" cy="320723"/>
          </p:xfrm>
          <a:graphic>
            <a:graphicData uri="http://schemas.openxmlformats.org/presentationml/2006/ole">
              <mc:AlternateContent xmlns:mc="http://schemas.openxmlformats.org/markup-compatibility/2006">
                <mc:Choice xmlns:v="urn:schemas-microsoft-com:vml" Requires="v">
                  <p:oleObj spid="_x0000_s148793" r:id="rId11" imgW="165417" imgH="228917" progId="">
                    <p:embed/>
                  </p:oleObj>
                </mc:Choice>
                <mc:Fallback>
                  <p:oleObj r:id="rId11" imgW="165417" imgH="228917" progId="">
                    <p:embed/>
                    <p:pic>
                      <p:nvPicPr>
                        <p:cNvPr id="0" name="Object 2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766706" y="5149199"/>
                          <a:ext cx="230162" cy="3207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5317" name="Object 21"/>
            <p:cNvGraphicFramePr>
              <a:graphicFrameLocks noChangeAspect="1"/>
            </p:cNvGraphicFramePr>
            <p:nvPr>
              <p:extLst>
                <p:ext uri="{D42A27DB-BD31-4B8C-83A1-F6EECF244321}">
                  <p14:modId xmlns:p14="http://schemas.microsoft.com/office/powerpoint/2010/main" val="3100871482"/>
                </p:ext>
              </p:extLst>
            </p:nvPr>
          </p:nvGraphicFramePr>
          <p:xfrm>
            <a:off x="5622117" y="5217633"/>
            <a:ext cx="355560" cy="284205"/>
          </p:xfrm>
          <a:graphic>
            <a:graphicData uri="http://schemas.openxmlformats.org/presentationml/2006/ole">
              <mc:AlternateContent xmlns:mc="http://schemas.openxmlformats.org/markup-compatibility/2006">
                <mc:Choice xmlns:v="urn:schemas-microsoft-com:vml" Requires="v">
                  <p:oleObj spid="_x0000_s148794" r:id="rId13" imgW="254427" imgH="203605" progId="">
                    <p:embed/>
                  </p:oleObj>
                </mc:Choice>
                <mc:Fallback>
                  <p:oleObj r:id="rId13" imgW="254427" imgH="203605" progId="">
                    <p:embed/>
                    <p:pic>
                      <p:nvPicPr>
                        <p:cNvPr id="0" name="Object 2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622117" y="5217633"/>
                          <a:ext cx="355560" cy="284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5318" name="Object 22"/>
            <p:cNvGraphicFramePr>
              <a:graphicFrameLocks noChangeAspect="1"/>
            </p:cNvGraphicFramePr>
            <p:nvPr>
              <p:extLst>
                <p:ext uri="{D42A27DB-BD31-4B8C-83A1-F6EECF244321}">
                  <p14:modId xmlns:p14="http://schemas.microsoft.com/office/powerpoint/2010/main" val="1600634427"/>
                </p:ext>
              </p:extLst>
            </p:nvPr>
          </p:nvGraphicFramePr>
          <p:xfrm>
            <a:off x="4702733" y="3595486"/>
            <a:ext cx="212701" cy="230222"/>
          </p:xfrm>
          <a:graphic>
            <a:graphicData uri="http://schemas.openxmlformats.org/presentationml/2006/ole">
              <mc:AlternateContent xmlns:mc="http://schemas.openxmlformats.org/markup-compatibility/2006">
                <mc:Choice xmlns:v="urn:schemas-microsoft-com:vml" Requires="v">
                  <p:oleObj spid="_x0000_s148795" r:id="rId15" imgW="152783" imgH="165489" progId="">
                    <p:embed/>
                  </p:oleObj>
                </mc:Choice>
                <mc:Fallback>
                  <p:oleObj r:id="rId15" imgW="152783" imgH="165489" progId="">
                    <p:embed/>
                    <p:pic>
                      <p:nvPicPr>
                        <p:cNvPr id="0" name="Object 2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702733" y="3595486"/>
                          <a:ext cx="212701" cy="2302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5319" name="Object 23"/>
            <p:cNvGraphicFramePr>
              <a:graphicFrameLocks noChangeAspect="1"/>
            </p:cNvGraphicFramePr>
            <p:nvPr>
              <p:extLst>
                <p:ext uri="{D42A27DB-BD31-4B8C-83A1-F6EECF244321}">
                  <p14:modId xmlns:p14="http://schemas.microsoft.com/office/powerpoint/2010/main" val="2654356198"/>
                </p:ext>
              </p:extLst>
            </p:nvPr>
          </p:nvGraphicFramePr>
          <p:xfrm>
            <a:off x="5579711" y="3128757"/>
            <a:ext cx="212701" cy="230222"/>
          </p:xfrm>
          <a:graphic>
            <a:graphicData uri="http://schemas.openxmlformats.org/presentationml/2006/ole">
              <mc:AlternateContent xmlns:mc="http://schemas.openxmlformats.org/markup-compatibility/2006">
                <mc:Choice xmlns:v="urn:schemas-microsoft-com:vml" Requires="v">
                  <p:oleObj spid="_x0000_s148796" r:id="rId17" imgW="152783" imgH="165489" progId="">
                    <p:embed/>
                  </p:oleObj>
                </mc:Choice>
                <mc:Fallback>
                  <p:oleObj r:id="rId17" imgW="152783" imgH="165489" progId="">
                    <p:embed/>
                    <p:pic>
                      <p:nvPicPr>
                        <p:cNvPr id="0" name="Object 2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579711" y="3128757"/>
                          <a:ext cx="212701" cy="2302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5320" name="Object 24"/>
            <p:cNvGraphicFramePr>
              <a:graphicFrameLocks noChangeAspect="1"/>
            </p:cNvGraphicFramePr>
            <p:nvPr>
              <p:extLst>
                <p:ext uri="{D42A27DB-BD31-4B8C-83A1-F6EECF244321}">
                  <p14:modId xmlns:p14="http://schemas.microsoft.com/office/powerpoint/2010/main" val="2061066781"/>
                </p:ext>
              </p:extLst>
            </p:nvPr>
          </p:nvGraphicFramePr>
          <p:xfrm>
            <a:off x="6903216" y="2561418"/>
            <a:ext cx="212701" cy="247687"/>
          </p:xfrm>
          <a:graphic>
            <a:graphicData uri="http://schemas.openxmlformats.org/presentationml/2006/ole">
              <mc:AlternateContent xmlns:mc="http://schemas.openxmlformats.org/markup-compatibility/2006">
                <mc:Choice xmlns:v="urn:schemas-microsoft-com:vml" Requires="v">
                  <p:oleObj spid="_x0000_s148797" r:id="rId19" imgW="152717" imgH="178117" progId="">
                    <p:embed/>
                  </p:oleObj>
                </mc:Choice>
                <mc:Fallback>
                  <p:oleObj r:id="rId19" imgW="152717" imgH="178117" progId="">
                    <p:embed/>
                    <p:pic>
                      <p:nvPicPr>
                        <p:cNvPr id="0" name="Object 2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903216" y="2561418"/>
                          <a:ext cx="212701" cy="247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5321" name="Object 25"/>
            <p:cNvGraphicFramePr>
              <a:graphicFrameLocks noChangeAspect="1"/>
            </p:cNvGraphicFramePr>
            <p:nvPr>
              <p:extLst>
                <p:ext uri="{D42A27DB-BD31-4B8C-83A1-F6EECF244321}">
                  <p14:modId xmlns:p14="http://schemas.microsoft.com/office/powerpoint/2010/main" val="2403303344"/>
                </p:ext>
              </p:extLst>
            </p:nvPr>
          </p:nvGraphicFramePr>
          <p:xfrm>
            <a:off x="5777804" y="3388855"/>
            <a:ext cx="230161" cy="230221"/>
          </p:xfrm>
          <a:graphic>
            <a:graphicData uri="http://schemas.openxmlformats.org/presentationml/2006/ole">
              <mc:AlternateContent xmlns:mc="http://schemas.openxmlformats.org/markup-compatibility/2006">
                <mc:Choice xmlns:v="urn:schemas-microsoft-com:vml" Requires="v">
                  <p:oleObj spid="_x0000_s148798" r:id="rId21" imgW="165489" imgH="165489" progId="">
                    <p:embed/>
                  </p:oleObj>
                </mc:Choice>
                <mc:Fallback>
                  <p:oleObj r:id="rId21" imgW="165489" imgH="165489" progId="">
                    <p:embed/>
                    <p:pic>
                      <p:nvPicPr>
                        <p:cNvPr id="0" name="Object 25"/>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777804" y="3388855"/>
                          <a:ext cx="230161" cy="230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5322" name="Object 26"/>
            <p:cNvGraphicFramePr>
              <a:graphicFrameLocks noChangeAspect="1"/>
            </p:cNvGraphicFramePr>
            <p:nvPr>
              <p:extLst>
                <p:ext uri="{D42A27DB-BD31-4B8C-83A1-F6EECF244321}">
                  <p14:modId xmlns:p14="http://schemas.microsoft.com/office/powerpoint/2010/main" val="2918324177"/>
                </p:ext>
              </p:extLst>
            </p:nvPr>
          </p:nvGraphicFramePr>
          <p:xfrm>
            <a:off x="4042277" y="2374713"/>
            <a:ext cx="230162" cy="247687"/>
          </p:xfrm>
          <a:graphic>
            <a:graphicData uri="http://schemas.openxmlformats.org/presentationml/2006/ole">
              <mc:AlternateContent xmlns:mc="http://schemas.openxmlformats.org/markup-compatibility/2006">
                <mc:Choice xmlns:v="urn:schemas-microsoft-com:vml" Requires="v">
                  <p:oleObj spid="_x0000_s148799" r:id="rId23" imgW="165417" imgH="178117" progId="">
                    <p:embed/>
                  </p:oleObj>
                </mc:Choice>
                <mc:Fallback>
                  <p:oleObj r:id="rId23" imgW="165417" imgH="178117" progId="">
                    <p:embed/>
                    <p:pic>
                      <p:nvPicPr>
                        <p:cNvPr id="0" name="Object 26"/>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042277" y="2374713"/>
                          <a:ext cx="230162" cy="247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5323" name="Object 27"/>
            <p:cNvGraphicFramePr>
              <a:graphicFrameLocks noChangeAspect="1"/>
            </p:cNvGraphicFramePr>
            <p:nvPr>
              <p:extLst>
                <p:ext uri="{D42A27DB-BD31-4B8C-83A1-F6EECF244321}">
                  <p14:modId xmlns:p14="http://schemas.microsoft.com/office/powerpoint/2010/main" val="1053730548"/>
                </p:ext>
              </p:extLst>
            </p:nvPr>
          </p:nvGraphicFramePr>
          <p:xfrm>
            <a:off x="3710527" y="3737184"/>
            <a:ext cx="585722" cy="355653"/>
          </p:xfrm>
          <a:graphic>
            <a:graphicData uri="http://schemas.openxmlformats.org/presentationml/2006/ole">
              <mc:AlternateContent xmlns:mc="http://schemas.openxmlformats.org/markup-compatibility/2006">
                <mc:Choice xmlns:v="urn:schemas-microsoft-com:vml" Requires="v">
                  <p:oleObj spid="_x0000_s148800" r:id="rId25" imgW="419417" imgH="254317" progId="">
                    <p:embed/>
                  </p:oleObj>
                </mc:Choice>
                <mc:Fallback>
                  <p:oleObj r:id="rId25" imgW="419417" imgH="254317" progId="">
                    <p:embed/>
                    <p:pic>
                      <p:nvPicPr>
                        <p:cNvPr id="0" name="Object 27"/>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710527" y="3737184"/>
                          <a:ext cx="585722" cy="3556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5324" name="Object 28"/>
            <p:cNvGraphicFramePr>
              <a:graphicFrameLocks noChangeAspect="1"/>
            </p:cNvGraphicFramePr>
            <p:nvPr>
              <p:extLst>
                <p:ext uri="{D42A27DB-BD31-4B8C-83A1-F6EECF244321}">
                  <p14:modId xmlns:p14="http://schemas.microsoft.com/office/powerpoint/2010/main" val="1076361731"/>
                </p:ext>
              </p:extLst>
            </p:nvPr>
          </p:nvGraphicFramePr>
          <p:xfrm>
            <a:off x="3572557" y="2953393"/>
            <a:ext cx="711121" cy="355653"/>
          </p:xfrm>
          <a:graphic>
            <a:graphicData uri="http://schemas.openxmlformats.org/presentationml/2006/ole">
              <mc:AlternateContent xmlns:mc="http://schemas.openxmlformats.org/markup-compatibility/2006">
                <mc:Choice xmlns:v="urn:schemas-microsoft-com:vml" Requires="v">
                  <p:oleObj spid="_x0000_s148801" r:id="rId27" imgW="508097" imgH="254207" progId="">
                    <p:embed/>
                  </p:oleObj>
                </mc:Choice>
                <mc:Fallback>
                  <p:oleObj r:id="rId27" imgW="508097" imgH="254207" progId="">
                    <p:embed/>
                    <p:pic>
                      <p:nvPicPr>
                        <p:cNvPr id="0" name="Object 28"/>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3572557" y="2953393"/>
                          <a:ext cx="711121" cy="3556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5325" name="Object 29"/>
            <p:cNvGraphicFramePr>
              <a:graphicFrameLocks noChangeAspect="1"/>
            </p:cNvGraphicFramePr>
            <p:nvPr>
              <p:extLst>
                <p:ext uri="{D42A27DB-BD31-4B8C-83A1-F6EECF244321}">
                  <p14:modId xmlns:p14="http://schemas.microsoft.com/office/powerpoint/2010/main" val="3972575143"/>
                </p:ext>
              </p:extLst>
            </p:nvPr>
          </p:nvGraphicFramePr>
          <p:xfrm>
            <a:off x="3566145" y="3381984"/>
            <a:ext cx="728582" cy="355653"/>
          </p:xfrm>
          <a:graphic>
            <a:graphicData uri="http://schemas.openxmlformats.org/presentationml/2006/ole">
              <mc:AlternateContent xmlns:mc="http://schemas.openxmlformats.org/markup-compatibility/2006">
                <mc:Choice xmlns:v="urn:schemas-microsoft-com:vml" Requires="v">
                  <p:oleObj spid="_x0000_s148802" r:id="rId29" imgW="520791" imgH="254207" progId="">
                    <p:embed/>
                  </p:oleObj>
                </mc:Choice>
                <mc:Fallback>
                  <p:oleObj r:id="rId29" imgW="520791" imgH="254207" progId="">
                    <p:embed/>
                    <p:pic>
                      <p:nvPicPr>
                        <p:cNvPr id="0" name="Object 29"/>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3566145" y="3381984"/>
                          <a:ext cx="728582" cy="3556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5326" name="Object 30"/>
            <p:cNvGraphicFramePr>
              <a:graphicFrameLocks noChangeAspect="1"/>
            </p:cNvGraphicFramePr>
            <p:nvPr>
              <p:extLst>
                <p:ext uri="{D42A27DB-BD31-4B8C-83A1-F6EECF244321}">
                  <p14:modId xmlns:p14="http://schemas.microsoft.com/office/powerpoint/2010/main" val="2114005858"/>
                </p:ext>
              </p:extLst>
            </p:nvPr>
          </p:nvGraphicFramePr>
          <p:xfrm>
            <a:off x="3665919" y="2654608"/>
            <a:ext cx="604771" cy="355653"/>
          </p:xfrm>
          <a:graphic>
            <a:graphicData uri="http://schemas.openxmlformats.org/presentationml/2006/ole">
              <mc:AlternateContent xmlns:mc="http://schemas.openxmlformats.org/markup-compatibility/2006">
                <mc:Choice xmlns:v="urn:schemas-microsoft-com:vml" Requires="v">
                  <p:oleObj spid="_x0000_s148803" r:id="rId31" imgW="432117" imgH="254317" progId="">
                    <p:embed/>
                  </p:oleObj>
                </mc:Choice>
                <mc:Fallback>
                  <p:oleObj r:id="rId31" imgW="432117" imgH="254317" progId="">
                    <p:embed/>
                    <p:pic>
                      <p:nvPicPr>
                        <p:cNvPr id="0" name="Object 30"/>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3665919" y="2654608"/>
                          <a:ext cx="604771" cy="3556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37" name="矩形 36">
            <a:extLst>
              <a:ext uri="{FF2B5EF4-FFF2-40B4-BE49-F238E27FC236}">
                <a16:creationId xmlns:a16="http://schemas.microsoft.com/office/drawing/2014/main" id="{8AE648B6-C899-436B-B29C-55C40841A058}"/>
              </a:ext>
            </a:extLst>
          </p:cNvPr>
          <p:cNvSpPr/>
          <p:nvPr/>
        </p:nvSpPr>
        <p:spPr>
          <a:xfrm>
            <a:off x="1604533" y="3764174"/>
            <a:ext cx="2268570" cy="369332"/>
          </a:xfrm>
          <a:prstGeom prst="rect">
            <a:avLst/>
          </a:prstGeom>
        </p:spPr>
        <p:txBody>
          <a:bodyPr wrap="square">
            <a:spAutoFit/>
          </a:bodyPr>
          <a:lstStyle/>
          <a:p>
            <a:pPr marL="342900" lvl="2" indent="-342900">
              <a:spcAft>
                <a:spcPts val="600"/>
              </a:spcAft>
            </a:pPr>
            <a:r>
              <a:rPr lang="en-US" altLang="zh-CN" spc="150" dirty="0">
                <a:latin typeface="微软雅黑" panose="020B0503020204020204" pitchFamily="34" charset="-122"/>
                <a:ea typeface="微软雅黑" panose="020B0503020204020204" pitchFamily="34" charset="-122"/>
              </a:rPr>
              <a:t>U(Q)&lt;U(EQ)</a:t>
            </a:r>
          </a:p>
        </p:txBody>
      </p:sp>
      <p:sp>
        <p:nvSpPr>
          <p:cNvPr id="36" name="矩形 35">
            <a:extLst>
              <a:ext uri="{FF2B5EF4-FFF2-40B4-BE49-F238E27FC236}">
                <a16:creationId xmlns:a16="http://schemas.microsoft.com/office/drawing/2014/main" id="{127B7617-34A9-4375-9BEE-2A96F559E5FF}"/>
              </a:ext>
            </a:extLst>
          </p:cNvPr>
          <p:cNvSpPr/>
          <p:nvPr/>
        </p:nvSpPr>
        <p:spPr>
          <a:xfrm>
            <a:off x="6186208" y="0"/>
            <a:ext cx="2957792" cy="369332"/>
          </a:xfrm>
          <a:prstGeom prst="rect">
            <a:avLst/>
          </a:prstGeom>
        </p:spPr>
        <p:txBody>
          <a:bodyPr wrap="squar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 第六节  不确定性和风险</a:t>
            </a:r>
          </a:p>
        </p:txBody>
      </p:sp>
      <p:sp>
        <p:nvSpPr>
          <p:cNvPr id="42" name="矩形 41">
            <a:extLst>
              <a:ext uri="{FF2B5EF4-FFF2-40B4-BE49-F238E27FC236}">
                <a16:creationId xmlns:a16="http://schemas.microsoft.com/office/drawing/2014/main" id="{DC039F53-B7C7-4BFA-8D62-4A746165F0E4}"/>
              </a:ext>
            </a:extLst>
          </p:cNvPr>
          <p:cNvSpPr/>
          <p:nvPr/>
        </p:nvSpPr>
        <p:spPr>
          <a:xfrm>
            <a:off x="467544" y="548680"/>
            <a:ext cx="4108817"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三、消费者对待风险的态度</a:t>
            </a:r>
          </a:p>
        </p:txBody>
      </p:sp>
      <p:grpSp>
        <p:nvGrpSpPr>
          <p:cNvPr id="33" name="组合 32">
            <a:extLst>
              <a:ext uri="{FF2B5EF4-FFF2-40B4-BE49-F238E27FC236}">
                <a16:creationId xmlns:a16="http://schemas.microsoft.com/office/drawing/2014/main" id="{DAFB061F-34C9-418B-B23D-EC42E8924EA6}"/>
              </a:ext>
            </a:extLst>
          </p:cNvPr>
          <p:cNvGrpSpPr/>
          <p:nvPr/>
        </p:nvGrpSpPr>
        <p:grpSpPr>
          <a:xfrm>
            <a:off x="467544" y="1472444"/>
            <a:ext cx="2483619" cy="461665"/>
            <a:chOff x="467544" y="1161144"/>
            <a:chExt cx="3806023" cy="659493"/>
          </a:xfrm>
        </p:grpSpPr>
        <p:sp>
          <p:nvSpPr>
            <p:cNvPr id="34" name="MH_Text_1">
              <a:extLst>
                <a:ext uri="{FF2B5EF4-FFF2-40B4-BE49-F238E27FC236}">
                  <a16:creationId xmlns:a16="http://schemas.microsoft.com/office/drawing/2014/main" id="{489203CA-5382-43FE-87FE-03581BC25530}"/>
                </a:ext>
              </a:extLst>
            </p:cNvPr>
            <p:cNvSpPr/>
            <p:nvPr>
              <p:custDataLst>
                <p:tags r:id="rId2"/>
              </p:custDataLst>
            </p:nvPr>
          </p:nvSpPr>
          <p:spPr bwMode="auto">
            <a:xfrm>
              <a:off x="467544" y="1161144"/>
              <a:ext cx="3806023" cy="659493"/>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algn="ctr">
                <a:defRPr/>
              </a:pPr>
              <a:r>
                <a:rPr lang="zh-CN" altLang="en-US" sz="2000" spc="150" dirty="0">
                  <a:solidFill>
                    <a:srgbClr val="000000"/>
                  </a:solidFill>
                  <a:latin typeface="微软雅黑" panose="020B0503020204020204" pitchFamily="34" charset="-122"/>
                  <a:ea typeface="微软雅黑" panose="020B0503020204020204" pitchFamily="34" charset="-122"/>
                </a:rPr>
                <a:t>风险厌恶者</a:t>
              </a:r>
            </a:p>
          </p:txBody>
        </p:sp>
        <p:sp>
          <p:nvSpPr>
            <p:cNvPr id="35" name="MH_Other_2">
              <a:extLst>
                <a:ext uri="{FF2B5EF4-FFF2-40B4-BE49-F238E27FC236}">
                  <a16:creationId xmlns:a16="http://schemas.microsoft.com/office/drawing/2014/main" id="{15557814-FEEC-4883-8DCA-359C9F8C7165}"/>
                </a:ext>
              </a:extLst>
            </p:cNvPr>
            <p:cNvSpPr/>
            <p:nvPr>
              <p:custDataLst>
                <p:tags r:id="rId3"/>
              </p:custDataLst>
            </p:nvPr>
          </p:nvSpPr>
          <p:spPr bwMode="auto">
            <a:xfrm rot="10800000">
              <a:off x="4004344" y="1240922"/>
              <a:ext cx="189743" cy="162838"/>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barn(inVertical)">
                                      <p:cBhvr>
                                        <p:cTn id="7" dur="5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7"/>
                                        </p:tgtEl>
                                        <p:attrNameLst>
                                          <p:attrName>style.visibility</p:attrName>
                                        </p:attrNameLst>
                                      </p:cBhvr>
                                      <p:to>
                                        <p:strVal val="visible"/>
                                      </p:to>
                                    </p:set>
                                    <p:animEffect transition="in" filter="fade">
                                      <p:cBhvr>
                                        <p:cTn id="12" dur="500"/>
                                        <p:tgtEl>
                                          <p:spTgt spid="37"/>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ppt_x"/>
                                          </p:val>
                                        </p:tav>
                                        <p:tav tm="100000">
                                          <p:val>
                                            <p:strVal val="#ppt_x"/>
                                          </p:val>
                                        </p:tav>
                                      </p:tavLst>
                                    </p:anim>
                                    <p:anim calcmode="lin" valueType="num">
                                      <p:cBhvr additive="base">
                                        <p:cTn id="1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grpId="0" nodeType="clickEffect">
                                  <p:stCondLst>
                                    <p:cond delay="0"/>
                                  </p:stCondLst>
                                  <p:childTnLst>
                                    <p:set>
                                      <p:cBhvr>
                                        <p:cTn id="22" dur="1" fill="hold">
                                          <p:stCondLst>
                                            <p:cond delay="0"/>
                                          </p:stCondLst>
                                        </p:cTn>
                                        <p:tgtEl>
                                          <p:spTgt spid="55301"/>
                                        </p:tgtEl>
                                        <p:attrNameLst>
                                          <p:attrName>style.visibility</p:attrName>
                                        </p:attrNameLst>
                                      </p:cBhvr>
                                      <p:to>
                                        <p:strVal val="visible"/>
                                      </p:to>
                                    </p:set>
                                    <p:animEffect transition="in" filter="fade">
                                      <p:cBhvr>
                                        <p:cTn id="23" dur="1000"/>
                                        <p:tgtEl>
                                          <p:spTgt spid="55301"/>
                                        </p:tgtEl>
                                      </p:cBhvr>
                                    </p:animEffect>
                                    <p:anim calcmode="lin" valueType="num">
                                      <p:cBhvr>
                                        <p:cTn id="24" dur="1000" fill="hold"/>
                                        <p:tgtEl>
                                          <p:spTgt spid="55301"/>
                                        </p:tgtEl>
                                        <p:attrNameLst>
                                          <p:attrName>ppt_x</p:attrName>
                                        </p:attrNameLst>
                                      </p:cBhvr>
                                      <p:tavLst>
                                        <p:tav tm="0">
                                          <p:val>
                                            <p:strVal val="#ppt_x"/>
                                          </p:val>
                                        </p:tav>
                                        <p:tav tm="100000">
                                          <p:val>
                                            <p:strVal val="#ppt_x"/>
                                          </p:val>
                                        </p:tav>
                                      </p:tavLst>
                                    </p:anim>
                                    <p:anim calcmode="lin" valueType="num">
                                      <p:cBhvr>
                                        <p:cTn id="25" dur="1000" fill="hold"/>
                                        <p:tgtEl>
                                          <p:spTgt spid="5530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01" grpId="0" animBg="1"/>
      <p:bldP spid="37"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6327" name="直接连接符 24"/>
          <p:cNvCxnSpPr>
            <a:cxnSpLocks noChangeShapeType="1"/>
          </p:cNvCxnSpPr>
          <p:nvPr/>
        </p:nvCxnSpPr>
        <p:spPr bwMode="auto">
          <a:xfrm flipV="1">
            <a:off x="5868057" y="2728913"/>
            <a:ext cx="1965325" cy="971550"/>
          </a:xfrm>
          <a:prstGeom prst="line">
            <a:avLst/>
          </a:prstGeom>
          <a:noFill/>
          <a:ln w="38100" cmpd="sng">
            <a:solidFill>
              <a:srgbClr val="F3C97F"/>
            </a:solidFill>
            <a:round/>
            <a:headEnd/>
            <a:tailEnd/>
          </a:ln>
          <a:effectLst>
            <a:outerShdw dist="23000" dir="5400000" algn="ctr" rotWithShape="0">
              <a:srgbClr val="000000">
                <a:alpha val="32999"/>
              </a:srgbClr>
            </a:outerShdw>
          </a:effectLst>
          <a:extLst>
            <a:ext uri="{909E8E84-426E-40DD-AFC4-6F175D3DCCD1}">
              <a14:hiddenFill xmlns:a14="http://schemas.microsoft.com/office/drawing/2010/main">
                <a:noFill/>
              </a14:hiddenFill>
            </a:ext>
          </a:extLst>
        </p:spPr>
      </p:cxnSp>
      <p:grpSp>
        <p:nvGrpSpPr>
          <p:cNvPr id="3" name="组合 2">
            <a:extLst>
              <a:ext uri="{FF2B5EF4-FFF2-40B4-BE49-F238E27FC236}">
                <a16:creationId xmlns:a16="http://schemas.microsoft.com/office/drawing/2014/main" id="{9AFB3D71-F4B4-47BB-B1DE-4234607CA54E}"/>
              </a:ext>
            </a:extLst>
          </p:cNvPr>
          <p:cNvGrpSpPr/>
          <p:nvPr/>
        </p:nvGrpSpPr>
        <p:grpSpPr>
          <a:xfrm>
            <a:off x="3629170" y="2281238"/>
            <a:ext cx="4875725" cy="3127375"/>
            <a:chOff x="3227388" y="2405913"/>
            <a:chExt cx="4875725" cy="3127375"/>
          </a:xfrm>
        </p:grpSpPr>
        <p:cxnSp>
          <p:nvCxnSpPr>
            <p:cNvPr id="56325" name="直接箭头连接符 22"/>
            <p:cNvCxnSpPr>
              <a:cxnSpLocks noChangeShapeType="1"/>
            </p:cNvCxnSpPr>
            <p:nvPr/>
          </p:nvCxnSpPr>
          <p:spPr bwMode="auto">
            <a:xfrm>
              <a:off x="4888425" y="5169751"/>
              <a:ext cx="3214688" cy="1587"/>
            </a:xfrm>
            <a:prstGeom prst="straightConnector1">
              <a:avLst/>
            </a:prstGeom>
            <a:noFill/>
            <a:ln w="9525" cmpd="sng">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56326" name="直接箭头连接符 23"/>
            <p:cNvCxnSpPr>
              <a:cxnSpLocks noChangeShapeType="1"/>
            </p:cNvCxnSpPr>
            <p:nvPr/>
          </p:nvCxnSpPr>
          <p:spPr bwMode="auto">
            <a:xfrm rot="16200000" flipV="1">
              <a:off x="3505711" y="3769575"/>
              <a:ext cx="2763838" cy="36513"/>
            </a:xfrm>
            <a:prstGeom prst="straightConnector1">
              <a:avLst/>
            </a:prstGeom>
            <a:noFill/>
            <a:ln w="9525" cmpd="sng">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56328" name="直接连接符 25"/>
            <p:cNvCxnSpPr>
              <a:cxnSpLocks noChangeShapeType="1"/>
            </p:cNvCxnSpPr>
            <p:nvPr/>
          </p:nvCxnSpPr>
          <p:spPr bwMode="auto">
            <a:xfrm rot="16200000" flipH="1">
              <a:off x="4783650" y="4488711"/>
              <a:ext cx="1363663" cy="36513"/>
            </a:xfrm>
            <a:prstGeom prst="line">
              <a:avLst/>
            </a:prstGeom>
            <a:noFill/>
            <a:ln w="9525" cmpd="sng">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56329" name="直接连接符 26"/>
            <p:cNvCxnSpPr>
              <a:cxnSpLocks noChangeShapeType="1"/>
            </p:cNvCxnSpPr>
            <p:nvPr/>
          </p:nvCxnSpPr>
          <p:spPr bwMode="auto">
            <a:xfrm rot="16200000" flipH="1">
              <a:off x="5421825" y="4296626"/>
              <a:ext cx="1781175" cy="0"/>
            </a:xfrm>
            <a:prstGeom prst="line">
              <a:avLst/>
            </a:prstGeom>
            <a:noFill/>
            <a:ln w="9525" cmpd="sng">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56330" name="直接连接符 18"/>
            <p:cNvCxnSpPr>
              <a:cxnSpLocks noChangeShapeType="1"/>
            </p:cNvCxnSpPr>
            <p:nvPr/>
          </p:nvCxnSpPr>
          <p:spPr bwMode="auto">
            <a:xfrm rot="5400000">
              <a:off x="6256054" y="4030718"/>
              <a:ext cx="2314575" cy="1588"/>
            </a:xfrm>
            <a:prstGeom prst="line">
              <a:avLst/>
            </a:prstGeom>
            <a:noFill/>
            <a:ln w="9525" cmpd="sng">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56331" name="直接连接符 28"/>
            <p:cNvCxnSpPr>
              <a:cxnSpLocks noChangeShapeType="1"/>
            </p:cNvCxnSpPr>
            <p:nvPr/>
          </p:nvCxnSpPr>
          <p:spPr bwMode="auto">
            <a:xfrm>
              <a:off x="4888425" y="3844188"/>
              <a:ext cx="539750" cy="0"/>
            </a:xfrm>
            <a:prstGeom prst="line">
              <a:avLst/>
            </a:prstGeom>
            <a:noFill/>
            <a:ln w="9525" cmpd="sng">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56332" name="直接连接符 30"/>
            <p:cNvCxnSpPr>
              <a:cxnSpLocks noChangeShapeType="1"/>
            </p:cNvCxnSpPr>
            <p:nvPr/>
          </p:nvCxnSpPr>
          <p:spPr bwMode="auto">
            <a:xfrm flipV="1">
              <a:off x="4888425" y="2836126"/>
              <a:ext cx="2524125" cy="17462"/>
            </a:xfrm>
            <a:prstGeom prst="line">
              <a:avLst/>
            </a:prstGeom>
            <a:noFill/>
            <a:ln w="9525" cmpd="sng">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56333" name="直接连接符 31"/>
            <p:cNvCxnSpPr>
              <a:cxnSpLocks noChangeShapeType="1"/>
            </p:cNvCxnSpPr>
            <p:nvPr/>
          </p:nvCxnSpPr>
          <p:spPr bwMode="auto">
            <a:xfrm rot="10800000" flipV="1">
              <a:off x="4888425" y="3413976"/>
              <a:ext cx="1404938" cy="38100"/>
            </a:xfrm>
            <a:prstGeom prst="line">
              <a:avLst/>
            </a:prstGeom>
            <a:noFill/>
            <a:ln w="9525" cmpd="sng">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56334" name="Object 14"/>
            <p:cNvGraphicFramePr>
              <a:graphicFrameLocks noChangeAspect="1"/>
            </p:cNvGraphicFramePr>
            <p:nvPr>
              <p:extLst>
                <p:ext uri="{D42A27DB-BD31-4B8C-83A1-F6EECF244321}">
                  <p14:modId xmlns:p14="http://schemas.microsoft.com/office/powerpoint/2010/main" val="3730958595"/>
                </p:ext>
              </p:extLst>
            </p:nvPr>
          </p:nvGraphicFramePr>
          <p:xfrm>
            <a:off x="4612563" y="5206578"/>
            <a:ext cx="212681" cy="247707"/>
          </p:xfrm>
          <a:graphic>
            <a:graphicData uri="http://schemas.openxmlformats.org/presentationml/2006/ole">
              <mc:AlternateContent xmlns:mc="http://schemas.openxmlformats.org/markup-compatibility/2006">
                <mc:Choice xmlns:v="urn:schemas-microsoft-com:vml" Requires="v">
                  <p:oleObj spid="_x0000_s140119" r:id="rId5" imgW="152717" imgH="178117" progId="">
                    <p:embed/>
                  </p:oleObj>
                </mc:Choice>
                <mc:Fallback>
                  <p:oleObj r:id="rId5" imgW="152717" imgH="178117" progId="">
                    <p:embed/>
                    <p:pic>
                      <p:nvPicPr>
                        <p:cNvPr id="0"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12563" y="5206578"/>
                          <a:ext cx="212681" cy="2477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6335" name="Object 15"/>
            <p:cNvGraphicFramePr>
              <a:graphicFrameLocks noChangeAspect="1"/>
            </p:cNvGraphicFramePr>
            <p:nvPr>
              <p:extLst>
                <p:ext uri="{D42A27DB-BD31-4B8C-83A1-F6EECF244321}">
                  <p14:modId xmlns:p14="http://schemas.microsoft.com/office/powerpoint/2010/main" val="1503299918"/>
                </p:ext>
              </p:extLst>
            </p:nvPr>
          </p:nvGraphicFramePr>
          <p:xfrm>
            <a:off x="7871904" y="5249709"/>
            <a:ext cx="177763" cy="230241"/>
          </p:xfrm>
          <a:graphic>
            <a:graphicData uri="http://schemas.openxmlformats.org/presentationml/2006/ole">
              <mc:AlternateContent xmlns:mc="http://schemas.openxmlformats.org/markup-compatibility/2006">
                <mc:Choice xmlns:v="urn:schemas-microsoft-com:vml" Requires="v">
                  <p:oleObj spid="_x0000_s140120" r:id="rId7" imgW="127262" imgH="165345" progId="">
                    <p:embed/>
                  </p:oleObj>
                </mc:Choice>
                <mc:Fallback>
                  <p:oleObj r:id="rId7" imgW="127262" imgH="165345" progId="">
                    <p:embed/>
                    <p:pic>
                      <p:nvPicPr>
                        <p:cNvPr id="0" name="Object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871904" y="5249709"/>
                          <a:ext cx="177763" cy="230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6336" name="Object 16"/>
            <p:cNvGraphicFramePr>
              <a:graphicFrameLocks noChangeAspect="1"/>
            </p:cNvGraphicFramePr>
            <p:nvPr>
              <p:extLst>
                <p:ext uri="{D42A27DB-BD31-4B8C-83A1-F6EECF244321}">
                  <p14:modId xmlns:p14="http://schemas.microsoft.com/office/powerpoint/2010/main" val="2515839761"/>
                </p:ext>
              </p:extLst>
            </p:nvPr>
          </p:nvGraphicFramePr>
          <p:xfrm>
            <a:off x="5376931" y="5180296"/>
            <a:ext cx="212681" cy="320748"/>
          </p:xfrm>
          <a:graphic>
            <a:graphicData uri="http://schemas.openxmlformats.org/presentationml/2006/ole">
              <mc:AlternateContent xmlns:mc="http://schemas.openxmlformats.org/markup-compatibility/2006">
                <mc:Choice xmlns:v="urn:schemas-microsoft-com:vml" Requires="v">
                  <p:oleObj spid="_x0000_s140121" r:id="rId9" imgW="152783" imgH="229016" progId="">
                    <p:embed/>
                  </p:oleObj>
                </mc:Choice>
                <mc:Fallback>
                  <p:oleObj r:id="rId9" imgW="152783" imgH="229016" progId="">
                    <p:embed/>
                    <p:pic>
                      <p:nvPicPr>
                        <p:cNvPr id="0" name="Object 1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76931" y="5180296"/>
                          <a:ext cx="212681" cy="320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6337" name="Object 17"/>
            <p:cNvGraphicFramePr>
              <a:graphicFrameLocks noChangeAspect="1"/>
            </p:cNvGraphicFramePr>
            <p:nvPr>
              <p:extLst>
                <p:ext uri="{D42A27DB-BD31-4B8C-83A1-F6EECF244321}">
                  <p14:modId xmlns:p14="http://schemas.microsoft.com/office/powerpoint/2010/main" val="478312720"/>
                </p:ext>
              </p:extLst>
            </p:nvPr>
          </p:nvGraphicFramePr>
          <p:xfrm>
            <a:off x="7292877" y="5180620"/>
            <a:ext cx="230141" cy="320748"/>
          </p:xfrm>
          <a:graphic>
            <a:graphicData uri="http://schemas.openxmlformats.org/presentationml/2006/ole">
              <mc:AlternateContent xmlns:mc="http://schemas.openxmlformats.org/markup-compatibility/2006">
                <mc:Choice xmlns:v="urn:schemas-microsoft-com:vml" Requires="v">
                  <p:oleObj spid="_x0000_s140122" r:id="rId11" imgW="165417" imgH="228917" progId="">
                    <p:embed/>
                  </p:oleObj>
                </mc:Choice>
                <mc:Fallback>
                  <p:oleObj r:id="rId11" imgW="165417" imgH="228917" progId="">
                    <p:embed/>
                    <p:pic>
                      <p:nvPicPr>
                        <p:cNvPr id="0" name="Object 1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292877" y="5180620"/>
                          <a:ext cx="230141" cy="320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6338" name="Object 18"/>
            <p:cNvGraphicFramePr>
              <a:graphicFrameLocks noChangeAspect="1"/>
            </p:cNvGraphicFramePr>
            <p:nvPr>
              <p:extLst>
                <p:ext uri="{D42A27DB-BD31-4B8C-83A1-F6EECF244321}">
                  <p14:modId xmlns:p14="http://schemas.microsoft.com/office/powerpoint/2010/main" val="2484740287"/>
                </p:ext>
              </p:extLst>
            </p:nvPr>
          </p:nvGraphicFramePr>
          <p:xfrm>
            <a:off x="6148396" y="5249060"/>
            <a:ext cx="355527" cy="284228"/>
          </p:xfrm>
          <a:graphic>
            <a:graphicData uri="http://schemas.openxmlformats.org/presentationml/2006/ole">
              <mc:AlternateContent xmlns:mc="http://schemas.openxmlformats.org/markup-compatibility/2006">
                <mc:Choice xmlns:v="urn:schemas-microsoft-com:vml" Requires="v">
                  <p:oleObj spid="_x0000_s140123" r:id="rId13" imgW="254427" imgH="203605" progId="">
                    <p:embed/>
                  </p:oleObj>
                </mc:Choice>
                <mc:Fallback>
                  <p:oleObj r:id="rId13" imgW="254427" imgH="203605" progId="">
                    <p:embed/>
                    <p:pic>
                      <p:nvPicPr>
                        <p:cNvPr id="0" name="Object 1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148396" y="5249060"/>
                          <a:ext cx="355527" cy="2842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6339" name="Object 19"/>
            <p:cNvGraphicFramePr>
              <a:graphicFrameLocks noChangeAspect="1"/>
            </p:cNvGraphicFramePr>
            <p:nvPr>
              <p:extLst>
                <p:ext uri="{D42A27DB-BD31-4B8C-83A1-F6EECF244321}">
                  <p14:modId xmlns:p14="http://schemas.microsoft.com/office/powerpoint/2010/main" val="3233562394"/>
                </p:ext>
              </p:extLst>
            </p:nvPr>
          </p:nvGraphicFramePr>
          <p:xfrm>
            <a:off x="5229099" y="3626784"/>
            <a:ext cx="212681" cy="230241"/>
          </p:xfrm>
          <a:graphic>
            <a:graphicData uri="http://schemas.openxmlformats.org/presentationml/2006/ole">
              <mc:AlternateContent xmlns:mc="http://schemas.openxmlformats.org/markup-compatibility/2006">
                <mc:Choice xmlns:v="urn:schemas-microsoft-com:vml" Requires="v">
                  <p:oleObj spid="_x0000_s140124" r:id="rId15" imgW="152783" imgH="165489" progId="">
                    <p:embed/>
                  </p:oleObj>
                </mc:Choice>
                <mc:Fallback>
                  <p:oleObj r:id="rId15" imgW="152783" imgH="165489" progId="">
                    <p:embed/>
                    <p:pic>
                      <p:nvPicPr>
                        <p:cNvPr id="0" name="Object 1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229099" y="3626784"/>
                          <a:ext cx="212681" cy="230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6340" name="Object 20"/>
            <p:cNvGraphicFramePr>
              <a:graphicFrameLocks noChangeAspect="1"/>
            </p:cNvGraphicFramePr>
            <p:nvPr>
              <p:extLst>
                <p:ext uri="{D42A27DB-BD31-4B8C-83A1-F6EECF244321}">
                  <p14:modId xmlns:p14="http://schemas.microsoft.com/office/powerpoint/2010/main" val="3888402484"/>
                </p:ext>
              </p:extLst>
            </p:nvPr>
          </p:nvGraphicFramePr>
          <p:xfrm>
            <a:off x="6105994" y="3160017"/>
            <a:ext cx="212681" cy="230241"/>
          </p:xfrm>
          <a:graphic>
            <a:graphicData uri="http://schemas.openxmlformats.org/presentationml/2006/ole">
              <mc:AlternateContent xmlns:mc="http://schemas.openxmlformats.org/markup-compatibility/2006">
                <mc:Choice xmlns:v="urn:schemas-microsoft-com:vml" Requires="v">
                  <p:oleObj spid="_x0000_s140125" r:id="rId17" imgW="152783" imgH="165489" progId="">
                    <p:embed/>
                  </p:oleObj>
                </mc:Choice>
                <mc:Fallback>
                  <p:oleObj r:id="rId17" imgW="152783" imgH="165489" progId="">
                    <p:embed/>
                    <p:pic>
                      <p:nvPicPr>
                        <p:cNvPr id="0" name="Object 2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105994" y="3160017"/>
                          <a:ext cx="212681" cy="230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6341" name="Object 21"/>
            <p:cNvGraphicFramePr>
              <a:graphicFrameLocks noChangeAspect="1"/>
            </p:cNvGraphicFramePr>
            <p:nvPr>
              <p:extLst>
                <p:ext uri="{D42A27DB-BD31-4B8C-83A1-F6EECF244321}">
                  <p14:modId xmlns:p14="http://schemas.microsoft.com/office/powerpoint/2010/main" val="2645354750"/>
                </p:ext>
              </p:extLst>
            </p:nvPr>
          </p:nvGraphicFramePr>
          <p:xfrm>
            <a:off x="7429374" y="2592633"/>
            <a:ext cx="212681" cy="247707"/>
          </p:xfrm>
          <a:graphic>
            <a:graphicData uri="http://schemas.openxmlformats.org/presentationml/2006/ole">
              <mc:AlternateContent xmlns:mc="http://schemas.openxmlformats.org/markup-compatibility/2006">
                <mc:Choice xmlns:v="urn:schemas-microsoft-com:vml" Requires="v">
                  <p:oleObj spid="_x0000_s140126" r:id="rId19" imgW="152717" imgH="178117" progId="">
                    <p:embed/>
                  </p:oleObj>
                </mc:Choice>
                <mc:Fallback>
                  <p:oleObj r:id="rId19" imgW="152717" imgH="178117" progId="">
                    <p:embed/>
                    <p:pic>
                      <p:nvPicPr>
                        <p:cNvPr id="0" name="Object 2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429374" y="2592633"/>
                          <a:ext cx="212681" cy="2477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6342" name="Object 22"/>
            <p:cNvGraphicFramePr>
              <a:graphicFrameLocks noChangeAspect="1"/>
            </p:cNvGraphicFramePr>
            <p:nvPr>
              <p:extLst>
                <p:ext uri="{D42A27DB-BD31-4B8C-83A1-F6EECF244321}">
                  <p14:modId xmlns:p14="http://schemas.microsoft.com/office/powerpoint/2010/main" val="3860077140"/>
                </p:ext>
              </p:extLst>
            </p:nvPr>
          </p:nvGraphicFramePr>
          <p:xfrm>
            <a:off x="4568705" y="2405913"/>
            <a:ext cx="230141" cy="247707"/>
          </p:xfrm>
          <a:graphic>
            <a:graphicData uri="http://schemas.openxmlformats.org/presentationml/2006/ole">
              <mc:AlternateContent xmlns:mc="http://schemas.openxmlformats.org/markup-compatibility/2006">
                <mc:Choice xmlns:v="urn:schemas-microsoft-com:vml" Requires="v">
                  <p:oleObj spid="_x0000_s140127" r:id="rId21" imgW="165417" imgH="178117" progId="">
                    <p:embed/>
                  </p:oleObj>
                </mc:Choice>
                <mc:Fallback>
                  <p:oleObj r:id="rId21" imgW="165417" imgH="178117" progId="">
                    <p:embed/>
                    <p:pic>
                      <p:nvPicPr>
                        <p:cNvPr id="0" name="Object 2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568705" y="2405913"/>
                          <a:ext cx="230141" cy="2477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6343" name="Object 23"/>
            <p:cNvGraphicFramePr>
              <a:graphicFrameLocks noChangeAspect="1"/>
            </p:cNvGraphicFramePr>
            <p:nvPr>
              <p:extLst>
                <p:ext uri="{D42A27DB-BD31-4B8C-83A1-F6EECF244321}">
                  <p14:modId xmlns:p14="http://schemas.microsoft.com/office/powerpoint/2010/main" val="3622589397"/>
                </p:ext>
              </p:extLst>
            </p:nvPr>
          </p:nvGraphicFramePr>
          <p:xfrm>
            <a:off x="4236986" y="3768493"/>
            <a:ext cx="585666" cy="355681"/>
          </p:xfrm>
          <a:graphic>
            <a:graphicData uri="http://schemas.openxmlformats.org/presentationml/2006/ole">
              <mc:AlternateContent xmlns:mc="http://schemas.openxmlformats.org/markup-compatibility/2006">
                <mc:Choice xmlns:v="urn:schemas-microsoft-com:vml" Requires="v">
                  <p:oleObj spid="_x0000_s140128" r:id="rId23" imgW="419417" imgH="254317" progId="">
                    <p:embed/>
                  </p:oleObj>
                </mc:Choice>
                <mc:Fallback>
                  <p:oleObj r:id="rId23" imgW="419417" imgH="254317" progId="">
                    <p:embed/>
                    <p:pic>
                      <p:nvPicPr>
                        <p:cNvPr id="0" name="Object 2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236986" y="3768493"/>
                          <a:ext cx="585666" cy="3556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6344" name="Object 24"/>
            <p:cNvGraphicFramePr>
              <a:graphicFrameLocks noChangeAspect="1"/>
            </p:cNvGraphicFramePr>
            <p:nvPr>
              <p:extLst>
                <p:ext uri="{D42A27DB-BD31-4B8C-83A1-F6EECF244321}">
                  <p14:modId xmlns:p14="http://schemas.microsoft.com/office/powerpoint/2010/main" val="2713818035"/>
                </p:ext>
              </p:extLst>
            </p:nvPr>
          </p:nvGraphicFramePr>
          <p:xfrm>
            <a:off x="3227388" y="3376613"/>
            <a:ext cx="1600200" cy="355600"/>
          </p:xfrm>
          <a:graphic>
            <a:graphicData uri="http://schemas.openxmlformats.org/presentationml/2006/ole">
              <mc:AlternateContent xmlns:mc="http://schemas.openxmlformats.org/markup-compatibility/2006">
                <mc:Choice xmlns:v="urn:schemas-microsoft-com:vml" Requires="v">
                  <p:oleObj spid="_x0000_s140129" r:id="rId25" imgW="1142821" imgH="254207" progId="">
                    <p:embed/>
                  </p:oleObj>
                </mc:Choice>
                <mc:Fallback>
                  <p:oleObj r:id="rId25" imgW="1142821" imgH="254207" progId="">
                    <p:embed/>
                    <p:pic>
                      <p:nvPicPr>
                        <p:cNvPr id="0" name="Object 24"/>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227388" y="3376613"/>
                          <a:ext cx="1600200" cy="35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6345" name="Object 25"/>
            <p:cNvGraphicFramePr>
              <a:graphicFrameLocks noChangeAspect="1"/>
            </p:cNvGraphicFramePr>
            <p:nvPr>
              <p:extLst>
                <p:ext uri="{D42A27DB-BD31-4B8C-83A1-F6EECF244321}">
                  <p14:modId xmlns:p14="http://schemas.microsoft.com/office/powerpoint/2010/main" val="3665425233"/>
                </p:ext>
              </p:extLst>
            </p:nvPr>
          </p:nvGraphicFramePr>
          <p:xfrm>
            <a:off x="4192382" y="2685830"/>
            <a:ext cx="604713" cy="355681"/>
          </p:xfrm>
          <a:graphic>
            <a:graphicData uri="http://schemas.openxmlformats.org/presentationml/2006/ole">
              <mc:AlternateContent xmlns:mc="http://schemas.openxmlformats.org/markup-compatibility/2006">
                <mc:Choice xmlns:v="urn:schemas-microsoft-com:vml" Requires="v">
                  <p:oleObj spid="_x0000_s140130" r:id="rId27" imgW="432117" imgH="254317" progId="">
                    <p:embed/>
                  </p:oleObj>
                </mc:Choice>
                <mc:Fallback>
                  <p:oleObj r:id="rId27" imgW="432117" imgH="254317" progId="">
                    <p:embed/>
                    <p:pic>
                      <p:nvPicPr>
                        <p:cNvPr id="0" name="Object 25"/>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4192382" y="2685830"/>
                          <a:ext cx="604713" cy="3556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34" name="矩形 33">
            <a:extLst>
              <a:ext uri="{FF2B5EF4-FFF2-40B4-BE49-F238E27FC236}">
                <a16:creationId xmlns:a16="http://schemas.microsoft.com/office/drawing/2014/main" id="{0DFA5002-367A-4ECD-894B-C784CF867E65}"/>
              </a:ext>
            </a:extLst>
          </p:cNvPr>
          <p:cNvSpPr/>
          <p:nvPr/>
        </p:nvSpPr>
        <p:spPr>
          <a:xfrm>
            <a:off x="1310618" y="3247897"/>
            <a:ext cx="2268570" cy="369332"/>
          </a:xfrm>
          <a:prstGeom prst="rect">
            <a:avLst/>
          </a:prstGeom>
        </p:spPr>
        <p:txBody>
          <a:bodyPr wrap="square">
            <a:spAutoFit/>
          </a:bodyPr>
          <a:lstStyle/>
          <a:p>
            <a:pPr marL="342900" lvl="2" indent="-342900">
              <a:spcAft>
                <a:spcPts val="600"/>
              </a:spcAft>
            </a:pPr>
            <a:r>
              <a:rPr lang="en-US" altLang="zh-CN" spc="150" dirty="0">
                <a:latin typeface="微软雅黑" panose="020B0503020204020204" pitchFamily="34" charset="-122"/>
                <a:ea typeface="微软雅黑" panose="020B0503020204020204" pitchFamily="34" charset="-122"/>
              </a:rPr>
              <a:t>U(Q)=U(EQ)</a:t>
            </a:r>
          </a:p>
        </p:txBody>
      </p:sp>
      <p:sp>
        <p:nvSpPr>
          <p:cNvPr id="31" name="矩形 30">
            <a:extLst>
              <a:ext uri="{FF2B5EF4-FFF2-40B4-BE49-F238E27FC236}">
                <a16:creationId xmlns:a16="http://schemas.microsoft.com/office/drawing/2014/main" id="{82C07CA0-A08C-4319-AAD4-C68EEE760BC7}"/>
              </a:ext>
            </a:extLst>
          </p:cNvPr>
          <p:cNvSpPr/>
          <p:nvPr/>
        </p:nvSpPr>
        <p:spPr>
          <a:xfrm>
            <a:off x="6186208" y="0"/>
            <a:ext cx="2957792" cy="369332"/>
          </a:xfrm>
          <a:prstGeom prst="rect">
            <a:avLst/>
          </a:prstGeom>
        </p:spPr>
        <p:txBody>
          <a:bodyPr wrap="squar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 第六节  不确定性和风险</a:t>
            </a:r>
          </a:p>
        </p:txBody>
      </p:sp>
      <p:sp>
        <p:nvSpPr>
          <p:cNvPr id="39" name="矩形 38">
            <a:extLst>
              <a:ext uri="{FF2B5EF4-FFF2-40B4-BE49-F238E27FC236}">
                <a16:creationId xmlns:a16="http://schemas.microsoft.com/office/drawing/2014/main" id="{4599EAC2-D2E1-409B-947F-4A4C9ADBC643}"/>
              </a:ext>
            </a:extLst>
          </p:cNvPr>
          <p:cNvSpPr/>
          <p:nvPr/>
        </p:nvSpPr>
        <p:spPr>
          <a:xfrm>
            <a:off x="467544" y="548680"/>
            <a:ext cx="4108817"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三、消费者对待风险的态度</a:t>
            </a:r>
          </a:p>
        </p:txBody>
      </p:sp>
      <p:grpSp>
        <p:nvGrpSpPr>
          <p:cNvPr id="28" name="组合 27">
            <a:extLst>
              <a:ext uri="{FF2B5EF4-FFF2-40B4-BE49-F238E27FC236}">
                <a16:creationId xmlns:a16="http://schemas.microsoft.com/office/drawing/2014/main" id="{2D87B26F-70A1-4F0A-B7B2-94C8D4A10A77}"/>
              </a:ext>
            </a:extLst>
          </p:cNvPr>
          <p:cNvGrpSpPr/>
          <p:nvPr/>
        </p:nvGrpSpPr>
        <p:grpSpPr>
          <a:xfrm>
            <a:off x="467544" y="1472444"/>
            <a:ext cx="2483619" cy="461665"/>
            <a:chOff x="467544" y="1161144"/>
            <a:chExt cx="3806023" cy="659493"/>
          </a:xfrm>
        </p:grpSpPr>
        <p:sp>
          <p:nvSpPr>
            <p:cNvPr id="29" name="MH_Text_1">
              <a:extLst>
                <a:ext uri="{FF2B5EF4-FFF2-40B4-BE49-F238E27FC236}">
                  <a16:creationId xmlns:a16="http://schemas.microsoft.com/office/drawing/2014/main" id="{B5E03FBD-F94C-4C35-8DA3-8E71345FC407}"/>
                </a:ext>
              </a:extLst>
            </p:cNvPr>
            <p:cNvSpPr/>
            <p:nvPr>
              <p:custDataLst>
                <p:tags r:id="rId2"/>
              </p:custDataLst>
            </p:nvPr>
          </p:nvSpPr>
          <p:spPr bwMode="auto">
            <a:xfrm>
              <a:off x="467544" y="1161144"/>
              <a:ext cx="3806023" cy="659493"/>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algn="ctr">
                <a:defRPr/>
              </a:pPr>
              <a:r>
                <a:rPr lang="zh-CN" altLang="en-US" sz="2000" spc="150" dirty="0">
                  <a:solidFill>
                    <a:srgbClr val="000000"/>
                  </a:solidFill>
                  <a:latin typeface="微软雅黑" panose="020B0503020204020204" pitchFamily="34" charset="-122"/>
                  <a:ea typeface="微软雅黑" panose="020B0503020204020204" pitchFamily="34" charset="-122"/>
                </a:rPr>
                <a:t>风险中性者</a:t>
              </a:r>
            </a:p>
          </p:txBody>
        </p:sp>
        <p:sp>
          <p:nvSpPr>
            <p:cNvPr id="30" name="MH_Other_2">
              <a:extLst>
                <a:ext uri="{FF2B5EF4-FFF2-40B4-BE49-F238E27FC236}">
                  <a16:creationId xmlns:a16="http://schemas.microsoft.com/office/drawing/2014/main" id="{94B40F67-17A0-4ED4-A54A-D08159E38C01}"/>
                </a:ext>
              </a:extLst>
            </p:cNvPr>
            <p:cNvSpPr/>
            <p:nvPr>
              <p:custDataLst>
                <p:tags r:id="rId3"/>
              </p:custDataLst>
            </p:nvPr>
          </p:nvSpPr>
          <p:spPr bwMode="auto">
            <a:xfrm rot="10800000">
              <a:off x="4004344" y="1240922"/>
              <a:ext cx="189743" cy="162838"/>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barn(inVertical)">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fade">
                                      <p:cBhvr>
                                        <p:cTn id="12" dur="1000"/>
                                        <p:tgtEl>
                                          <p:spTgt spid="34"/>
                                        </p:tgtEl>
                                      </p:cBhvr>
                                    </p:animEffect>
                                    <p:anim calcmode="lin" valueType="num">
                                      <p:cBhvr>
                                        <p:cTn id="13" dur="1000" fill="hold"/>
                                        <p:tgtEl>
                                          <p:spTgt spid="34"/>
                                        </p:tgtEl>
                                        <p:attrNameLst>
                                          <p:attrName>ppt_x</p:attrName>
                                        </p:attrNameLst>
                                      </p:cBhvr>
                                      <p:tavLst>
                                        <p:tav tm="0">
                                          <p:val>
                                            <p:strVal val="#ppt_x"/>
                                          </p:val>
                                        </p:tav>
                                        <p:tav tm="100000">
                                          <p:val>
                                            <p:strVal val="#ppt_x"/>
                                          </p:val>
                                        </p:tav>
                                      </p:tavLst>
                                    </p:anim>
                                    <p:anim calcmode="lin" valueType="num">
                                      <p:cBhvr>
                                        <p:cTn id="14"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wipe(down)">
                                      <p:cBhvr>
                                        <p:cTn id="19" dur="500"/>
                                        <p:tgtEl>
                                          <p:spTgt spid="3"/>
                                        </p:tgtEl>
                                      </p:cBhvr>
                                    </p:animEffec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56327"/>
                                        </p:tgtEl>
                                        <p:attrNameLst>
                                          <p:attrName>style.visibility</p:attrName>
                                        </p:attrNameLst>
                                      </p:cBhvr>
                                      <p:to>
                                        <p:strVal val="visible"/>
                                      </p:to>
                                    </p:set>
                                    <p:animEffect transition="in" filter="fade">
                                      <p:cBhvr>
                                        <p:cTn id="24" dur="1000"/>
                                        <p:tgtEl>
                                          <p:spTgt spid="56327"/>
                                        </p:tgtEl>
                                      </p:cBhvr>
                                    </p:animEffect>
                                    <p:anim calcmode="lin" valueType="num">
                                      <p:cBhvr>
                                        <p:cTn id="25" dur="1000" fill="hold"/>
                                        <p:tgtEl>
                                          <p:spTgt spid="56327"/>
                                        </p:tgtEl>
                                        <p:attrNameLst>
                                          <p:attrName>ppt_x</p:attrName>
                                        </p:attrNameLst>
                                      </p:cBhvr>
                                      <p:tavLst>
                                        <p:tav tm="0">
                                          <p:val>
                                            <p:strVal val="#ppt_x"/>
                                          </p:val>
                                        </p:tav>
                                        <p:tav tm="100000">
                                          <p:val>
                                            <p:strVal val="#ppt_x"/>
                                          </p:val>
                                        </p:tav>
                                      </p:tavLst>
                                    </p:anim>
                                    <p:anim calcmode="lin" valueType="num">
                                      <p:cBhvr>
                                        <p:cTn id="26" dur="1000" fill="hold"/>
                                        <p:tgtEl>
                                          <p:spTgt spid="563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9" name="弧形 20"/>
          <p:cNvSpPr>
            <a:spLocks noChangeArrowheads="1"/>
          </p:cNvSpPr>
          <p:nvPr/>
        </p:nvSpPr>
        <p:spPr bwMode="auto">
          <a:xfrm rot="6459686">
            <a:off x="3257116" y="-614650"/>
            <a:ext cx="4041775" cy="4759325"/>
          </a:xfrm>
          <a:custGeom>
            <a:avLst/>
            <a:gdLst>
              <a:gd name="T0" fmla="*/ 2020903 w 4041800"/>
              <a:gd name="T1" fmla="*/ 0 h 4760469"/>
              <a:gd name="T2" fmla="*/ 2020900 w 4041800"/>
              <a:gd name="T3" fmla="*/ 2380235 h 4760469"/>
              <a:gd name="T4" fmla="*/ 3946921 w 4041800"/>
              <a:gd name="T5" fmla="*/ 1659476 h 4760469"/>
              <a:gd name="T6" fmla="*/ 11796480 60000 65536"/>
              <a:gd name="T7" fmla="*/ 17694720 60000 65536"/>
              <a:gd name="T8" fmla="*/ 5898240 60000 65536"/>
              <a:gd name="T9" fmla="*/ 2020903 w 4041800"/>
              <a:gd name="T10" fmla="*/ 0 h 4760469"/>
              <a:gd name="T11" fmla="*/ 3946921 w 4041800"/>
              <a:gd name="T12" fmla="*/ 1659476 h 4760469"/>
            </a:gdLst>
            <a:ahLst/>
            <a:cxnLst>
              <a:cxn ang="T6">
                <a:pos x="T0" y="T1"/>
              </a:cxn>
              <a:cxn ang="T7">
                <a:pos x="T2" y="T3"/>
              </a:cxn>
              <a:cxn ang="T8">
                <a:pos x="T4" y="T5"/>
              </a:cxn>
            </a:cxnLst>
            <a:rect l="T9" t="T10" r="T11" b="T12"/>
            <a:pathLst>
              <a:path w="4041800" h="4760469" stroke="0">
                <a:moveTo>
                  <a:pt x="2020903" y="0"/>
                </a:moveTo>
                <a:lnTo>
                  <a:pt x="2020903" y="0"/>
                </a:lnTo>
                <a:cubicBezTo>
                  <a:pt x="2901266" y="1"/>
                  <a:pt x="3680337" y="671256"/>
                  <a:pt x="3946920" y="1659476"/>
                </a:cubicBezTo>
                <a:lnTo>
                  <a:pt x="2020900" y="2380235"/>
                </a:lnTo>
                <a:close/>
              </a:path>
              <a:path w="4041800" h="4760469" fill="none">
                <a:moveTo>
                  <a:pt x="2020903" y="0"/>
                </a:moveTo>
                <a:lnTo>
                  <a:pt x="2020903" y="0"/>
                </a:lnTo>
                <a:cubicBezTo>
                  <a:pt x="2901266" y="1"/>
                  <a:pt x="3680337" y="671256"/>
                  <a:pt x="3946920" y="1659476"/>
                </a:cubicBezTo>
              </a:path>
            </a:pathLst>
          </a:custGeom>
          <a:noFill/>
          <a:ln w="38100" cmpd="sng">
            <a:solidFill>
              <a:srgbClr val="F3C97F"/>
            </a:solidFill>
            <a:miter lim="800000"/>
            <a:headEnd/>
            <a:tailEnd/>
          </a:ln>
          <a:effectLst>
            <a:outerShdw dist="23000" dir="5400000" algn="ctr" rotWithShape="0">
              <a:srgbClr val="000000">
                <a:alpha val="32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grpSp>
        <p:nvGrpSpPr>
          <p:cNvPr id="4" name="组合 3">
            <a:extLst>
              <a:ext uri="{FF2B5EF4-FFF2-40B4-BE49-F238E27FC236}">
                <a16:creationId xmlns:a16="http://schemas.microsoft.com/office/drawing/2014/main" id="{3DDA02F8-3F07-4456-AE3A-87F3F9C8BA27}"/>
              </a:ext>
            </a:extLst>
          </p:cNvPr>
          <p:cNvGrpSpPr/>
          <p:nvPr/>
        </p:nvGrpSpPr>
        <p:grpSpPr>
          <a:xfrm>
            <a:off x="4055296" y="2389633"/>
            <a:ext cx="4010357" cy="3126642"/>
            <a:chOff x="3584243" y="2929671"/>
            <a:chExt cx="4010357" cy="3126642"/>
          </a:xfrm>
        </p:grpSpPr>
        <p:graphicFrame>
          <p:nvGraphicFramePr>
            <p:cNvPr id="57361" name="Object 17"/>
            <p:cNvGraphicFramePr>
              <a:graphicFrameLocks noChangeAspect="1"/>
            </p:cNvGraphicFramePr>
            <p:nvPr>
              <p:extLst>
                <p:ext uri="{D42A27DB-BD31-4B8C-83A1-F6EECF244321}">
                  <p14:modId xmlns:p14="http://schemas.microsoft.com/office/powerpoint/2010/main" val="1788220314"/>
                </p:ext>
              </p:extLst>
            </p:nvPr>
          </p:nvGraphicFramePr>
          <p:xfrm>
            <a:off x="4104170" y="5729680"/>
            <a:ext cx="212674" cy="247648"/>
          </p:xfrm>
          <a:graphic>
            <a:graphicData uri="http://schemas.openxmlformats.org/presentationml/2006/ole">
              <mc:AlternateContent xmlns:mc="http://schemas.openxmlformats.org/markup-compatibility/2006">
                <mc:Choice xmlns:v="urn:schemas-microsoft-com:vml" Requires="v">
                  <p:oleObj spid="_x0000_s149814" r:id="rId5" imgW="152717" imgH="178117" progId="">
                    <p:embed/>
                  </p:oleObj>
                </mc:Choice>
                <mc:Fallback>
                  <p:oleObj r:id="rId5" imgW="152717" imgH="178117" progId="">
                    <p:embed/>
                    <p:pic>
                      <p:nvPicPr>
                        <p:cNvPr id="0" name="Object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04170" y="5729680"/>
                          <a:ext cx="212674" cy="2476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7362" name="Object 18"/>
            <p:cNvGraphicFramePr>
              <a:graphicFrameLocks noChangeAspect="1"/>
            </p:cNvGraphicFramePr>
            <p:nvPr>
              <p:extLst>
                <p:ext uri="{D42A27DB-BD31-4B8C-83A1-F6EECF244321}">
                  <p14:modId xmlns:p14="http://schemas.microsoft.com/office/powerpoint/2010/main" val="3650371731"/>
                </p:ext>
              </p:extLst>
            </p:nvPr>
          </p:nvGraphicFramePr>
          <p:xfrm>
            <a:off x="7363399" y="5772801"/>
            <a:ext cx="177757" cy="230187"/>
          </p:xfrm>
          <a:graphic>
            <a:graphicData uri="http://schemas.openxmlformats.org/presentationml/2006/ole">
              <mc:AlternateContent xmlns:mc="http://schemas.openxmlformats.org/markup-compatibility/2006">
                <mc:Choice xmlns:v="urn:schemas-microsoft-com:vml" Requires="v">
                  <p:oleObj spid="_x0000_s149815" r:id="rId7" imgW="127262" imgH="165345" progId="">
                    <p:embed/>
                  </p:oleObj>
                </mc:Choice>
                <mc:Fallback>
                  <p:oleObj r:id="rId7" imgW="127262" imgH="165345" progId="">
                    <p:embed/>
                    <p:pic>
                      <p:nvPicPr>
                        <p:cNvPr id="0" name="Object 1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363399" y="5772801"/>
                          <a:ext cx="177757" cy="230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7363" name="Object 19"/>
            <p:cNvGraphicFramePr>
              <a:graphicFrameLocks noChangeAspect="1"/>
            </p:cNvGraphicFramePr>
            <p:nvPr>
              <p:extLst>
                <p:ext uri="{D42A27DB-BD31-4B8C-83A1-F6EECF244321}">
                  <p14:modId xmlns:p14="http://schemas.microsoft.com/office/powerpoint/2010/main" val="184466094"/>
                </p:ext>
              </p:extLst>
            </p:nvPr>
          </p:nvGraphicFramePr>
          <p:xfrm>
            <a:off x="4868512" y="5703404"/>
            <a:ext cx="212674" cy="320673"/>
          </p:xfrm>
          <a:graphic>
            <a:graphicData uri="http://schemas.openxmlformats.org/presentationml/2006/ole">
              <mc:AlternateContent xmlns:mc="http://schemas.openxmlformats.org/markup-compatibility/2006">
                <mc:Choice xmlns:v="urn:schemas-microsoft-com:vml" Requires="v">
                  <p:oleObj spid="_x0000_s149816" r:id="rId9" imgW="152783" imgH="229016" progId="">
                    <p:embed/>
                  </p:oleObj>
                </mc:Choice>
                <mc:Fallback>
                  <p:oleObj r:id="rId9" imgW="152783" imgH="229016" progId="">
                    <p:embed/>
                    <p:pic>
                      <p:nvPicPr>
                        <p:cNvPr id="0" name="Object 1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68512" y="5703404"/>
                          <a:ext cx="212674" cy="3206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7364" name="Object 20"/>
            <p:cNvGraphicFramePr>
              <a:graphicFrameLocks noChangeAspect="1"/>
            </p:cNvGraphicFramePr>
            <p:nvPr>
              <p:extLst>
                <p:ext uri="{D42A27DB-BD31-4B8C-83A1-F6EECF244321}">
                  <p14:modId xmlns:p14="http://schemas.microsoft.com/office/powerpoint/2010/main" val="2396922596"/>
                </p:ext>
              </p:extLst>
            </p:nvPr>
          </p:nvGraphicFramePr>
          <p:xfrm>
            <a:off x="6784392" y="5703728"/>
            <a:ext cx="230133" cy="320673"/>
          </p:xfrm>
          <a:graphic>
            <a:graphicData uri="http://schemas.openxmlformats.org/presentationml/2006/ole">
              <mc:AlternateContent xmlns:mc="http://schemas.openxmlformats.org/markup-compatibility/2006">
                <mc:Choice xmlns:v="urn:schemas-microsoft-com:vml" Requires="v">
                  <p:oleObj spid="_x0000_s149817" r:id="rId11" imgW="165417" imgH="228917" progId="">
                    <p:embed/>
                  </p:oleObj>
                </mc:Choice>
                <mc:Fallback>
                  <p:oleObj r:id="rId11" imgW="165417" imgH="228917" progId="">
                    <p:embed/>
                    <p:pic>
                      <p:nvPicPr>
                        <p:cNvPr id="0" name="Object 2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784392" y="5703728"/>
                          <a:ext cx="230133" cy="3206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7365" name="Object 21"/>
            <p:cNvGraphicFramePr>
              <a:graphicFrameLocks noChangeAspect="1"/>
            </p:cNvGraphicFramePr>
            <p:nvPr>
              <p:extLst>
                <p:ext uri="{D42A27DB-BD31-4B8C-83A1-F6EECF244321}">
                  <p14:modId xmlns:p14="http://schemas.microsoft.com/office/powerpoint/2010/main" val="3590688316"/>
                </p:ext>
              </p:extLst>
            </p:nvPr>
          </p:nvGraphicFramePr>
          <p:xfrm>
            <a:off x="5639950" y="5772152"/>
            <a:ext cx="355515" cy="284161"/>
          </p:xfrm>
          <a:graphic>
            <a:graphicData uri="http://schemas.openxmlformats.org/presentationml/2006/ole">
              <mc:AlternateContent xmlns:mc="http://schemas.openxmlformats.org/markup-compatibility/2006">
                <mc:Choice xmlns:v="urn:schemas-microsoft-com:vml" Requires="v">
                  <p:oleObj spid="_x0000_s149818" r:id="rId13" imgW="254427" imgH="203605" progId="">
                    <p:embed/>
                  </p:oleObj>
                </mc:Choice>
                <mc:Fallback>
                  <p:oleObj r:id="rId13" imgW="254427" imgH="203605" progId="">
                    <p:embed/>
                    <p:pic>
                      <p:nvPicPr>
                        <p:cNvPr id="0" name="Object 2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639950" y="5772152"/>
                          <a:ext cx="355515" cy="2841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 name="组合 1">
              <a:extLst>
                <a:ext uri="{FF2B5EF4-FFF2-40B4-BE49-F238E27FC236}">
                  <a16:creationId xmlns:a16="http://schemas.microsoft.com/office/drawing/2014/main" id="{087D8360-FF11-44B0-B77C-C36237265E54}"/>
                </a:ext>
              </a:extLst>
            </p:cNvPr>
            <p:cNvGrpSpPr/>
            <p:nvPr/>
          </p:nvGrpSpPr>
          <p:grpSpPr>
            <a:xfrm>
              <a:off x="3584243" y="2929671"/>
              <a:ext cx="4010357" cy="2782044"/>
              <a:chOff x="3584243" y="2929671"/>
              <a:chExt cx="4010357" cy="2782044"/>
            </a:xfrm>
          </p:grpSpPr>
          <p:grpSp>
            <p:nvGrpSpPr>
              <p:cNvPr id="57350" name="组合 34"/>
              <p:cNvGrpSpPr>
                <a:grpSpLocks/>
              </p:cNvGrpSpPr>
              <p:nvPr/>
            </p:nvGrpSpPr>
            <p:grpSpPr bwMode="auto">
              <a:xfrm>
                <a:off x="4329668" y="2930415"/>
                <a:ext cx="3264932" cy="2781300"/>
                <a:chOff x="0" y="0"/>
                <a:chExt cx="3265717" cy="2781317"/>
              </a:xfrm>
            </p:grpSpPr>
            <p:cxnSp>
              <p:nvCxnSpPr>
                <p:cNvPr id="57351" name="直接箭头连接符 22"/>
                <p:cNvCxnSpPr>
                  <a:cxnSpLocks noChangeShapeType="1"/>
                </p:cNvCxnSpPr>
                <p:nvPr/>
              </p:nvCxnSpPr>
              <p:spPr bwMode="auto">
                <a:xfrm>
                  <a:off x="18499" y="2762377"/>
                  <a:ext cx="3247218" cy="1588"/>
                </a:xfrm>
                <a:prstGeom prst="straightConnector1">
                  <a:avLst/>
                </a:prstGeom>
                <a:noFill/>
                <a:ln w="9525" cmpd="sng">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57352" name="直接箭头连接符 23"/>
                <p:cNvCxnSpPr>
                  <a:cxnSpLocks noChangeShapeType="1"/>
                </p:cNvCxnSpPr>
                <p:nvPr/>
              </p:nvCxnSpPr>
              <p:spPr bwMode="auto">
                <a:xfrm rot="16200000" flipV="1">
                  <a:off x="-1362634" y="1362187"/>
                  <a:ext cx="2762267" cy="38109"/>
                </a:xfrm>
                <a:prstGeom prst="straightConnector1">
                  <a:avLst/>
                </a:prstGeom>
                <a:noFill/>
                <a:ln w="9525" cmpd="sng">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57353" name="直接连接符 24"/>
                <p:cNvCxnSpPr>
                  <a:cxnSpLocks noChangeShapeType="1"/>
                </p:cNvCxnSpPr>
                <p:nvPr/>
              </p:nvCxnSpPr>
              <p:spPr bwMode="auto">
                <a:xfrm flipV="1">
                  <a:off x="596488" y="447788"/>
                  <a:ext cx="1997555" cy="969969"/>
                </a:xfrm>
                <a:prstGeom prst="line">
                  <a:avLst/>
                </a:prstGeom>
                <a:noFill/>
                <a:ln w="9525" cmpd="sng">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57354" name="直接连接符 25"/>
                <p:cNvCxnSpPr>
                  <a:cxnSpLocks noChangeShapeType="1"/>
                </p:cNvCxnSpPr>
                <p:nvPr/>
              </p:nvCxnSpPr>
              <p:spPr bwMode="auto">
                <a:xfrm rot="16200000" flipH="1">
                  <a:off x="-86141" y="2081329"/>
                  <a:ext cx="1363670" cy="36521"/>
                </a:xfrm>
                <a:prstGeom prst="line">
                  <a:avLst/>
                </a:prstGeom>
                <a:noFill/>
                <a:ln w="9525" cmpd="sng">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57355" name="直接连接符 26"/>
                <p:cNvCxnSpPr>
                  <a:cxnSpLocks noChangeShapeType="1"/>
                </p:cNvCxnSpPr>
                <p:nvPr/>
              </p:nvCxnSpPr>
              <p:spPr bwMode="auto">
                <a:xfrm rot="16200000" flipH="1">
                  <a:off x="811867" y="1801140"/>
                  <a:ext cx="1884374" cy="0"/>
                </a:xfrm>
                <a:prstGeom prst="line">
                  <a:avLst/>
                </a:prstGeom>
                <a:noFill/>
                <a:ln w="9525" cmpd="sng">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57356" name="直接连接符 18"/>
                <p:cNvCxnSpPr>
                  <a:cxnSpLocks noChangeShapeType="1"/>
                </p:cNvCxnSpPr>
                <p:nvPr/>
              </p:nvCxnSpPr>
              <p:spPr bwMode="auto">
                <a:xfrm rot="5400000">
                  <a:off x="1418486" y="1623337"/>
                  <a:ext cx="2314589" cy="1587"/>
                </a:xfrm>
                <a:prstGeom prst="line">
                  <a:avLst/>
                </a:prstGeom>
                <a:noFill/>
                <a:ln w="9525" cmpd="sng">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57357" name="直接连接符 28"/>
                <p:cNvCxnSpPr>
                  <a:cxnSpLocks noChangeShapeType="1"/>
                </p:cNvCxnSpPr>
                <p:nvPr/>
              </p:nvCxnSpPr>
              <p:spPr bwMode="auto">
                <a:xfrm>
                  <a:off x="18499" y="1436807"/>
                  <a:ext cx="541467" cy="0"/>
                </a:xfrm>
                <a:prstGeom prst="line">
                  <a:avLst/>
                </a:prstGeom>
                <a:noFill/>
                <a:ln w="9525" cmpd="sng">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57358" name="直接连接符 29"/>
                <p:cNvCxnSpPr>
                  <a:cxnSpLocks noChangeShapeType="1"/>
                </p:cNvCxnSpPr>
                <p:nvPr/>
              </p:nvCxnSpPr>
              <p:spPr bwMode="auto">
                <a:xfrm flipV="1">
                  <a:off x="18499" y="858953"/>
                  <a:ext cx="1735554" cy="17462"/>
                </a:xfrm>
                <a:prstGeom prst="line">
                  <a:avLst/>
                </a:prstGeom>
                <a:noFill/>
                <a:ln w="9525" cmpd="sng">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57359" name="直接连接符 30"/>
                <p:cNvCxnSpPr>
                  <a:cxnSpLocks noChangeShapeType="1"/>
                </p:cNvCxnSpPr>
                <p:nvPr/>
              </p:nvCxnSpPr>
              <p:spPr bwMode="auto">
                <a:xfrm flipV="1">
                  <a:off x="18499" y="428738"/>
                  <a:ext cx="2556490" cy="19050"/>
                </a:xfrm>
                <a:prstGeom prst="line">
                  <a:avLst/>
                </a:prstGeom>
                <a:noFill/>
                <a:ln w="9525" cmpd="sng">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57360" name="直接连接符 31"/>
                <p:cNvCxnSpPr>
                  <a:cxnSpLocks noChangeShapeType="1"/>
                </p:cNvCxnSpPr>
                <p:nvPr/>
              </p:nvCxnSpPr>
              <p:spPr bwMode="auto">
                <a:xfrm rot="10800000" flipV="1">
                  <a:off x="-555" y="1193917"/>
                  <a:ext cx="1810185" cy="38100"/>
                </a:xfrm>
                <a:prstGeom prst="line">
                  <a:avLst/>
                </a:prstGeom>
                <a:noFill/>
                <a:ln w="9525" cmpd="sng">
                  <a:solidFill>
                    <a:srgbClr val="7F7F7F"/>
                  </a:solidFill>
                  <a:prstDash val="lgDash"/>
                  <a:round/>
                  <a:headEnd/>
                  <a:tailEnd/>
                </a:ln>
                <a:extLst>
                  <a:ext uri="{909E8E84-426E-40DD-AFC4-6F175D3DCCD1}">
                    <a14:hiddenFill xmlns:a14="http://schemas.microsoft.com/office/drawing/2010/main">
                      <a:noFill/>
                    </a14:hiddenFill>
                  </a:ext>
                </a:extLst>
              </p:spPr>
            </p:cxnSp>
          </p:grpSp>
          <p:graphicFrame>
            <p:nvGraphicFramePr>
              <p:cNvPr id="57366" name="Object 22"/>
              <p:cNvGraphicFramePr>
                <a:graphicFrameLocks noChangeAspect="1"/>
              </p:cNvGraphicFramePr>
              <p:nvPr>
                <p:extLst>
                  <p:ext uri="{D42A27DB-BD31-4B8C-83A1-F6EECF244321}">
                    <p14:modId xmlns:p14="http://schemas.microsoft.com/office/powerpoint/2010/main" val="4232962043"/>
                  </p:ext>
                </p:extLst>
              </p:nvPr>
            </p:nvGraphicFramePr>
            <p:xfrm>
              <a:off x="4702028" y="4448833"/>
              <a:ext cx="212674" cy="230187"/>
            </p:xfrm>
            <a:graphic>
              <a:graphicData uri="http://schemas.openxmlformats.org/presentationml/2006/ole">
                <mc:AlternateContent xmlns:mc="http://schemas.openxmlformats.org/markup-compatibility/2006">
                  <mc:Choice xmlns:v="urn:schemas-microsoft-com:vml" Requires="v">
                    <p:oleObj spid="_x0000_s149819" r:id="rId15" imgW="152783" imgH="165489" progId="">
                      <p:embed/>
                    </p:oleObj>
                  </mc:Choice>
                  <mc:Fallback>
                    <p:oleObj r:id="rId15" imgW="152783" imgH="165489" progId="">
                      <p:embed/>
                      <p:pic>
                        <p:nvPicPr>
                          <p:cNvPr id="0" name="Object 2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702028" y="4448833"/>
                            <a:ext cx="212674" cy="230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7367" name="Object 23"/>
              <p:cNvGraphicFramePr>
                <a:graphicFrameLocks noChangeAspect="1"/>
              </p:cNvGraphicFramePr>
              <p:nvPr>
                <p:extLst>
                  <p:ext uri="{D42A27DB-BD31-4B8C-83A1-F6EECF244321}">
                    <p14:modId xmlns:p14="http://schemas.microsoft.com/office/powerpoint/2010/main" val="1591309688"/>
                  </p:ext>
                </p:extLst>
              </p:nvPr>
            </p:nvGraphicFramePr>
            <p:xfrm>
              <a:off x="6101282" y="4168786"/>
              <a:ext cx="212674" cy="230187"/>
            </p:xfrm>
            <a:graphic>
              <a:graphicData uri="http://schemas.openxmlformats.org/presentationml/2006/ole">
                <mc:AlternateContent xmlns:mc="http://schemas.openxmlformats.org/markup-compatibility/2006">
                  <mc:Choice xmlns:v="urn:schemas-microsoft-com:vml" Requires="v">
                    <p:oleObj spid="_x0000_s149820" r:id="rId17" imgW="152783" imgH="165489" progId="">
                      <p:embed/>
                    </p:oleObj>
                  </mc:Choice>
                  <mc:Fallback>
                    <p:oleObj r:id="rId17" imgW="152783" imgH="165489" progId="">
                      <p:embed/>
                      <p:pic>
                        <p:nvPicPr>
                          <p:cNvPr id="0" name="Object 2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101282" y="4168786"/>
                            <a:ext cx="212674" cy="230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7368" name="Object 24"/>
              <p:cNvGraphicFramePr>
                <a:graphicFrameLocks noChangeAspect="1"/>
              </p:cNvGraphicFramePr>
              <p:nvPr>
                <p:extLst>
                  <p:ext uri="{D42A27DB-BD31-4B8C-83A1-F6EECF244321}">
                    <p14:modId xmlns:p14="http://schemas.microsoft.com/office/powerpoint/2010/main" val="1283382762"/>
                  </p:ext>
                </p:extLst>
              </p:nvPr>
            </p:nvGraphicFramePr>
            <p:xfrm>
              <a:off x="6734317" y="3079025"/>
              <a:ext cx="212674" cy="247648"/>
            </p:xfrm>
            <a:graphic>
              <a:graphicData uri="http://schemas.openxmlformats.org/presentationml/2006/ole">
                <mc:AlternateContent xmlns:mc="http://schemas.openxmlformats.org/markup-compatibility/2006">
                  <mc:Choice xmlns:v="urn:schemas-microsoft-com:vml" Requires="v">
                    <p:oleObj spid="_x0000_s149821" r:id="rId19" imgW="152717" imgH="178117" progId="">
                      <p:embed/>
                    </p:oleObj>
                  </mc:Choice>
                  <mc:Fallback>
                    <p:oleObj r:id="rId19" imgW="152717" imgH="178117" progId="">
                      <p:embed/>
                      <p:pic>
                        <p:nvPicPr>
                          <p:cNvPr id="0" name="Object 2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734317" y="3079025"/>
                            <a:ext cx="212674" cy="2476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7369" name="Object 25"/>
              <p:cNvGraphicFramePr>
                <a:graphicFrameLocks noChangeAspect="1"/>
              </p:cNvGraphicFramePr>
              <p:nvPr>
                <p:extLst>
                  <p:ext uri="{D42A27DB-BD31-4B8C-83A1-F6EECF244321}">
                    <p14:modId xmlns:p14="http://schemas.microsoft.com/office/powerpoint/2010/main" val="1220972874"/>
                  </p:ext>
                </p:extLst>
              </p:nvPr>
            </p:nvGraphicFramePr>
            <p:xfrm>
              <a:off x="5944872" y="3533112"/>
              <a:ext cx="230132" cy="230186"/>
            </p:xfrm>
            <a:graphic>
              <a:graphicData uri="http://schemas.openxmlformats.org/presentationml/2006/ole">
                <mc:AlternateContent xmlns:mc="http://schemas.openxmlformats.org/markup-compatibility/2006">
                  <mc:Choice xmlns:v="urn:schemas-microsoft-com:vml" Requires="v">
                    <p:oleObj spid="_x0000_s149822" r:id="rId21" imgW="165489" imgH="165489" progId="">
                      <p:embed/>
                    </p:oleObj>
                  </mc:Choice>
                  <mc:Fallback>
                    <p:oleObj r:id="rId21" imgW="165489" imgH="165489" progId="">
                      <p:embed/>
                      <p:pic>
                        <p:nvPicPr>
                          <p:cNvPr id="0" name="Object 25"/>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944872" y="3533112"/>
                            <a:ext cx="230132" cy="230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7370" name="Object 26"/>
              <p:cNvGraphicFramePr>
                <a:graphicFrameLocks noChangeAspect="1"/>
              </p:cNvGraphicFramePr>
              <p:nvPr>
                <p:extLst>
                  <p:ext uri="{D42A27DB-BD31-4B8C-83A1-F6EECF244321}">
                    <p14:modId xmlns:p14="http://schemas.microsoft.com/office/powerpoint/2010/main" val="3255991363"/>
                  </p:ext>
                </p:extLst>
              </p:nvPr>
            </p:nvGraphicFramePr>
            <p:xfrm>
              <a:off x="4060313" y="2929671"/>
              <a:ext cx="230133" cy="247648"/>
            </p:xfrm>
            <a:graphic>
              <a:graphicData uri="http://schemas.openxmlformats.org/presentationml/2006/ole">
                <mc:AlternateContent xmlns:mc="http://schemas.openxmlformats.org/markup-compatibility/2006">
                  <mc:Choice xmlns:v="urn:schemas-microsoft-com:vml" Requires="v">
                    <p:oleObj spid="_x0000_s149823" r:id="rId23" imgW="165417" imgH="178117" progId="">
                      <p:embed/>
                    </p:oleObj>
                  </mc:Choice>
                  <mc:Fallback>
                    <p:oleObj r:id="rId23" imgW="165417" imgH="178117" progId="">
                      <p:embed/>
                      <p:pic>
                        <p:nvPicPr>
                          <p:cNvPr id="0" name="Object 26"/>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060313" y="2929671"/>
                            <a:ext cx="230133" cy="2476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7371" name="Object 27"/>
              <p:cNvGraphicFramePr>
                <a:graphicFrameLocks noChangeAspect="1"/>
              </p:cNvGraphicFramePr>
              <p:nvPr>
                <p:extLst>
                  <p:ext uri="{D42A27DB-BD31-4B8C-83A1-F6EECF244321}">
                    <p14:modId xmlns:p14="http://schemas.microsoft.com/office/powerpoint/2010/main" val="2950373027"/>
                  </p:ext>
                </p:extLst>
              </p:nvPr>
            </p:nvGraphicFramePr>
            <p:xfrm>
              <a:off x="3728606" y="4291932"/>
              <a:ext cx="585646" cy="355598"/>
            </p:xfrm>
            <a:graphic>
              <a:graphicData uri="http://schemas.openxmlformats.org/presentationml/2006/ole">
                <mc:AlternateContent xmlns:mc="http://schemas.openxmlformats.org/markup-compatibility/2006">
                  <mc:Choice xmlns:v="urn:schemas-microsoft-com:vml" Requires="v">
                    <p:oleObj spid="_x0000_s149824" r:id="rId25" imgW="419417" imgH="254317" progId="">
                      <p:embed/>
                    </p:oleObj>
                  </mc:Choice>
                  <mc:Fallback>
                    <p:oleObj r:id="rId25" imgW="419417" imgH="254317" progId="">
                      <p:embed/>
                      <p:pic>
                        <p:nvPicPr>
                          <p:cNvPr id="0" name="Object 27"/>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728606" y="4291932"/>
                            <a:ext cx="585646" cy="3555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7372" name="Object 28"/>
              <p:cNvGraphicFramePr>
                <a:graphicFrameLocks noChangeAspect="1"/>
              </p:cNvGraphicFramePr>
              <p:nvPr>
                <p:extLst>
                  <p:ext uri="{D42A27DB-BD31-4B8C-83A1-F6EECF244321}">
                    <p14:modId xmlns:p14="http://schemas.microsoft.com/office/powerpoint/2010/main" val="524732756"/>
                  </p:ext>
                </p:extLst>
              </p:nvPr>
            </p:nvGraphicFramePr>
            <p:xfrm>
              <a:off x="3609311" y="3937467"/>
              <a:ext cx="711029" cy="355598"/>
            </p:xfrm>
            <a:graphic>
              <a:graphicData uri="http://schemas.openxmlformats.org/presentationml/2006/ole">
                <mc:AlternateContent xmlns:mc="http://schemas.openxmlformats.org/markup-compatibility/2006">
                  <mc:Choice xmlns:v="urn:schemas-microsoft-com:vml" Requires="v">
                    <p:oleObj spid="_x0000_s149825" r:id="rId27" imgW="508097" imgH="254207" progId="">
                      <p:embed/>
                    </p:oleObj>
                  </mc:Choice>
                  <mc:Fallback>
                    <p:oleObj r:id="rId27" imgW="508097" imgH="254207" progId="">
                      <p:embed/>
                      <p:pic>
                        <p:nvPicPr>
                          <p:cNvPr id="0" name="Object 28"/>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3609311" y="3937467"/>
                            <a:ext cx="711029" cy="3555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7373" name="Object 29"/>
              <p:cNvGraphicFramePr>
                <a:graphicFrameLocks noChangeAspect="1"/>
              </p:cNvGraphicFramePr>
              <p:nvPr>
                <p:extLst>
                  <p:ext uri="{D42A27DB-BD31-4B8C-83A1-F6EECF244321}">
                    <p14:modId xmlns:p14="http://schemas.microsoft.com/office/powerpoint/2010/main" val="2988455179"/>
                  </p:ext>
                </p:extLst>
              </p:nvPr>
            </p:nvGraphicFramePr>
            <p:xfrm>
              <a:off x="3584243" y="3582226"/>
              <a:ext cx="728488" cy="355598"/>
            </p:xfrm>
            <a:graphic>
              <a:graphicData uri="http://schemas.openxmlformats.org/presentationml/2006/ole">
                <mc:AlternateContent xmlns:mc="http://schemas.openxmlformats.org/markup-compatibility/2006">
                  <mc:Choice xmlns:v="urn:schemas-microsoft-com:vml" Requires="v">
                    <p:oleObj spid="_x0000_s149826" r:id="rId29" imgW="520791" imgH="254207" progId="">
                      <p:embed/>
                    </p:oleObj>
                  </mc:Choice>
                  <mc:Fallback>
                    <p:oleObj r:id="rId29" imgW="520791" imgH="254207" progId="">
                      <p:embed/>
                      <p:pic>
                        <p:nvPicPr>
                          <p:cNvPr id="0" name="Object 29"/>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3584243" y="3582226"/>
                            <a:ext cx="728488" cy="3555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7374" name="Object 30"/>
              <p:cNvGraphicFramePr>
                <a:graphicFrameLocks noChangeAspect="1"/>
              </p:cNvGraphicFramePr>
              <p:nvPr>
                <p:extLst>
                  <p:ext uri="{D42A27DB-BD31-4B8C-83A1-F6EECF244321}">
                    <p14:modId xmlns:p14="http://schemas.microsoft.com/office/powerpoint/2010/main" val="1773308729"/>
                  </p:ext>
                </p:extLst>
              </p:nvPr>
            </p:nvGraphicFramePr>
            <p:xfrm>
              <a:off x="3684004" y="3209522"/>
              <a:ext cx="604693" cy="355598"/>
            </p:xfrm>
            <a:graphic>
              <a:graphicData uri="http://schemas.openxmlformats.org/presentationml/2006/ole">
                <mc:AlternateContent xmlns:mc="http://schemas.openxmlformats.org/markup-compatibility/2006">
                  <mc:Choice xmlns:v="urn:schemas-microsoft-com:vml" Requires="v">
                    <p:oleObj spid="_x0000_s149827" r:id="rId31" imgW="432117" imgH="254317" progId="">
                      <p:embed/>
                    </p:oleObj>
                  </mc:Choice>
                  <mc:Fallback>
                    <p:oleObj r:id="rId31" imgW="432117" imgH="254317" progId="">
                      <p:embed/>
                      <p:pic>
                        <p:nvPicPr>
                          <p:cNvPr id="0" name="Object 30"/>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3684004" y="3209522"/>
                            <a:ext cx="604693" cy="3555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sp>
        <p:nvSpPr>
          <p:cNvPr id="40" name="矩形 39">
            <a:extLst>
              <a:ext uri="{FF2B5EF4-FFF2-40B4-BE49-F238E27FC236}">
                <a16:creationId xmlns:a16="http://schemas.microsoft.com/office/drawing/2014/main" id="{99AF3E12-F33B-4109-8CAD-4F16B789DF08}"/>
              </a:ext>
            </a:extLst>
          </p:cNvPr>
          <p:cNvSpPr/>
          <p:nvPr/>
        </p:nvSpPr>
        <p:spPr>
          <a:xfrm>
            <a:off x="1759271" y="3504387"/>
            <a:ext cx="2268570" cy="369332"/>
          </a:xfrm>
          <a:prstGeom prst="rect">
            <a:avLst/>
          </a:prstGeom>
        </p:spPr>
        <p:txBody>
          <a:bodyPr wrap="square">
            <a:spAutoFit/>
          </a:bodyPr>
          <a:lstStyle/>
          <a:p>
            <a:pPr marL="342900" lvl="2" indent="-342900">
              <a:spcAft>
                <a:spcPts val="600"/>
              </a:spcAft>
            </a:pPr>
            <a:r>
              <a:rPr lang="en-US" altLang="zh-CN" spc="150" dirty="0">
                <a:latin typeface="微软雅黑" panose="020B0503020204020204" pitchFamily="34" charset="-122"/>
                <a:ea typeface="微软雅黑" panose="020B0503020204020204" pitchFamily="34" charset="-122"/>
              </a:rPr>
              <a:t>U(Q)&gt;U(EQ)</a:t>
            </a:r>
          </a:p>
        </p:txBody>
      </p:sp>
      <p:sp>
        <p:nvSpPr>
          <p:cNvPr id="44" name="矩形 43">
            <a:extLst>
              <a:ext uri="{FF2B5EF4-FFF2-40B4-BE49-F238E27FC236}">
                <a16:creationId xmlns:a16="http://schemas.microsoft.com/office/drawing/2014/main" id="{20CBAF1E-8E1F-4B22-908B-F196CAFACD9B}"/>
              </a:ext>
            </a:extLst>
          </p:cNvPr>
          <p:cNvSpPr/>
          <p:nvPr/>
        </p:nvSpPr>
        <p:spPr>
          <a:xfrm>
            <a:off x="6186208" y="0"/>
            <a:ext cx="2957792" cy="369332"/>
          </a:xfrm>
          <a:prstGeom prst="rect">
            <a:avLst/>
          </a:prstGeom>
        </p:spPr>
        <p:txBody>
          <a:bodyPr wrap="squar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 第六节  不确定性和风险</a:t>
            </a:r>
          </a:p>
        </p:txBody>
      </p:sp>
      <p:sp>
        <p:nvSpPr>
          <p:cNvPr id="45" name="矩形 44">
            <a:extLst>
              <a:ext uri="{FF2B5EF4-FFF2-40B4-BE49-F238E27FC236}">
                <a16:creationId xmlns:a16="http://schemas.microsoft.com/office/drawing/2014/main" id="{5F1D0D74-817E-4BA6-9404-B1DDC267CFF1}"/>
              </a:ext>
            </a:extLst>
          </p:cNvPr>
          <p:cNvSpPr/>
          <p:nvPr/>
        </p:nvSpPr>
        <p:spPr>
          <a:xfrm>
            <a:off x="467544" y="548680"/>
            <a:ext cx="4108817"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三、消费者对待风险的态度</a:t>
            </a:r>
          </a:p>
        </p:txBody>
      </p:sp>
      <p:grpSp>
        <p:nvGrpSpPr>
          <p:cNvPr id="34" name="组合 33">
            <a:extLst>
              <a:ext uri="{FF2B5EF4-FFF2-40B4-BE49-F238E27FC236}">
                <a16:creationId xmlns:a16="http://schemas.microsoft.com/office/drawing/2014/main" id="{7ECB8A81-E7DC-40F6-BF92-28BEE92E7C2E}"/>
              </a:ext>
            </a:extLst>
          </p:cNvPr>
          <p:cNvGrpSpPr/>
          <p:nvPr/>
        </p:nvGrpSpPr>
        <p:grpSpPr>
          <a:xfrm>
            <a:off x="467544" y="1472444"/>
            <a:ext cx="2483619" cy="461665"/>
            <a:chOff x="467544" y="1161144"/>
            <a:chExt cx="3806023" cy="659493"/>
          </a:xfrm>
        </p:grpSpPr>
        <p:sp>
          <p:nvSpPr>
            <p:cNvPr id="35" name="MH_Text_1">
              <a:extLst>
                <a:ext uri="{FF2B5EF4-FFF2-40B4-BE49-F238E27FC236}">
                  <a16:creationId xmlns:a16="http://schemas.microsoft.com/office/drawing/2014/main" id="{7C4A03BF-6B0D-48C6-9AAA-699C97AF5FA8}"/>
                </a:ext>
              </a:extLst>
            </p:cNvPr>
            <p:cNvSpPr/>
            <p:nvPr>
              <p:custDataLst>
                <p:tags r:id="rId2"/>
              </p:custDataLst>
            </p:nvPr>
          </p:nvSpPr>
          <p:spPr bwMode="auto">
            <a:xfrm>
              <a:off x="467544" y="1161144"/>
              <a:ext cx="3806023" cy="659493"/>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algn="ctr">
                <a:defRPr/>
              </a:pPr>
              <a:r>
                <a:rPr lang="zh-CN" altLang="en-US" sz="2000" spc="150" dirty="0">
                  <a:solidFill>
                    <a:srgbClr val="000000"/>
                  </a:solidFill>
                  <a:latin typeface="微软雅黑" panose="020B0503020204020204" pitchFamily="34" charset="-122"/>
                  <a:ea typeface="微软雅黑" panose="020B0503020204020204" pitchFamily="34" charset="-122"/>
                </a:rPr>
                <a:t>风险喜好者</a:t>
              </a:r>
            </a:p>
          </p:txBody>
        </p:sp>
        <p:sp>
          <p:nvSpPr>
            <p:cNvPr id="36" name="MH_Other_2">
              <a:extLst>
                <a:ext uri="{FF2B5EF4-FFF2-40B4-BE49-F238E27FC236}">
                  <a16:creationId xmlns:a16="http://schemas.microsoft.com/office/drawing/2014/main" id="{4DA5F525-1703-407B-BE81-407F91CC44D7}"/>
                </a:ext>
              </a:extLst>
            </p:cNvPr>
            <p:cNvSpPr/>
            <p:nvPr>
              <p:custDataLst>
                <p:tags r:id="rId3"/>
              </p:custDataLst>
            </p:nvPr>
          </p:nvSpPr>
          <p:spPr bwMode="auto">
            <a:xfrm rot="10800000">
              <a:off x="4004344" y="1240922"/>
              <a:ext cx="189743" cy="162838"/>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barn(inVertical)">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1000"/>
                                        <p:tgtEl>
                                          <p:spTgt spid="40"/>
                                        </p:tgtEl>
                                      </p:cBhvr>
                                    </p:animEffect>
                                    <p:anim calcmode="lin" valueType="num">
                                      <p:cBhvr>
                                        <p:cTn id="13" dur="1000" fill="hold"/>
                                        <p:tgtEl>
                                          <p:spTgt spid="40"/>
                                        </p:tgtEl>
                                        <p:attrNameLst>
                                          <p:attrName>ppt_x</p:attrName>
                                        </p:attrNameLst>
                                      </p:cBhvr>
                                      <p:tavLst>
                                        <p:tav tm="0">
                                          <p:val>
                                            <p:strVal val="#ppt_x"/>
                                          </p:val>
                                        </p:tav>
                                        <p:tav tm="100000">
                                          <p:val>
                                            <p:strVal val="#ppt_x"/>
                                          </p:val>
                                        </p:tav>
                                      </p:tavLst>
                                    </p:anim>
                                    <p:anim calcmode="lin" valueType="num">
                                      <p:cBhvr>
                                        <p:cTn id="14"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wipe(down)">
                                      <p:cBhvr>
                                        <p:cTn id="19" dur="500"/>
                                        <p:tgtEl>
                                          <p:spTgt spid="4"/>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57349"/>
                                        </p:tgtEl>
                                        <p:attrNameLst>
                                          <p:attrName>style.visibility</p:attrName>
                                        </p:attrNameLst>
                                      </p:cBhvr>
                                      <p:to>
                                        <p:strVal val="visible"/>
                                      </p:to>
                                    </p:set>
                                    <p:animEffect transition="in" filter="wipe(down)">
                                      <p:cBhvr>
                                        <p:cTn id="24" dur="500"/>
                                        <p:tgtEl>
                                          <p:spTgt spid="573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9" grpId="0" animBg="1"/>
      <p:bldP spid="40"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extLst>
              <p:ext uri="{D42A27DB-BD31-4B8C-83A1-F6EECF244321}">
                <p14:modId xmlns:p14="http://schemas.microsoft.com/office/powerpoint/2010/main" val="178753221"/>
              </p:ext>
            </p:extLst>
          </p:nvPr>
        </p:nvGraphicFramePr>
        <p:xfrm>
          <a:off x="1553964" y="1995777"/>
          <a:ext cx="5633074" cy="1728000"/>
        </p:xfrm>
        <a:graphic>
          <a:graphicData uri="http://schemas.openxmlformats.org/drawingml/2006/table">
            <a:tbl>
              <a:tblPr firstRow="1" bandRow="1">
                <a:tableStyleId>{5C22544A-7EE6-4342-B048-85BDC9FD1C3A}</a:tableStyleId>
              </a:tblPr>
              <a:tblGrid>
                <a:gridCol w="1847205">
                  <a:extLst>
                    <a:ext uri="{9D8B030D-6E8A-4147-A177-3AD203B41FA5}">
                      <a16:colId xmlns:a16="http://schemas.microsoft.com/office/drawing/2014/main" val="22359067"/>
                    </a:ext>
                  </a:extLst>
                </a:gridCol>
                <a:gridCol w="2012487">
                  <a:extLst>
                    <a:ext uri="{9D8B030D-6E8A-4147-A177-3AD203B41FA5}">
                      <a16:colId xmlns:a16="http://schemas.microsoft.com/office/drawing/2014/main" val="890709440"/>
                    </a:ext>
                  </a:extLst>
                </a:gridCol>
                <a:gridCol w="1773382">
                  <a:extLst>
                    <a:ext uri="{9D8B030D-6E8A-4147-A177-3AD203B41FA5}">
                      <a16:colId xmlns:a16="http://schemas.microsoft.com/office/drawing/2014/main" val="681461429"/>
                    </a:ext>
                  </a:extLst>
                </a:gridCol>
              </a:tblGrid>
              <a:tr h="432000">
                <a:tc>
                  <a:txBody>
                    <a:bodyPr/>
                    <a:lstStyle/>
                    <a:p>
                      <a:endParaRPr lang="zh-CN" altLang="en-US" sz="18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rgbClr val="C3C9D7"/>
                      </a:solidFill>
                      <a:prstDash val="solid"/>
                      <a:round/>
                      <a:headEnd type="none" w="med" len="med"/>
                      <a:tailEnd type="none" w="med" len="med"/>
                    </a:lnL>
                    <a:lnR w="12700" cap="flat" cmpd="sng" algn="ctr">
                      <a:solidFill>
                        <a:srgbClr val="C3C9D7"/>
                      </a:solid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noFill/>
                  </a:tcPr>
                </a:tc>
                <a:tc>
                  <a:txBody>
                    <a:bodyPr/>
                    <a:lstStyle/>
                    <a:p>
                      <a:r>
                        <a:rPr lang="zh-CN" altLang="en-US" sz="1800" b="0" dirty="0">
                          <a:solidFill>
                            <a:schemeClr val="tx1"/>
                          </a:solidFill>
                          <a:latin typeface="微软雅黑" panose="020B0503020204020204" pitchFamily="34" charset="-122"/>
                          <a:ea typeface="微软雅黑" panose="020B0503020204020204" pitchFamily="34" charset="-122"/>
                        </a:rPr>
                        <a:t>火灾：损失</a:t>
                      </a:r>
                      <a:r>
                        <a:rPr lang="en-US" altLang="zh-CN" sz="1800" b="0" dirty="0">
                          <a:solidFill>
                            <a:schemeClr val="tx1"/>
                          </a:solidFill>
                          <a:latin typeface="微软雅黑" panose="020B0503020204020204" pitchFamily="34" charset="-122"/>
                          <a:ea typeface="微软雅黑" panose="020B0503020204020204" pitchFamily="34" charset="-122"/>
                        </a:rPr>
                        <a:t>b</a:t>
                      </a:r>
                      <a:endParaRPr lang="zh-CN" altLang="en-US" sz="18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rgbClr val="C3C9D7"/>
                      </a:solidFill>
                      <a:prstDash val="solid"/>
                      <a:round/>
                      <a:headEnd type="none" w="med" len="med"/>
                      <a:tailEnd type="none" w="med" len="med"/>
                    </a:lnL>
                    <a:lnR w="12700" cap="flat" cmpd="sng" algn="ctr">
                      <a:solidFill>
                        <a:srgbClr val="C3C9D7"/>
                      </a:solid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noFill/>
                  </a:tcPr>
                </a:tc>
                <a:tc>
                  <a:txBody>
                    <a:bodyPr/>
                    <a:lstStyle/>
                    <a:p>
                      <a:r>
                        <a:rPr lang="zh-CN" altLang="en-US" sz="1800" b="0" dirty="0">
                          <a:solidFill>
                            <a:schemeClr val="tx1"/>
                          </a:solidFill>
                          <a:latin typeface="微软雅黑" panose="020B0503020204020204" pitchFamily="34" charset="-122"/>
                          <a:ea typeface="微软雅黑" panose="020B0503020204020204" pitchFamily="34" charset="-122"/>
                        </a:rPr>
                        <a:t>平安</a:t>
                      </a:r>
                    </a:p>
                  </a:txBody>
                  <a:tcPr anchor="ctr">
                    <a:lnL w="12700" cap="flat" cmpd="sng" algn="ctr">
                      <a:solidFill>
                        <a:srgbClr val="C3C9D7"/>
                      </a:solidFill>
                      <a:prstDash val="solid"/>
                      <a:round/>
                      <a:headEnd type="none" w="med" len="med"/>
                      <a:tailEnd type="none" w="med" len="med"/>
                    </a:lnL>
                    <a:lnR w="12700" cap="flat" cmpd="sng" algn="ctr">
                      <a:solidFill>
                        <a:srgbClr val="C3C9D7"/>
                      </a:solid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noFill/>
                  </a:tcPr>
                </a:tc>
                <a:extLst>
                  <a:ext uri="{0D108BD9-81ED-4DB2-BD59-A6C34878D82A}">
                    <a16:rowId xmlns:a16="http://schemas.microsoft.com/office/drawing/2014/main" val="3648275831"/>
                  </a:ext>
                </a:extLst>
              </a:tr>
              <a:tr h="432000">
                <a:tc>
                  <a:txBody>
                    <a:bodyPr/>
                    <a:lstStyle/>
                    <a:p>
                      <a:r>
                        <a:rPr lang="zh-CN" altLang="en-US" sz="1800" dirty="0">
                          <a:latin typeface="微软雅黑" panose="020B0503020204020204" pitchFamily="34" charset="-122"/>
                          <a:ea typeface="微软雅黑" panose="020B0503020204020204" pitchFamily="34" charset="-122"/>
                        </a:rPr>
                        <a:t>概率</a:t>
                      </a:r>
                    </a:p>
                  </a:txBody>
                  <a:tcPr anchor="ctr">
                    <a:lnL w="12700" cap="flat" cmpd="sng" algn="ctr">
                      <a:solidFill>
                        <a:srgbClr val="C3C9D7"/>
                      </a:solidFill>
                      <a:prstDash val="solid"/>
                      <a:round/>
                      <a:headEnd type="none" w="med" len="med"/>
                      <a:tailEnd type="none" w="med" len="med"/>
                    </a:lnL>
                    <a:lnR w="12700" cap="flat" cmpd="sng" algn="ctr">
                      <a:solidFill>
                        <a:srgbClr val="C3C9D7"/>
                      </a:solid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noFill/>
                  </a:tcPr>
                </a:tc>
                <a:tc>
                  <a:txBody>
                    <a:bodyPr/>
                    <a:lstStyle/>
                    <a:p>
                      <a:r>
                        <a:rPr lang="el-GR" altLang="zh-CN" sz="1800" dirty="0">
                          <a:latin typeface="微软雅黑" panose="020B0503020204020204" pitchFamily="34" charset="-122"/>
                          <a:ea typeface="微软雅黑" panose="020B0503020204020204" pitchFamily="34" charset="-122"/>
                        </a:rPr>
                        <a:t>α</a:t>
                      </a:r>
                      <a:endParaRPr lang="zh-CN" altLang="en-US" sz="1800" dirty="0">
                        <a:latin typeface="微软雅黑" panose="020B0503020204020204" pitchFamily="34" charset="-122"/>
                        <a:ea typeface="微软雅黑" panose="020B0503020204020204" pitchFamily="34" charset="-122"/>
                      </a:endParaRPr>
                    </a:p>
                  </a:txBody>
                  <a:tcPr anchor="ctr">
                    <a:lnL w="12700" cap="flat" cmpd="sng" algn="ctr">
                      <a:solidFill>
                        <a:srgbClr val="C3C9D7"/>
                      </a:solidFill>
                      <a:prstDash val="solid"/>
                      <a:round/>
                      <a:headEnd type="none" w="med" len="med"/>
                      <a:tailEnd type="none" w="med" len="med"/>
                    </a:lnL>
                    <a:lnR w="12700" cap="flat" cmpd="sng" algn="ctr">
                      <a:solidFill>
                        <a:srgbClr val="C3C9D7"/>
                      </a:solid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dirty="0">
                          <a:latin typeface="微软雅黑" panose="020B0503020204020204" pitchFamily="34" charset="-122"/>
                          <a:ea typeface="微软雅黑" panose="020B0503020204020204" pitchFamily="34" charset="-122"/>
                        </a:rPr>
                        <a:t>1-</a:t>
                      </a:r>
                      <a:r>
                        <a:rPr lang="el-GR" altLang="zh-CN" sz="1800" dirty="0">
                          <a:latin typeface="微软雅黑" panose="020B0503020204020204" pitchFamily="34" charset="-122"/>
                          <a:ea typeface="微软雅黑" panose="020B0503020204020204" pitchFamily="34" charset="-122"/>
                        </a:rPr>
                        <a:t>α</a:t>
                      </a:r>
                      <a:endParaRPr lang="zh-CN" altLang="en-US" sz="1800" dirty="0">
                        <a:latin typeface="微软雅黑" panose="020B0503020204020204" pitchFamily="34" charset="-122"/>
                        <a:ea typeface="微软雅黑" panose="020B0503020204020204" pitchFamily="34" charset="-122"/>
                      </a:endParaRPr>
                    </a:p>
                  </a:txBody>
                  <a:tcPr anchor="ctr">
                    <a:lnL w="12700" cap="flat" cmpd="sng" algn="ctr">
                      <a:solidFill>
                        <a:srgbClr val="C3C9D7"/>
                      </a:solidFill>
                      <a:prstDash val="solid"/>
                      <a:round/>
                      <a:headEnd type="none" w="med" len="med"/>
                      <a:tailEnd type="none" w="med" len="med"/>
                    </a:lnL>
                    <a:lnR w="12700" cap="flat" cmpd="sng" algn="ctr">
                      <a:solidFill>
                        <a:srgbClr val="C3C9D7"/>
                      </a:solid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noFill/>
                  </a:tcPr>
                </a:tc>
                <a:extLst>
                  <a:ext uri="{0D108BD9-81ED-4DB2-BD59-A6C34878D82A}">
                    <a16:rowId xmlns:a16="http://schemas.microsoft.com/office/drawing/2014/main" val="2096533687"/>
                  </a:ext>
                </a:extLst>
              </a:tr>
              <a:tr h="432000">
                <a:tc>
                  <a:txBody>
                    <a:bodyPr/>
                    <a:lstStyle/>
                    <a:p>
                      <a:r>
                        <a:rPr lang="zh-CN" altLang="en-US" sz="1800" dirty="0">
                          <a:latin typeface="微软雅黑" panose="020B0503020204020204" pitchFamily="34" charset="-122"/>
                          <a:ea typeface="微软雅黑" panose="020B0503020204020204" pitchFamily="34" charset="-122"/>
                        </a:rPr>
                        <a:t>购买火险，</a:t>
                      </a:r>
                      <a:r>
                        <a:rPr lang="en-US" altLang="zh-CN" sz="1800" dirty="0">
                          <a:latin typeface="微软雅黑" panose="020B0503020204020204" pitchFamily="34" charset="-122"/>
                          <a:ea typeface="微软雅黑" panose="020B0503020204020204" pitchFamily="34" charset="-122"/>
                        </a:rPr>
                        <a:t>Q</a:t>
                      </a:r>
                      <a:r>
                        <a:rPr lang="en-US" altLang="zh-CN" sz="1800" baseline="-25000" dirty="0">
                          <a:latin typeface="微软雅黑" panose="020B0503020204020204" pitchFamily="34" charset="-122"/>
                          <a:ea typeface="微软雅黑" panose="020B0503020204020204" pitchFamily="34" charset="-122"/>
                        </a:rPr>
                        <a:t>1</a:t>
                      </a:r>
                      <a:endParaRPr lang="zh-CN" altLang="en-US" sz="1800" dirty="0">
                        <a:latin typeface="微软雅黑" panose="020B0503020204020204" pitchFamily="34" charset="-122"/>
                        <a:ea typeface="微软雅黑" panose="020B0503020204020204" pitchFamily="34" charset="-122"/>
                      </a:endParaRPr>
                    </a:p>
                  </a:txBody>
                  <a:tcPr anchor="ctr">
                    <a:lnL w="12700" cap="flat" cmpd="sng" algn="ctr">
                      <a:solidFill>
                        <a:srgbClr val="C3C9D7"/>
                      </a:solidFill>
                      <a:prstDash val="solid"/>
                      <a:round/>
                      <a:headEnd type="none" w="med" len="med"/>
                      <a:tailEnd type="none" w="med" len="med"/>
                    </a:lnL>
                    <a:lnR w="12700" cap="flat" cmpd="sng" algn="ctr">
                      <a:solidFill>
                        <a:srgbClr val="C3C9D7"/>
                      </a:solid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noFill/>
                  </a:tcPr>
                </a:tc>
                <a:tc>
                  <a:txBody>
                    <a:bodyPr/>
                    <a:lstStyle/>
                    <a:p>
                      <a:r>
                        <a:rPr lang="en-US" altLang="zh-CN" sz="1800" dirty="0">
                          <a:latin typeface="微软雅黑" panose="020B0503020204020204" pitchFamily="34" charset="-122"/>
                          <a:ea typeface="微软雅黑" panose="020B0503020204020204" pitchFamily="34" charset="-122"/>
                        </a:rPr>
                        <a:t>a</a:t>
                      </a:r>
                      <a:r>
                        <a:rPr lang="en-US" altLang="zh-CN" sz="1800" baseline="-25000" dirty="0">
                          <a:latin typeface="微软雅黑" panose="020B0503020204020204" pitchFamily="34" charset="-122"/>
                          <a:ea typeface="微软雅黑" panose="020B0503020204020204" pitchFamily="34" charset="-122"/>
                        </a:rPr>
                        <a:t>1</a:t>
                      </a:r>
                      <a:r>
                        <a:rPr lang="en-US" altLang="zh-CN" sz="1800" dirty="0">
                          <a:latin typeface="微软雅黑" panose="020B0503020204020204" pitchFamily="34" charset="-122"/>
                          <a:ea typeface="微软雅黑" panose="020B0503020204020204" pitchFamily="34" charset="-122"/>
                        </a:rPr>
                        <a:t> = </a:t>
                      </a:r>
                      <a:r>
                        <a:rPr lang="en-US" altLang="zh-CN" sz="1800" dirty="0" err="1">
                          <a:latin typeface="微软雅黑" panose="020B0503020204020204" pitchFamily="34" charset="-122"/>
                          <a:ea typeface="微软雅黑" panose="020B0503020204020204" pitchFamily="34" charset="-122"/>
                        </a:rPr>
                        <a:t>a</a:t>
                      </a:r>
                      <a:r>
                        <a:rPr lang="en-US" altLang="zh-CN" sz="1800" baseline="0" dirty="0" err="1">
                          <a:latin typeface="微软雅黑" panose="020B0503020204020204" pitchFamily="34" charset="-122"/>
                          <a:ea typeface="微软雅黑" panose="020B0503020204020204" pitchFamily="34" charset="-122"/>
                        </a:rPr>
                        <a:t>-b-X+x</a:t>
                      </a:r>
                      <a:endParaRPr lang="zh-CN" altLang="en-US" sz="1800" dirty="0">
                        <a:latin typeface="微软雅黑" panose="020B0503020204020204" pitchFamily="34" charset="-122"/>
                        <a:ea typeface="微软雅黑" panose="020B0503020204020204" pitchFamily="34" charset="-122"/>
                      </a:endParaRPr>
                    </a:p>
                  </a:txBody>
                  <a:tcPr anchor="ctr">
                    <a:lnL w="12700" cap="flat" cmpd="sng" algn="ctr">
                      <a:solidFill>
                        <a:srgbClr val="C3C9D7"/>
                      </a:solidFill>
                      <a:prstDash val="solid"/>
                      <a:round/>
                      <a:headEnd type="none" w="med" len="med"/>
                      <a:tailEnd type="none" w="med" len="med"/>
                    </a:lnL>
                    <a:lnR w="12700" cap="flat" cmpd="sng" algn="ctr">
                      <a:solidFill>
                        <a:srgbClr val="C3C9D7"/>
                      </a:solid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noFill/>
                  </a:tcPr>
                </a:tc>
                <a:tc>
                  <a:txBody>
                    <a:bodyPr/>
                    <a:lstStyle/>
                    <a:p>
                      <a:r>
                        <a:rPr lang="en-US" altLang="zh-CN" sz="1800" dirty="0">
                          <a:latin typeface="微软雅黑" panose="020B0503020204020204" pitchFamily="34" charset="-122"/>
                          <a:ea typeface="微软雅黑" panose="020B0503020204020204" pitchFamily="34" charset="-122"/>
                        </a:rPr>
                        <a:t>a</a:t>
                      </a:r>
                      <a:r>
                        <a:rPr lang="en-US" altLang="zh-CN" sz="1800" baseline="-25000" dirty="0">
                          <a:latin typeface="微软雅黑" panose="020B0503020204020204" pitchFamily="34" charset="-122"/>
                          <a:ea typeface="微软雅黑" panose="020B0503020204020204" pitchFamily="34" charset="-122"/>
                        </a:rPr>
                        <a:t>2  </a:t>
                      </a:r>
                      <a:r>
                        <a:rPr lang="en-US" altLang="zh-CN" sz="1800" dirty="0">
                          <a:latin typeface="微软雅黑" panose="020B0503020204020204" pitchFamily="34" charset="-122"/>
                          <a:ea typeface="微软雅黑" panose="020B0503020204020204" pitchFamily="34" charset="-122"/>
                        </a:rPr>
                        <a:t>=a</a:t>
                      </a:r>
                      <a:r>
                        <a:rPr lang="en-US" altLang="zh-CN" sz="1800" baseline="0" dirty="0">
                          <a:latin typeface="微软雅黑" panose="020B0503020204020204" pitchFamily="34" charset="-122"/>
                          <a:ea typeface="微软雅黑" panose="020B0503020204020204" pitchFamily="34" charset="-122"/>
                        </a:rPr>
                        <a:t>-X</a:t>
                      </a:r>
                      <a:endParaRPr lang="zh-CN" altLang="en-US" sz="1800" dirty="0">
                        <a:latin typeface="微软雅黑" panose="020B0503020204020204" pitchFamily="34" charset="-122"/>
                        <a:ea typeface="微软雅黑" panose="020B0503020204020204" pitchFamily="34" charset="-122"/>
                      </a:endParaRPr>
                    </a:p>
                  </a:txBody>
                  <a:tcPr anchor="ctr">
                    <a:lnL w="12700" cap="flat" cmpd="sng" algn="ctr">
                      <a:solidFill>
                        <a:srgbClr val="C3C9D7"/>
                      </a:solidFill>
                      <a:prstDash val="solid"/>
                      <a:round/>
                      <a:headEnd type="none" w="med" len="med"/>
                      <a:tailEnd type="none" w="med" len="med"/>
                    </a:lnL>
                    <a:lnR w="12700" cap="flat" cmpd="sng" algn="ctr">
                      <a:solidFill>
                        <a:srgbClr val="C3C9D7"/>
                      </a:solid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noFill/>
                  </a:tcPr>
                </a:tc>
                <a:extLst>
                  <a:ext uri="{0D108BD9-81ED-4DB2-BD59-A6C34878D82A}">
                    <a16:rowId xmlns:a16="http://schemas.microsoft.com/office/drawing/2014/main" val="1225807657"/>
                  </a:ext>
                </a:extLst>
              </a:tr>
              <a:tr h="432000">
                <a:tc>
                  <a:txBody>
                    <a:bodyPr/>
                    <a:lstStyle/>
                    <a:p>
                      <a:r>
                        <a:rPr lang="zh-CN" altLang="en-US" sz="1800" dirty="0">
                          <a:latin typeface="微软雅黑" panose="020B0503020204020204" pitchFamily="34" charset="-122"/>
                          <a:ea typeface="微软雅黑" panose="020B0503020204020204" pitchFamily="34" charset="-122"/>
                        </a:rPr>
                        <a:t>不购买火险，</a:t>
                      </a:r>
                      <a:r>
                        <a:rPr lang="en-US" altLang="zh-CN" sz="1800" dirty="0">
                          <a:latin typeface="微软雅黑" panose="020B0503020204020204" pitchFamily="34" charset="-122"/>
                          <a:ea typeface="微软雅黑" panose="020B0503020204020204" pitchFamily="34" charset="-122"/>
                        </a:rPr>
                        <a:t>Q</a:t>
                      </a:r>
                      <a:r>
                        <a:rPr lang="en-US" altLang="zh-CN" sz="1800" baseline="-25000" dirty="0">
                          <a:latin typeface="微软雅黑" panose="020B0503020204020204" pitchFamily="34" charset="-122"/>
                          <a:ea typeface="微软雅黑" panose="020B0503020204020204" pitchFamily="34" charset="-122"/>
                        </a:rPr>
                        <a:t>2</a:t>
                      </a:r>
                      <a:endParaRPr lang="zh-CN" altLang="en-US" sz="1800" baseline="-25000" dirty="0">
                        <a:latin typeface="微软雅黑" panose="020B0503020204020204" pitchFamily="34" charset="-122"/>
                        <a:ea typeface="微软雅黑" panose="020B0503020204020204" pitchFamily="34" charset="-122"/>
                      </a:endParaRPr>
                    </a:p>
                  </a:txBody>
                  <a:tcPr anchor="ctr">
                    <a:lnL w="12700" cap="flat" cmpd="sng" algn="ctr">
                      <a:solidFill>
                        <a:srgbClr val="C3C9D7"/>
                      </a:solidFill>
                      <a:prstDash val="solid"/>
                      <a:round/>
                      <a:headEnd type="none" w="med" len="med"/>
                      <a:tailEnd type="none" w="med" len="med"/>
                    </a:lnL>
                    <a:lnR w="12700" cap="flat" cmpd="sng" algn="ctr">
                      <a:solidFill>
                        <a:srgbClr val="C3C9D7"/>
                      </a:solid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noFill/>
                  </a:tcPr>
                </a:tc>
                <a:tc>
                  <a:txBody>
                    <a:bodyPr/>
                    <a:lstStyle/>
                    <a:p>
                      <a:r>
                        <a:rPr lang="en-US" altLang="zh-CN" sz="1800" dirty="0">
                          <a:latin typeface="微软雅黑" panose="020B0503020204020204" pitchFamily="34" charset="-122"/>
                          <a:ea typeface="微软雅黑" panose="020B0503020204020204" pitchFamily="34" charset="-122"/>
                        </a:rPr>
                        <a:t>a</a:t>
                      </a:r>
                      <a:r>
                        <a:rPr lang="en-US" altLang="zh-CN" sz="1800" baseline="-25000" dirty="0">
                          <a:latin typeface="微软雅黑" panose="020B0503020204020204" pitchFamily="34" charset="-122"/>
                          <a:ea typeface="微软雅黑" panose="020B0503020204020204" pitchFamily="34" charset="-122"/>
                        </a:rPr>
                        <a:t>3</a:t>
                      </a:r>
                      <a:r>
                        <a:rPr lang="en-US" altLang="zh-CN" sz="1800" baseline="0" dirty="0">
                          <a:latin typeface="微软雅黑" panose="020B0503020204020204" pitchFamily="34" charset="-122"/>
                          <a:ea typeface="微软雅黑" panose="020B0503020204020204" pitchFamily="34" charset="-122"/>
                        </a:rPr>
                        <a:t>=a-b</a:t>
                      </a:r>
                      <a:endParaRPr lang="zh-CN" altLang="en-US" sz="1800" dirty="0">
                        <a:latin typeface="微软雅黑" panose="020B0503020204020204" pitchFamily="34" charset="-122"/>
                        <a:ea typeface="微软雅黑" panose="020B0503020204020204" pitchFamily="34" charset="-122"/>
                      </a:endParaRPr>
                    </a:p>
                  </a:txBody>
                  <a:tcPr anchor="ctr">
                    <a:lnL w="12700" cap="flat" cmpd="sng" algn="ctr">
                      <a:solidFill>
                        <a:srgbClr val="C3C9D7"/>
                      </a:solidFill>
                      <a:prstDash val="solid"/>
                      <a:round/>
                      <a:headEnd type="none" w="med" len="med"/>
                      <a:tailEnd type="none" w="med" len="med"/>
                    </a:lnL>
                    <a:lnR w="12700" cap="flat" cmpd="sng" algn="ctr">
                      <a:solidFill>
                        <a:srgbClr val="C3C9D7"/>
                      </a:solid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noFill/>
                  </a:tcPr>
                </a:tc>
                <a:tc>
                  <a:txBody>
                    <a:bodyPr/>
                    <a:lstStyle/>
                    <a:p>
                      <a:r>
                        <a:rPr lang="en-US" altLang="zh-CN" sz="1800" dirty="0">
                          <a:latin typeface="微软雅黑" panose="020B0503020204020204" pitchFamily="34" charset="-122"/>
                          <a:ea typeface="微软雅黑" panose="020B0503020204020204" pitchFamily="34" charset="-122"/>
                        </a:rPr>
                        <a:t>a</a:t>
                      </a:r>
                      <a:r>
                        <a:rPr lang="en-US" altLang="zh-CN" sz="1800" baseline="-25000" dirty="0">
                          <a:latin typeface="微软雅黑" panose="020B0503020204020204" pitchFamily="34" charset="-122"/>
                          <a:ea typeface="微软雅黑" panose="020B0503020204020204" pitchFamily="34" charset="-122"/>
                        </a:rPr>
                        <a:t>4 </a:t>
                      </a:r>
                      <a:r>
                        <a:rPr lang="en-US" altLang="zh-CN" sz="1800" dirty="0">
                          <a:latin typeface="微软雅黑" panose="020B0503020204020204" pitchFamily="34" charset="-122"/>
                          <a:ea typeface="微软雅黑" panose="020B0503020204020204" pitchFamily="34" charset="-122"/>
                        </a:rPr>
                        <a:t>= a </a:t>
                      </a:r>
                      <a:endParaRPr lang="zh-CN" altLang="en-US" sz="1800" dirty="0">
                        <a:latin typeface="微软雅黑" panose="020B0503020204020204" pitchFamily="34" charset="-122"/>
                        <a:ea typeface="微软雅黑" panose="020B0503020204020204" pitchFamily="34" charset="-122"/>
                      </a:endParaRPr>
                    </a:p>
                  </a:txBody>
                  <a:tcPr anchor="ctr">
                    <a:lnL w="12700" cap="flat" cmpd="sng" algn="ctr">
                      <a:solidFill>
                        <a:srgbClr val="C3C9D7"/>
                      </a:solidFill>
                      <a:prstDash val="solid"/>
                      <a:round/>
                      <a:headEnd type="none" w="med" len="med"/>
                      <a:tailEnd type="none" w="med" len="med"/>
                    </a:lnL>
                    <a:lnR w="12700" cap="flat" cmpd="sng" algn="ctr">
                      <a:solidFill>
                        <a:srgbClr val="C3C9D7"/>
                      </a:solid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noFill/>
                  </a:tcPr>
                </a:tc>
                <a:extLst>
                  <a:ext uri="{0D108BD9-81ED-4DB2-BD59-A6C34878D82A}">
                    <a16:rowId xmlns:a16="http://schemas.microsoft.com/office/drawing/2014/main" val="4009430887"/>
                  </a:ext>
                </a:extLst>
              </a:tr>
            </a:tbl>
          </a:graphicData>
        </a:graphic>
      </p:graphicFrame>
      <p:sp>
        <p:nvSpPr>
          <p:cNvPr id="5" name="Rectangle 3"/>
          <p:cNvSpPr txBox="1">
            <a:spLocks noChangeArrowheads="1"/>
          </p:cNvSpPr>
          <p:nvPr/>
        </p:nvSpPr>
        <p:spPr bwMode="auto">
          <a:xfrm>
            <a:off x="880205" y="4224698"/>
            <a:ext cx="5251621" cy="45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38163" lvl="3" indent="-261938" defTabSz="457200" eaLnBrk="1" hangingPunct="1">
              <a:lnSpc>
                <a:spcPts val="2600"/>
              </a:lnSpc>
              <a:spcAft>
                <a:spcPts val="1200"/>
              </a:spcAft>
              <a:buFont typeface="Wingdings" panose="05000000000000000000" pitchFamily="2" charset="2"/>
              <a:buChar char="Ø"/>
              <a:defRPr/>
            </a:pPr>
            <a:r>
              <a:rPr lang="zh-CN" altLang="en-US" sz="1800" spc="150" dirty="0">
                <a:solidFill>
                  <a:srgbClr val="000000"/>
                </a:solidFill>
                <a:latin typeface="微软雅黑" panose="020B0503020204020204" pitchFamily="34" charset="-122"/>
                <a:ea typeface="微软雅黑" panose="020B0503020204020204" pitchFamily="34" charset="-122"/>
              </a:rPr>
              <a:t>购买火险的彩票期望效用</a:t>
            </a:r>
            <a:endParaRPr lang="en-US" altLang="zh-CN" sz="1800" spc="150" dirty="0">
              <a:solidFill>
                <a:srgbClr val="000000"/>
              </a:solidFill>
              <a:latin typeface="微软雅黑" panose="020B0503020204020204" pitchFamily="34" charset="-122"/>
              <a:ea typeface="微软雅黑" panose="020B0503020204020204" pitchFamily="34" charset="-122"/>
            </a:endParaRPr>
          </a:p>
        </p:txBody>
      </p:sp>
      <p:sp>
        <p:nvSpPr>
          <p:cNvPr id="7" name="Rectangle 3"/>
          <p:cNvSpPr txBox="1">
            <a:spLocks noChangeArrowheads="1"/>
          </p:cNvSpPr>
          <p:nvPr/>
        </p:nvSpPr>
        <p:spPr bwMode="auto">
          <a:xfrm>
            <a:off x="880204" y="5169712"/>
            <a:ext cx="5251621" cy="594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38163" lvl="3" indent="-261938" defTabSz="457200" eaLnBrk="1" hangingPunct="1">
              <a:lnSpc>
                <a:spcPts val="2600"/>
              </a:lnSpc>
              <a:spcAft>
                <a:spcPts val="1200"/>
              </a:spcAft>
              <a:buFont typeface="Wingdings" panose="05000000000000000000" pitchFamily="2" charset="2"/>
              <a:buChar char="Ø"/>
              <a:defRPr/>
            </a:pPr>
            <a:r>
              <a:rPr lang="zh-CN" altLang="en-US" sz="1800" spc="150" dirty="0">
                <a:solidFill>
                  <a:srgbClr val="000000"/>
                </a:solidFill>
                <a:latin typeface="微软雅黑" panose="020B0503020204020204" pitchFamily="34" charset="-122"/>
                <a:ea typeface="微软雅黑" panose="020B0503020204020204" pitchFamily="34" charset="-122"/>
              </a:rPr>
              <a:t>不购买火险的彩票期望效用</a:t>
            </a:r>
            <a:endParaRPr lang="en-US" altLang="zh-CN" sz="1800" spc="150" dirty="0">
              <a:solidFill>
                <a:srgbClr val="000000"/>
              </a:solidFill>
              <a:latin typeface="微软雅黑" panose="020B0503020204020204" pitchFamily="34" charset="-122"/>
              <a:ea typeface="微软雅黑" panose="020B0503020204020204" pitchFamily="34" charset="-122"/>
            </a:endParaRPr>
          </a:p>
        </p:txBody>
      </p:sp>
      <p:sp>
        <p:nvSpPr>
          <p:cNvPr id="14" name="矩形 13">
            <a:extLst>
              <a:ext uri="{FF2B5EF4-FFF2-40B4-BE49-F238E27FC236}">
                <a16:creationId xmlns:a16="http://schemas.microsoft.com/office/drawing/2014/main" id="{576E6EFA-34F5-4166-ABF7-EF9FFAA185A7}"/>
              </a:ext>
            </a:extLst>
          </p:cNvPr>
          <p:cNvSpPr/>
          <p:nvPr/>
        </p:nvSpPr>
        <p:spPr>
          <a:xfrm>
            <a:off x="2204645" y="4621052"/>
            <a:ext cx="4097597" cy="338554"/>
          </a:xfrm>
          <a:prstGeom prst="rect">
            <a:avLst/>
          </a:prstGeom>
        </p:spPr>
        <p:txBody>
          <a:bodyPr wrap="none">
            <a:spAutoFit/>
          </a:bodyPr>
          <a:lstStyle/>
          <a:p>
            <a:pPr marL="342900" lvl="2" indent="-342900" eaLnBrk="1" hangingPunct="1">
              <a:spcAft>
                <a:spcPts val="600"/>
              </a:spcAft>
              <a:buNone/>
            </a:pPr>
            <a:r>
              <a:rPr lang="en-US" altLang="zh-CN" sz="1600" spc="150" dirty="0">
                <a:latin typeface="微软雅黑" panose="020B0503020204020204" pitchFamily="34" charset="-122"/>
                <a:ea typeface="微软雅黑" panose="020B0503020204020204" pitchFamily="34" charset="-122"/>
              </a:rPr>
              <a:t>U(Q</a:t>
            </a:r>
            <a:r>
              <a:rPr lang="en-US" altLang="zh-CN" sz="1600" spc="150" baseline="-25000" dirty="0">
                <a:latin typeface="微软雅黑" panose="020B0503020204020204" pitchFamily="34" charset="-122"/>
                <a:ea typeface="微软雅黑" panose="020B0503020204020204" pitchFamily="34" charset="-122"/>
              </a:rPr>
              <a:t>1</a:t>
            </a:r>
            <a:r>
              <a:rPr lang="en-US" altLang="zh-CN" sz="1600" spc="150" dirty="0">
                <a:latin typeface="微软雅黑" panose="020B0503020204020204" pitchFamily="34" charset="-122"/>
                <a:ea typeface="微软雅黑" panose="020B0503020204020204" pitchFamily="34" charset="-122"/>
              </a:rPr>
              <a:t>)=EU(Q</a:t>
            </a:r>
            <a:r>
              <a:rPr lang="en-US" altLang="zh-CN" sz="1600" spc="150" baseline="-25000" dirty="0">
                <a:latin typeface="微软雅黑" panose="020B0503020204020204" pitchFamily="34" charset="-122"/>
                <a:ea typeface="微软雅黑" panose="020B0503020204020204" pitchFamily="34" charset="-122"/>
              </a:rPr>
              <a:t>1</a:t>
            </a:r>
            <a:r>
              <a:rPr lang="en-US" altLang="zh-CN" sz="1600" spc="150" dirty="0">
                <a:latin typeface="微软雅黑" panose="020B0503020204020204" pitchFamily="34" charset="-122"/>
                <a:ea typeface="微软雅黑" panose="020B0503020204020204" pitchFamily="34" charset="-122"/>
              </a:rPr>
              <a:t>)=αU (α</a:t>
            </a:r>
            <a:r>
              <a:rPr lang="en-US" altLang="zh-CN" sz="1600" spc="150" baseline="-25000" dirty="0">
                <a:latin typeface="微软雅黑" panose="020B0503020204020204" pitchFamily="34" charset="-122"/>
                <a:ea typeface="微软雅黑" panose="020B0503020204020204" pitchFamily="34" charset="-122"/>
              </a:rPr>
              <a:t>1</a:t>
            </a:r>
            <a:r>
              <a:rPr lang="en-US" altLang="zh-CN" sz="1600" spc="150" dirty="0">
                <a:latin typeface="微软雅黑" panose="020B0503020204020204" pitchFamily="34" charset="-122"/>
                <a:ea typeface="微软雅黑" panose="020B0503020204020204" pitchFamily="34" charset="-122"/>
              </a:rPr>
              <a:t>)+(1-α)U(α</a:t>
            </a:r>
            <a:r>
              <a:rPr lang="en-US" altLang="zh-CN" sz="1600" spc="150" baseline="-25000" dirty="0">
                <a:latin typeface="微软雅黑" panose="020B0503020204020204" pitchFamily="34" charset="-122"/>
                <a:ea typeface="微软雅黑" panose="020B0503020204020204" pitchFamily="34" charset="-122"/>
              </a:rPr>
              <a:t>2</a:t>
            </a:r>
            <a:r>
              <a:rPr lang="en-US" altLang="zh-CN" sz="1600" spc="150" dirty="0">
                <a:latin typeface="微软雅黑" panose="020B0503020204020204" pitchFamily="34" charset="-122"/>
                <a:ea typeface="微软雅黑" panose="020B0503020204020204" pitchFamily="34" charset="-122"/>
              </a:rPr>
              <a:t>)</a:t>
            </a:r>
          </a:p>
        </p:txBody>
      </p:sp>
      <p:sp>
        <p:nvSpPr>
          <p:cNvPr id="15" name="矩形 14">
            <a:extLst>
              <a:ext uri="{FF2B5EF4-FFF2-40B4-BE49-F238E27FC236}">
                <a16:creationId xmlns:a16="http://schemas.microsoft.com/office/drawing/2014/main" id="{D6DF505E-7765-4E93-8FEF-F6C8AC561F8B}"/>
              </a:ext>
            </a:extLst>
          </p:cNvPr>
          <p:cNvSpPr/>
          <p:nvPr/>
        </p:nvSpPr>
        <p:spPr>
          <a:xfrm>
            <a:off x="2204645" y="5607085"/>
            <a:ext cx="4097597" cy="338554"/>
          </a:xfrm>
          <a:prstGeom prst="rect">
            <a:avLst/>
          </a:prstGeom>
        </p:spPr>
        <p:txBody>
          <a:bodyPr wrap="none">
            <a:spAutoFit/>
          </a:bodyPr>
          <a:lstStyle/>
          <a:p>
            <a:pPr marL="342900" lvl="2" indent="-342900" eaLnBrk="1" hangingPunct="1">
              <a:spcAft>
                <a:spcPts val="600"/>
              </a:spcAft>
              <a:buNone/>
            </a:pPr>
            <a:r>
              <a:rPr lang="en-US" altLang="zh-CN" sz="1600" spc="150" dirty="0">
                <a:latin typeface="微软雅黑" panose="020B0503020204020204" pitchFamily="34" charset="-122"/>
                <a:ea typeface="微软雅黑" panose="020B0503020204020204" pitchFamily="34" charset="-122"/>
              </a:rPr>
              <a:t>U(Q</a:t>
            </a:r>
            <a:r>
              <a:rPr lang="en-US" altLang="zh-CN" sz="1600" spc="150" baseline="-25000" dirty="0">
                <a:latin typeface="微软雅黑" panose="020B0503020204020204" pitchFamily="34" charset="-122"/>
                <a:ea typeface="微软雅黑" panose="020B0503020204020204" pitchFamily="34" charset="-122"/>
              </a:rPr>
              <a:t>2</a:t>
            </a:r>
            <a:r>
              <a:rPr lang="en-US" altLang="zh-CN" sz="1600" spc="150" dirty="0">
                <a:latin typeface="微软雅黑" panose="020B0503020204020204" pitchFamily="34" charset="-122"/>
                <a:ea typeface="微软雅黑" panose="020B0503020204020204" pitchFamily="34" charset="-122"/>
              </a:rPr>
              <a:t>)=EU(Q</a:t>
            </a:r>
            <a:r>
              <a:rPr lang="en-US" altLang="zh-CN" sz="1600" spc="150" baseline="-25000" dirty="0">
                <a:latin typeface="微软雅黑" panose="020B0503020204020204" pitchFamily="34" charset="-122"/>
                <a:ea typeface="微软雅黑" panose="020B0503020204020204" pitchFamily="34" charset="-122"/>
              </a:rPr>
              <a:t>2</a:t>
            </a:r>
            <a:r>
              <a:rPr lang="en-US" altLang="zh-CN" sz="1600" spc="150" dirty="0">
                <a:latin typeface="微软雅黑" panose="020B0503020204020204" pitchFamily="34" charset="-122"/>
                <a:ea typeface="微软雅黑" panose="020B0503020204020204" pitchFamily="34" charset="-122"/>
              </a:rPr>
              <a:t>)=αU (α</a:t>
            </a:r>
            <a:r>
              <a:rPr lang="en-US" altLang="zh-CN" sz="1600" spc="150" baseline="-25000" dirty="0">
                <a:latin typeface="微软雅黑" panose="020B0503020204020204" pitchFamily="34" charset="-122"/>
                <a:ea typeface="微软雅黑" panose="020B0503020204020204" pitchFamily="34" charset="-122"/>
              </a:rPr>
              <a:t>3</a:t>
            </a:r>
            <a:r>
              <a:rPr lang="en-US" altLang="zh-CN" sz="1600" spc="150" dirty="0">
                <a:latin typeface="微软雅黑" panose="020B0503020204020204" pitchFamily="34" charset="-122"/>
                <a:ea typeface="微软雅黑" panose="020B0503020204020204" pitchFamily="34" charset="-122"/>
              </a:rPr>
              <a:t>)+(1-α)U(α</a:t>
            </a:r>
            <a:r>
              <a:rPr lang="en-US" altLang="zh-CN" sz="1600" spc="150" baseline="-25000" dirty="0">
                <a:latin typeface="微软雅黑" panose="020B0503020204020204" pitchFamily="34" charset="-122"/>
                <a:ea typeface="微软雅黑" panose="020B0503020204020204" pitchFamily="34" charset="-122"/>
              </a:rPr>
              <a:t>4</a:t>
            </a:r>
            <a:r>
              <a:rPr lang="en-US" altLang="zh-CN" sz="1600" spc="150" dirty="0">
                <a:latin typeface="微软雅黑" panose="020B0503020204020204" pitchFamily="34" charset="-122"/>
                <a:ea typeface="微软雅黑" panose="020B0503020204020204" pitchFamily="34" charset="-122"/>
              </a:rPr>
              <a:t>)</a:t>
            </a:r>
          </a:p>
        </p:txBody>
      </p:sp>
      <p:sp>
        <p:nvSpPr>
          <p:cNvPr id="13" name="矩形 12">
            <a:extLst>
              <a:ext uri="{FF2B5EF4-FFF2-40B4-BE49-F238E27FC236}">
                <a16:creationId xmlns:a16="http://schemas.microsoft.com/office/drawing/2014/main" id="{C6D30723-F94C-4884-B783-3396856F019B}"/>
              </a:ext>
            </a:extLst>
          </p:cNvPr>
          <p:cNvSpPr/>
          <p:nvPr/>
        </p:nvSpPr>
        <p:spPr>
          <a:xfrm>
            <a:off x="6186208" y="0"/>
            <a:ext cx="2957792" cy="369332"/>
          </a:xfrm>
          <a:prstGeom prst="rect">
            <a:avLst/>
          </a:prstGeom>
        </p:spPr>
        <p:txBody>
          <a:bodyPr wrap="squar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 第六节  不确定性和风险</a:t>
            </a:r>
          </a:p>
        </p:txBody>
      </p:sp>
      <p:sp>
        <p:nvSpPr>
          <p:cNvPr id="16" name="矩形 15">
            <a:extLst>
              <a:ext uri="{FF2B5EF4-FFF2-40B4-BE49-F238E27FC236}">
                <a16:creationId xmlns:a16="http://schemas.microsoft.com/office/drawing/2014/main" id="{AE8EC526-5A07-4D62-8304-A2C802DFDE96}"/>
              </a:ext>
            </a:extLst>
          </p:cNvPr>
          <p:cNvSpPr/>
          <p:nvPr/>
        </p:nvSpPr>
        <p:spPr>
          <a:xfrm>
            <a:off x="467544" y="548680"/>
            <a:ext cx="6070893"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四、风险条件下的决策：保险市场的例子</a:t>
            </a:r>
          </a:p>
        </p:txBody>
      </p:sp>
      <p:grpSp>
        <p:nvGrpSpPr>
          <p:cNvPr id="10" name="组合 9">
            <a:extLst>
              <a:ext uri="{FF2B5EF4-FFF2-40B4-BE49-F238E27FC236}">
                <a16:creationId xmlns:a16="http://schemas.microsoft.com/office/drawing/2014/main" id="{BA0B2402-8B81-42BF-A292-C207CF6CD1D4}"/>
              </a:ext>
            </a:extLst>
          </p:cNvPr>
          <p:cNvGrpSpPr/>
          <p:nvPr/>
        </p:nvGrpSpPr>
        <p:grpSpPr>
          <a:xfrm>
            <a:off x="467544" y="1304764"/>
            <a:ext cx="8360572" cy="461665"/>
            <a:chOff x="467544" y="1161144"/>
            <a:chExt cx="4332540" cy="659493"/>
          </a:xfrm>
        </p:grpSpPr>
        <p:sp>
          <p:nvSpPr>
            <p:cNvPr id="11" name="MH_Text_1">
              <a:extLst>
                <a:ext uri="{FF2B5EF4-FFF2-40B4-BE49-F238E27FC236}">
                  <a16:creationId xmlns:a16="http://schemas.microsoft.com/office/drawing/2014/main" id="{369875AD-441A-4582-A5A0-F58A607AA7F3}"/>
                </a:ext>
              </a:extLst>
            </p:cNvPr>
            <p:cNvSpPr/>
            <p:nvPr>
              <p:custDataLst>
                <p:tags r:id="rId1"/>
              </p:custDataLst>
            </p:nvPr>
          </p:nvSpPr>
          <p:spPr bwMode="auto">
            <a:xfrm>
              <a:off x="467544" y="1161144"/>
              <a:ext cx="4332540" cy="659493"/>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algn="ctr">
                <a:defRPr/>
              </a:pPr>
              <a:r>
                <a:rPr lang="zh-CN" altLang="en-US" spc="150" dirty="0">
                  <a:solidFill>
                    <a:srgbClr val="000000"/>
                  </a:solidFill>
                  <a:latin typeface="微软雅黑" panose="020B0503020204020204" pitchFamily="34" charset="-122"/>
                  <a:ea typeface="微软雅黑" panose="020B0503020204020204" pitchFamily="34" charset="-122"/>
                </a:rPr>
                <a:t>要不要购买火险的问题：财产总价值</a:t>
              </a:r>
              <a:r>
                <a:rPr lang="en-US" altLang="zh-CN" spc="150" dirty="0">
                  <a:solidFill>
                    <a:srgbClr val="000000"/>
                  </a:solidFill>
                  <a:latin typeface="微软雅黑" panose="020B0503020204020204" pitchFamily="34" charset="-122"/>
                  <a:ea typeface="微软雅黑" panose="020B0503020204020204" pitchFamily="34" charset="-122"/>
                </a:rPr>
                <a:t>a</a:t>
              </a:r>
              <a:r>
                <a:rPr lang="zh-CN" altLang="en-US" spc="150" dirty="0">
                  <a:solidFill>
                    <a:srgbClr val="000000"/>
                  </a:solidFill>
                  <a:latin typeface="微软雅黑" panose="020B0503020204020204" pitchFamily="34" charset="-122"/>
                  <a:ea typeface="微软雅黑" panose="020B0503020204020204" pitchFamily="34" charset="-122"/>
                </a:rPr>
                <a:t>，保险费</a:t>
              </a:r>
              <a:r>
                <a:rPr lang="en-US" altLang="zh-CN" spc="150" dirty="0">
                  <a:solidFill>
                    <a:srgbClr val="000000"/>
                  </a:solidFill>
                  <a:latin typeface="微软雅黑" panose="020B0503020204020204" pitchFamily="34" charset="-122"/>
                  <a:ea typeface="微软雅黑" panose="020B0503020204020204" pitchFamily="34" charset="-122"/>
                </a:rPr>
                <a:t>X</a:t>
              </a:r>
              <a:r>
                <a:rPr lang="zh-CN" altLang="en-US" spc="150" dirty="0">
                  <a:solidFill>
                    <a:srgbClr val="000000"/>
                  </a:solidFill>
                  <a:latin typeface="微软雅黑" panose="020B0503020204020204" pitchFamily="34" charset="-122"/>
                  <a:ea typeface="微软雅黑" panose="020B0503020204020204" pitchFamily="34" charset="-122"/>
                </a:rPr>
                <a:t>，火灾损失</a:t>
              </a:r>
              <a:r>
                <a:rPr lang="en-US" altLang="zh-CN" spc="150" dirty="0">
                  <a:solidFill>
                    <a:srgbClr val="000000"/>
                  </a:solidFill>
                  <a:latin typeface="微软雅黑" panose="020B0503020204020204" pitchFamily="34" charset="-122"/>
                  <a:ea typeface="微软雅黑" panose="020B0503020204020204" pitchFamily="34" charset="-122"/>
                </a:rPr>
                <a:t>b</a:t>
              </a:r>
              <a:r>
                <a:rPr lang="zh-CN" altLang="en-US" spc="150" dirty="0">
                  <a:solidFill>
                    <a:srgbClr val="000000"/>
                  </a:solidFill>
                  <a:latin typeface="微软雅黑" panose="020B0503020204020204" pitchFamily="34" charset="-122"/>
                  <a:ea typeface="微软雅黑" panose="020B0503020204020204" pitchFamily="34" charset="-122"/>
                </a:rPr>
                <a:t>，保险金</a:t>
              </a:r>
              <a:r>
                <a:rPr lang="en-US" altLang="zh-CN" spc="150" dirty="0">
                  <a:solidFill>
                    <a:srgbClr val="000000"/>
                  </a:solidFill>
                  <a:latin typeface="微软雅黑" panose="020B0503020204020204" pitchFamily="34" charset="-122"/>
                  <a:ea typeface="微软雅黑" panose="020B0503020204020204" pitchFamily="34" charset="-122"/>
                </a:rPr>
                <a:t>x</a:t>
              </a:r>
            </a:p>
          </p:txBody>
        </p:sp>
        <p:sp>
          <p:nvSpPr>
            <p:cNvPr id="12" name="MH_Other_2">
              <a:extLst>
                <a:ext uri="{FF2B5EF4-FFF2-40B4-BE49-F238E27FC236}">
                  <a16:creationId xmlns:a16="http://schemas.microsoft.com/office/drawing/2014/main" id="{168DCE74-8705-4994-B93A-C76BAE6D9233}"/>
                </a:ext>
              </a:extLst>
            </p:cNvPr>
            <p:cNvSpPr/>
            <p:nvPr>
              <p:custDataLst>
                <p:tags r:id="rId2"/>
              </p:custDataLst>
            </p:nvPr>
          </p:nvSpPr>
          <p:spPr bwMode="auto">
            <a:xfrm rot="10800000">
              <a:off x="4119729" y="1240922"/>
              <a:ext cx="74358" cy="195409"/>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
        <p:nvSpPr>
          <p:cNvPr id="3" name="标注: 线形 2">
            <a:extLst>
              <a:ext uri="{FF2B5EF4-FFF2-40B4-BE49-F238E27FC236}">
                <a16:creationId xmlns:a16="http://schemas.microsoft.com/office/drawing/2014/main" id="{5BA373D3-1B29-411A-9006-EC77D15FB64F}"/>
              </a:ext>
            </a:extLst>
          </p:cNvPr>
          <p:cNvSpPr/>
          <p:nvPr/>
        </p:nvSpPr>
        <p:spPr bwMode="auto">
          <a:xfrm>
            <a:off x="6362007" y="4511041"/>
            <a:ext cx="2643448" cy="1042196"/>
          </a:xfrm>
          <a:prstGeom prst="borderCallout1">
            <a:avLst>
              <a:gd name="adj1" fmla="val 54272"/>
              <a:gd name="adj2" fmla="val -775"/>
              <a:gd name="adj3" fmla="val 61812"/>
              <a:gd name="adj4" fmla="val -21085"/>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r>
              <a:rPr lang="zh-CN" altLang="en-US" spc="150" dirty="0">
                <a:latin typeface="微软雅黑" panose="020B0503020204020204" pitchFamily="34" charset="-122"/>
                <a:ea typeface="微软雅黑" panose="020B0503020204020204" pitchFamily="34" charset="-122"/>
              </a:rPr>
              <a:t>只有当</a:t>
            </a:r>
            <a:r>
              <a:rPr lang="en-US" altLang="zh-CN" dirty="0"/>
              <a:t>U(Q1)</a:t>
            </a:r>
            <a:r>
              <a:rPr lang="zh-CN" altLang="en-US" dirty="0"/>
              <a:t>大于</a:t>
            </a:r>
            <a:r>
              <a:rPr lang="en-US" altLang="zh-CN" spc="150" dirty="0">
                <a:latin typeface="微软雅黑" panose="020B0503020204020204" pitchFamily="34" charset="-122"/>
                <a:ea typeface="微软雅黑" panose="020B0503020204020204" pitchFamily="34" charset="-122"/>
              </a:rPr>
              <a:t>U(Q</a:t>
            </a:r>
            <a:r>
              <a:rPr lang="en-US" altLang="zh-CN" spc="150" baseline="-25000" dirty="0">
                <a:latin typeface="微软雅黑" panose="020B0503020204020204" pitchFamily="34" charset="-122"/>
                <a:ea typeface="微软雅黑" panose="020B0503020204020204" pitchFamily="34" charset="-122"/>
              </a:rPr>
              <a:t>2</a:t>
            </a:r>
            <a:r>
              <a:rPr lang="en-US" altLang="zh-CN" spc="150" dirty="0">
                <a:latin typeface="微软雅黑" panose="020B0503020204020204" pitchFamily="34" charset="-122"/>
                <a:ea typeface="微软雅黑" panose="020B0503020204020204" pitchFamily="34" charset="-122"/>
              </a:rPr>
              <a:t>)</a:t>
            </a:r>
            <a:r>
              <a:rPr lang="zh-CN" altLang="en-US" spc="150" dirty="0">
                <a:latin typeface="微软雅黑" panose="020B0503020204020204" pitchFamily="34" charset="-122"/>
                <a:ea typeface="微软雅黑" panose="020B0503020204020204" pitchFamily="34" charset="-122"/>
              </a:rPr>
              <a:t>时，消费者才会购买保险。</a:t>
            </a: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arn(inVertical)">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wipe(down)">
                                      <p:cBhvr>
                                        <p:cTn id="23" dur="500"/>
                                        <p:tgtEl>
                                          <p:spTgt spid="5"/>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anim calcmode="lin" valueType="num">
                                      <p:cBhvr additive="base">
                                        <p:cTn id="28" dur="500" fill="hold"/>
                                        <p:tgtEl>
                                          <p:spTgt spid="14"/>
                                        </p:tgtEl>
                                        <p:attrNameLst>
                                          <p:attrName>ppt_x</p:attrName>
                                        </p:attrNameLst>
                                      </p:cBhvr>
                                      <p:tavLst>
                                        <p:tav tm="0">
                                          <p:val>
                                            <p:strVal val="#ppt_x"/>
                                          </p:val>
                                        </p:tav>
                                        <p:tav tm="100000">
                                          <p:val>
                                            <p:strVal val="#ppt_x"/>
                                          </p:val>
                                        </p:tav>
                                      </p:tavLst>
                                    </p:anim>
                                    <p:anim calcmode="lin" valueType="num">
                                      <p:cBhvr additive="base">
                                        <p:cTn id="29"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1000"/>
                                        <p:tgtEl>
                                          <p:spTgt spid="7"/>
                                        </p:tgtEl>
                                      </p:cBhvr>
                                    </p:animEffect>
                                    <p:anim calcmode="lin" valueType="num">
                                      <p:cBhvr>
                                        <p:cTn id="35" dur="1000" fill="hold"/>
                                        <p:tgtEl>
                                          <p:spTgt spid="7"/>
                                        </p:tgtEl>
                                        <p:attrNameLst>
                                          <p:attrName>ppt_x</p:attrName>
                                        </p:attrNameLst>
                                      </p:cBhvr>
                                      <p:tavLst>
                                        <p:tav tm="0">
                                          <p:val>
                                            <p:strVal val="#ppt_x"/>
                                          </p:val>
                                        </p:tav>
                                        <p:tav tm="100000">
                                          <p:val>
                                            <p:strVal val="#ppt_x"/>
                                          </p:val>
                                        </p:tav>
                                      </p:tavLst>
                                    </p:anim>
                                    <p:anim calcmode="lin" valueType="num">
                                      <p:cBhvr>
                                        <p:cTn id="3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16" presetClass="entr" presetSubtype="21"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barn(inVertical)">
                                      <p:cBhvr>
                                        <p:cTn id="4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14" grpId="0"/>
      <p:bldP spid="15" grpId="0"/>
      <p:bldP spid="16"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3"/>
          <p:cNvSpPr>
            <a:spLocks noGrp="1" noChangeArrowheads="1"/>
          </p:cNvSpPr>
          <p:nvPr>
            <p:ph type="body" idx="4294967295"/>
          </p:nvPr>
        </p:nvSpPr>
        <p:spPr>
          <a:xfrm>
            <a:off x="875700" y="3429000"/>
            <a:ext cx="7360250" cy="759089"/>
          </a:xfrm>
        </p:spPr>
        <p:txBody>
          <a:bodyPr/>
          <a:lstStyle/>
          <a:p>
            <a:pPr marL="538163" lvl="3" indent="-261938" defTabSz="457200" eaLnBrk="1" hangingPunct="1">
              <a:lnSpc>
                <a:spcPts val="2600"/>
              </a:lnSpc>
              <a:spcAft>
                <a:spcPts val="1200"/>
              </a:spcAft>
              <a:buFont typeface="Wingdings" panose="05000000000000000000" pitchFamily="2" charset="2"/>
              <a:buChar char="Ø"/>
              <a:defRPr/>
            </a:pPr>
            <a:r>
              <a:rPr lang="zh-CN" altLang="en-US" sz="1800" spc="150" dirty="0">
                <a:solidFill>
                  <a:srgbClr val="000000"/>
                </a:solidFill>
                <a:latin typeface="微软雅黑" panose="020B0503020204020204" pitchFamily="34" charset="-122"/>
                <a:ea typeface="微软雅黑" panose="020B0503020204020204" pitchFamily="34" charset="-122"/>
              </a:rPr>
              <a:t>假设保险费率为</a:t>
            </a:r>
            <a:r>
              <a:rPr lang="en-US" altLang="zh-CN" sz="1800" spc="150" dirty="0">
                <a:solidFill>
                  <a:srgbClr val="000000"/>
                </a:solidFill>
                <a:latin typeface="微软雅黑" panose="020B0503020204020204" pitchFamily="34" charset="-122"/>
                <a:ea typeface="微软雅黑" panose="020B0503020204020204" pitchFamily="34" charset="-122"/>
              </a:rPr>
              <a:t>P</a:t>
            </a:r>
            <a:r>
              <a:rPr lang="zh-CN" altLang="en-US" sz="1800" spc="150" dirty="0">
                <a:solidFill>
                  <a:srgbClr val="000000"/>
                </a:solidFill>
                <a:latin typeface="微软雅黑" panose="020B0503020204020204" pitchFamily="34" charset="-122"/>
                <a:ea typeface="微软雅黑" panose="020B0503020204020204" pitchFamily="34" charset="-122"/>
              </a:rPr>
              <a:t>（既定），即</a:t>
            </a:r>
            <a:r>
              <a:rPr lang="en-US" altLang="zh-CN" sz="1800" spc="150" dirty="0">
                <a:solidFill>
                  <a:srgbClr val="000000"/>
                </a:solidFill>
                <a:latin typeface="微软雅黑" panose="020B0503020204020204" pitchFamily="34" charset="-122"/>
                <a:ea typeface="微软雅黑" panose="020B0503020204020204" pitchFamily="34" charset="-122"/>
              </a:rPr>
              <a:t>P=X/x</a:t>
            </a:r>
            <a:r>
              <a:rPr lang="zh-CN" altLang="en-US" sz="1800" spc="150" dirty="0">
                <a:solidFill>
                  <a:srgbClr val="000000"/>
                </a:solidFill>
                <a:latin typeface="微软雅黑" panose="020B0503020204020204" pitchFamily="34" charset="-122"/>
                <a:ea typeface="微软雅黑" panose="020B0503020204020204" pitchFamily="34" charset="-122"/>
              </a:rPr>
              <a:t>，则购买保险总额为</a:t>
            </a:r>
            <a:r>
              <a:rPr lang="en-US" altLang="zh-CN" sz="1800" spc="150" dirty="0">
                <a:solidFill>
                  <a:srgbClr val="000000"/>
                </a:solidFill>
                <a:latin typeface="微软雅黑" panose="020B0503020204020204" pitchFamily="34" charset="-122"/>
                <a:ea typeface="微软雅黑" panose="020B0503020204020204" pitchFamily="34" charset="-122"/>
              </a:rPr>
              <a:t>X=Px</a:t>
            </a:r>
            <a:r>
              <a:rPr lang="zh-CN" altLang="en-US" sz="1800" spc="150" dirty="0">
                <a:solidFill>
                  <a:srgbClr val="000000"/>
                </a:solidFill>
                <a:latin typeface="微软雅黑" panose="020B0503020204020204" pitchFamily="34" charset="-122"/>
                <a:ea typeface="微软雅黑" panose="020B0503020204020204" pitchFamily="34" charset="-122"/>
              </a:rPr>
              <a:t>的期望效用为</a:t>
            </a:r>
            <a:endParaRPr lang="en-US" altLang="zh-CN" sz="1800" spc="150" dirty="0">
              <a:solidFill>
                <a:srgbClr val="000000"/>
              </a:solidFill>
              <a:latin typeface="微软雅黑" panose="020B0503020204020204" pitchFamily="34" charset="-122"/>
              <a:ea typeface="微软雅黑" panose="020B0503020204020204" pitchFamily="34" charset="-122"/>
            </a:endParaRPr>
          </a:p>
        </p:txBody>
      </p:sp>
      <p:graphicFrame>
        <p:nvGraphicFramePr>
          <p:cNvPr id="2" name="表格 1"/>
          <p:cNvGraphicFramePr>
            <a:graphicFrameLocks noGrp="1"/>
          </p:cNvGraphicFramePr>
          <p:nvPr>
            <p:extLst>
              <p:ext uri="{D42A27DB-BD31-4B8C-83A1-F6EECF244321}">
                <p14:modId xmlns:p14="http://schemas.microsoft.com/office/powerpoint/2010/main" val="1851408355"/>
              </p:ext>
            </p:extLst>
          </p:nvPr>
        </p:nvGraphicFramePr>
        <p:xfrm>
          <a:off x="1580614" y="1386416"/>
          <a:ext cx="6443635" cy="1728000"/>
        </p:xfrm>
        <a:graphic>
          <a:graphicData uri="http://schemas.openxmlformats.org/drawingml/2006/table">
            <a:tbl>
              <a:tblPr firstRow="1" bandRow="1">
                <a:tableStyleId>{5C22544A-7EE6-4342-B048-85BDC9FD1C3A}</a:tableStyleId>
              </a:tblPr>
              <a:tblGrid>
                <a:gridCol w="2113005">
                  <a:extLst>
                    <a:ext uri="{9D8B030D-6E8A-4147-A177-3AD203B41FA5}">
                      <a16:colId xmlns:a16="http://schemas.microsoft.com/office/drawing/2014/main" val="22359067"/>
                    </a:ext>
                  </a:extLst>
                </a:gridCol>
                <a:gridCol w="2081702">
                  <a:extLst>
                    <a:ext uri="{9D8B030D-6E8A-4147-A177-3AD203B41FA5}">
                      <a16:colId xmlns:a16="http://schemas.microsoft.com/office/drawing/2014/main" val="890709440"/>
                    </a:ext>
                  </a:extLst>
                </a:gridCol>
                <a:gridCol w="2248928">
                  <a:extLst>
                    <a:ext uri="{9D8B030D-6E8A-4147-A177-3AD203B41FA5}">
                      <a16:colId xmlns:a16="http://schemas.microsoft.com/office/drawing/2014/main" val="681461429"/>
                    </a:ext>
                  </a:extLst>
                </a:gridCol>
              </a:tblGrid>
              <a:tr h="432000">
                <a:tc>
                  <a:txBody>
                    <a:bodyPr/>
                    <a:lstStyle/>
                    <a:p>
                      <a:endParaRPr lang="zh-CN" altLang="en-US" sz="18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rgbClr val="C3C9D7"/>
                      </a:solidFill>
                      <a:prstDash val="solid"/>
                      <a:round/>
                      <a:headEnd type="none" w="med" len="med"/>
                      <a:tailEnd type="none" w="med" len="med"/>
                    </a:lnL>
                    <a:lnR w="12700" cap="flat" cmpd="sng" algn="ctr">
                      <a:solidFill>
                        <a:srgbClr val="C3C9D7"/>
                      </a:solid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noFill/>
                  </a:tcPr>
                </a:tc>
                <a:tc>
                  <a:txBody>
                    <a:bodyPr/>
                    <a:lstStyle/>
                    <a:p>
                      <a:r>
                        <a:rPr lang="zh-CN" altLang="en-US" sz="1800" b="0" dirty="0">
                          <a:solidFill>
                            <a:schemeClr val="tx1"/>
                          </a:solidFill>
                          <a:latin typeface="微软雅黑" panose="020B0503020204020204" pitchFamily="34" charset="-122"/>
                          <a:ea typeface="微软雅黑" panose="020B0503020204020204" pitchFamily="34" charset="-122"/>
                        </a:rPr>
                        <a:t>火灾：损失</a:t>
                      </a:r>
                      <a:r>
                        <a:rPr lang="en-US" altLang="zh-CN" sz="1800" b="0" dirty="0">
                          <a:solidFill>
                            <a:schemeClr val="tx1"/>
                          </a:solidFill>
                          <a:latin typeface="微软雅黑" panose="020B0503020204020204" pitchFamily="34" charset="-122"/>
                          <a:ea typeface="微软雅黑" panose="020B0503020204020204" pitchFamily="34" charset="-122"/>
                        </a:rPr>
                        <a:t>b</a:t>
                      </a:r>
                      <a:endParaRPr lang="zh-CN" altLang="en-US" sz="18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rgbClr val="C3C9D7"/>
                      </a:solidFill>
                      <a:prstDash val="solid"/>
                      <a:round/>
                      <a:headEnd type="none" w="med" len="med"/>
                      <a:tailEnd type="none" w="med" len="med"/>
                    </a:lnL>
                    <a:lnR w="12700" cap="flat" cmpd="sng" algn="ctr">
                      <a:solidFill>
                        <a:srgbClr val="C3C9D7"/>
                      </a:solid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noFill/>
                  </a:tcPr>
                </a:tc>
                <a:tc>
                  <a:txBody>
                    <a:bodyPr/>
                    <a:lstStyle/>
                    <a:p>
                      <a:r>
                        <a:rPr lang="zh-CN" altLang="en-US" sz="1800" b="0" dirty="0">
                          <a:solidFill>
                            <a:schemeClr val="tx1"/>
                          </a:solidFill>
                          <a:latin typeface="微软雅黑" panose="020B0503020204020204" pitchFamily="34" charset="-122"/>
                          <a:ea typeface="微软雅黑" panose="020B0503020204020204" pitchFamily="34" charset="-122"/>
                        </a:rPr>
                        <a:t>平安</a:t>
                      </a:r>
                    </a:p>
                  </a:txBody>
                  <a:tcPr anchor="ctr">
                    <a:lnL w="12700" cap="flat" cmpd="sng" algn="ctr">
                      <a:solidFill>
                        <a:srgbClr val="C3C9D7"/>
                      </a:solidFill>
                      <a:prstDash val="solid"/>
                      <a:round/>
                      <a:headEnd type="none" w="med" len="med"/>
                      <a:tailEnd type="none" w="med" len="med"/>
                    </a:lnL>
                    <a:lnR w="12700" cap="flat" cmpd="sng" algn="ctr">
                      <a:solidFill>
                        <a:srgbClr val="C3C9D7"/>
                      </a:solid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noFill/>
                  </a:tcPr>
                </a:tc>
                <a:extLst>
                  <a:ext uri="{0D108BD9-81ED-4DB2-BD59-A6C34878D82A}">
                    <a16:rowId xmlns:a16="http://schemas.microsoft.com/office/drawing/2014/main" val="3648275831"/>
                  </a:ext>
                </a:extLst>
              </a:tr>
              <a:tr h="432000">
                <a:tc>
                  <a:txBody>
                    <a:bodyPr/>
                    <a:lstStyle/>
                    <a:p>
                      <a:r>
                        <a:rPr lang="zh-CN" altLang="en-US" sz="1800" dirty="0">
                          <a:solidFill>
                            <a:schemeClr val="tx1"/>
                          </a:solidFill>
                          <a:latin typeface="微软雅黑" panose="020B0503020204020204" pitchFamily="34" charset="-122"/>
                          <a:ea typeface="微软雅黑" panose="020B0503020204020204" pitchFamily="34" charset="-122"/>
                        </a:rPr>
                        <a:t>概率</a:t>
                      </a:r>
                    </a:p>
                  </a:txBody>
                  <a:tcPr anchor="ctr">
                    <a:lnL w="12700" cap="flat" cmpd="sng" algn="ctr">
                      <a:solidFill>
                        <a:srgbClr val="C3C9D7"/>
                      </a:solidFill>
                      <a:prstDash val="solid"/>
                      <a:round/>
                      <a:headEnd type="none" w="med" len="med"/>
                      <a:tailEnd type="none" w="med" len="med"/>
                    </a:lnL>
                    <a:lnR w="12700" cap="flat" cmpd="sng" algn="ctr">
                      <a:solidFill>
                        <a:srgbClr val="C3C9D7"/>
                      </a:solid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noFill/>
                  </a:tcPr>
                </a:tc>
                <a:tc>
                  <a:txBody>
                    <a:bodyPr/>
                    <a:lstStyle/>
                    <a:p>
                      <a:r>
                        <a:rPr lang="el-GR" altLang="zh-CN" sz="1800" dirty="0">
                          <a:solidFill>
                            <a:schemeClr val="tx1"/>
                          </a:solidFill>
                          <a:latin typeface="微软雅黑" panose="020B0503020204020204" pitchFamily="34" charset="-122"/>
                          <a:ea typeface="微软雅黑" panose="020B0503020204020204" pitchFamily="34" charset="-122"/>
                        </a:rPr>
                        <a:t>α</a:t>
                      </a:r>
                      <a:endParaRPr lang="zh-CN" altLang="en-US" sz="18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rgbClr val="C3C9D7"/>
                      </a:solidFill>
                      <a:prstDash val="solid"/>
                      <a:round/>
                      <a:headEnd type="none" w="med" len="med"/>
                      <a:tailEnd type="none" w="med" len="med"/>
                    </a:lnL>
                    <a:lnR w="12700" cap="flat" cmpd="sng" algn="ctr">
                      <a:solidFill>
                        <a:srgbClr val="C3C9D7"/>
                      </a:solid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dirty="0">
                          <a:solidFill>
                            <a:schemeClr val="tx1"/>
                          </a:solidFill>
                          <a:latin typeface="微软雅黑" panose="020B0503020204020204" pitchFamily="34" charset="-122"/>
                          <a:ea typeface="微软雅黑" panose="020B0503020204020204" pitchFamily="34" charset="-122"/>
                        </a:rPr>
                        <a:t>1-</a:t>
                      </a:r>
                      <a:r>
                        <a:rPr lang="el-GR" altLang="zh-CN" sz="1800" dirty="0">
                          <a:solidFill>
                            <a:schemeClr val="tx1"/>
                          </a:solidFill>
                          <a:latin typeface="微软雅黑" panose="020B0503020204020204" pitchFamily="34" charset="-122"/>
                          <a:ea typeface="微软雅黑" panose="020B0503020204020204" pitchFamily="34" charset="-122"/>
                        </a:rPr>
                        <a:t>α</a:t>
                      </a:r>
                      <a:endParaRPr lang="zh-CN" altLang="en-US" sz="18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rgbClr val="C3C9D7"/>
                      </a:solidFill>
                      <a:prstDash val="solid"/>
                      <a:round/>
                      <a:headEnd type="none" w="med" len="med"/>
                      <a:tailEnd type="none" w="med" len="med"/>
                    </a:lnL>
                    <a:lnR w="12700" cap="flat" cmpd="sng" algn="ctr">
                      <a:solidFill>
                        <a:srgbClr val="C3C9D7"/>
                      </a:solid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noFill/>
                  </a:tcPr>
                </a:tc>
                <a:extLst>
                  <a:ext uri="{0D108BD9-81ED-4DB2-BD59-A6C34878D82A}">
                    <a16:rowId xmlns:a16="http://schemas.microsoft.com/office/drawing/2014/main" val="2096533687"/>
                  </a:ext>
                </a:extLst>
              </a:tr>
              <a:tr h="432000">
                <a:tc>
                  <a:txBody>
                    <a:bodyPr/>
                    <a:lstStyle/>
                    <a:p>
                      <a:r>
                        <a:rPr lang="zh-CN" altLang="en-US" sz="1800" dirty="0">
                          <a:solidFill>
                            <a:schemeClr val="tx1"/>
                          </a:solidFill>
                          <a:latin typeface="微软雅黑" panose="020B0503020204020204" pitchFamily="34" charset="-122"/>
                          <a:ea typeface="微软雅黑" panose="020B0503020204020204" pitchFamily="34" charset="-122"/>
                        </a:rPr>
                        <a:t>购买火险，</a:t>
                      </a:r>
                      <a:r>
                        <a:rPr lang="en-US" altLang="zh-CN" sz="1800" dirty="0">
                          <a:solidFill>
                            <a:schemeClr val="tx1"/>
                          </a:solidFill>
                          <a:latin typeface="微软雅黑" panose="020B0503020204020204" pitchFamily="34" charset="-122"/>
                          <a:ea typeface="微软雅黑" panose="020B0503020204020204" pitchFamily="34" charset="-122"/>
                        </a:rPr>
                        <a:t>Q</a:t>
                      </a:r>
                      <a:r>
                        <a:rPr lang="en-US" altLang="zh-CN" sz="1800" baseline="-25000" dirty="0">
                          <a:solidFill>
                            <a:schemeClr val="tx1"/>
                          </a:solidFill>
                          <a:latin typeface="微软雅黑" panose="020B0503020204020204" pitchFamily="34" charset="-122"/>
                          <a:ea typeface="微软雅黑" panose="020B0503020204020204" pitchFamily="34" charset="-122"/>
                        </a:rPr>
                        <a:t>1</a:t>
                      </a:r>
                      <a:endParaRPr lang="zh-CN" altLang="en-US" sz="18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rgbClr val="C3C9D7"/>
                      </a:solidFill>
                      <a:prstDash val="solid"/>
                      <a:round/>
                      <a:headEnd type="none" w="med" len="med"/>
                      <a:tailEnd type="none" w="med" len="med"/>
                    </a:lnL>
                    <a:lnR w="12700" cap="flat" cmpd="sng" algn="ctr">
                      <a:solidFill>
                        <a:srgbClr val="C3C9D7"/>
                      </a:solid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noFill/>
                  </a:tcPr>
                </a:tc>
                <a:tc>
                  <a:txBody>
                    <a:bodyPr/>
                    <a:lstStyle/>
                    <a:p>
                      <a:r>
                        <a:rPr lang="en-US" altLang="zh-CN" sz="1800" dirty="0">
                          <a:latin typeface="微软雅黑" panose="020B0503020204020204" pitchFamily="34" charset="-122"/>
                          <a:ea typeface="微软雅黑" panose="020B0503020204020204" pitchFamily="34" charset="-122"/>
                        </a:rPr>
                        <a:t>a</a:t>
                      </a:r>
                      <a:r>
                        <a:rPr lang="en-US" altLang="zh-CN" sz="1800" baseline="-25000" dirty="0">
                          <a:latin typeface="微软雅黑" panose="020B0503020204020204" pitchFamily="34" charset="-122"/>
                          <a:ea typeface="微软雅黑" panose="020B0503020204020204" pitchFamily="34" charset="-122"/>
                        </a:rPr>
                        <a:t>1</a:t>
                      </a:r>
                      <a:r>
                        <a:rPr lang="en-US" altLang="zh-CN" sz="1800" dirty="0">
                          <a:latin typeface="微软雅黑" panose="020B0503020204020204" pitchFamily="34" charset="-122"/>
                          <a:ea typeface="微软雅黑" panose="020B0503020204020204" pitchFamily="34" charset="-122"/>
                        </a:rPr>
                        <a:t> = </a:t>
                      </a:r>
                      <a:r>
                        <a:rPr lang="en-US" altLang="zh-CN" sz="1800" dirty="0" err="1">
                          <a:latin typeface="微软雅黑" panose="020B0503020204020204" pitchFamily="34" charset="-122"/>
                          <a:ea typeface="微软雅黑" panose="020B0503020204020204" pitchFamily="34" charset="-122"/>
                        </a:rPr>
                        <a:t>a</a:t>
                      </a:r>
                      <a:r>
                        <a:rPr lang="en-US" altLang="zh-CN" sz="1800" baseline="0" dirty="0" err="1">
                          <a:latin typeface="微软雅黑" panose="020B0503020204020204" pitchFamily="34" charset="-122"/>
                          <a:ea typeface="微软雅黑" panose="020B0503020204020204" pitchFamily="34" charset="-122"/>
                        </a:rPr>
                        <a:t>-b-X+x</a:t>
                      </a:r>
                      <a:endParaRPr lang="zh-CN" altLang="en-US" sz="1800" dirty="0">
                        <a:latin typeface="微软雅黑" panose="020B0503020204020204" pitchFamily="34" charset="-122"/>
                        <a:ea typeface="微软雅黑" panose="020B0503020204020204" pitchFamily="34" charset="-122"/>
                      </a:endParaRPr>
                    </a:p>
                  </a:txBody>
                  <a:tcPr anchor="ctr">
                    <a:lnL w="12700" cap="flat" cmpd="sng" algn="ctr">
                      <a:solidFill>
                        <a:srgbClr val="C3C9D7"/>
                      </a:solidFill>
                      <a:prstDash val="solid"/>
                      <a:round/>
                      <a:headEnd type="none" w="med" len="med"/>
                      <a:tailEnd type="none" w="med" len="med"/>
                    </a:lnL>
                    <a:lnR w="12700" cap="flat" cmpd="sng" algn="ctr">
                      <a:solidFill>
                        <a:srgbClr val="C3C9D7"/>
                      </a:solid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noFill/>
                  </a:tcPr>
                </a:tc>
                <a:tc>
                  <a:txBody>
                    <a:bodyPr/>
                    <a:lstStyle/>
                    <a:p>
                      <a:r>
                        <a:rPr lang="en-US" altLang="zh-CN" sz="1800" dirty="0">
                          <a:latin typeface="微软雅黑" panose="020B0503020204020204" pitchFamily="34" charset="-122"/>
                          <a:ea typeface="微软雅黑" panose="020B0503020204020204" pitchFamily="34" charset="-122"/>
                        </a:rPr>
                        <a:t>a</a:t>
                      </a:r>
                      <a:r>
                        <a:rPr lang="en-US" altLang="zh-CN" sz="1800" baseline="-25000" dirty="0">
                          <a:latin typeface="微软雅黑" panose="020B0503020204020204" pitchFamily="34" charset="-122"/>
                          <a:ea typeface="微软雅黑" panose="020B0503020204020204" pitchFamily="34" charset="-122"/>
                        </a:rPr>
                        <a:t>2  </a:t>
                      </a:r>
                      <a:r>
                        <a:rPr lang="en-US" altLang="zh-CN" sz="1800" dirty="0">
                          <a:latin typeface="微软雅黑" panose="020B0503020204020204" pitchFamily="34" charset="-122"/>
                          <a:ea typeface="微软雅黑" panose="020B0503020204020204" pitchFamily="34" charset="-122"/>
                        </a:rPr>
                        <a:t>=a</a:t>
                      </a:r>
                      <a:r>
                        <a:rPr lang="en-US" altLang="zh-CN" sz="1800" baseline="0" dirty="0">
                          <a:latin typeface="微软雅黑" panose="020B0503020204020204" pitchFamily="34" charset="-122"/>
                          <a:ea typeface="微软雅黑" panose="020B0503020204020204" pitchFamily="34" charset="-122"/>
                        </a:rPr>
                        <a:t>-X</a:t>
                      </a:r>
                      <a:endParaRPr lang="zh-CN" altLang="en-US" sz="1800" dirty="0">
                        <a:latin typeface="微软雅黑" panose="020B0503020204020204" pitchFamily="34" charset="-122"/>
                        <a:ea typeface="微软雅黑" panose="020B0503020204020204" pitchFamily="34" charset="-122"/>
                      </a:endParaRPr>
                    </a:p>
                  </a:txBody>
                  <a:tcPr anchor="ctr">
                    <a:lnL w="12700" cap="flat" cmpd="sng" algn="ctr">
                      <a:solidFill>
                        <a:srgbClr val="C3C9D7"/>
                      </a:solidFill>
                      <a:prstDash val="solid"/>
                      <a:round/>
                      <a:headEnd type="none" w="med" len="med"/>
                      <a:tailEnd type="none" w="med" len="med"/>
                    </a:lnL>
                    <a:lnR w="12700" cap="flat" cmpd="sng" algn="ctr">
                      <a:solidFill>
                        <a:srgbClr val="C3C9D7"/>
                      </a:solid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noFill/>
                  </a:tcPr>
                </a:tc>
                <a:extLst>
                  <a:ext uri="{0D108BD9-81ED-4DB2-BD59-A6C34878D82A}">
                    <a16:rowId xmlns:a16="http://schemas.microsoft.com/office/drawing/2014/main" val="1225807657"/>
                  </a:ext>
                </a:extLst>
              </a:tr>
              <a:tr h="432000">
                <a:tc>
                  <a:txBody>
                    <a:bodyPr/>
                    <a:lstStyle/>
                    <a:p>
                      <a:r>
                        <a:rPr lang="zh-CN" altLang="en-US" sz="1800" dirty="0">
                          <a:solidFill>
                            <a:schemeClr val="tx1"/>
                          </a:solidFill>
                          <a:latin typeface="微软雅黑" panose="020B0503020204020204" pitchFamily="34" charset="-122"/>
                          <a:ea typeface="微软雅黑" panose="020B0503020204020204" pitchFamily="34" charset="-122"/>
                        </a:rPr>
                        <a:t>不购买火险，</a:t>
                      </a:r>
                      <a:r>
                        <a:rPr lang="en-US" altLang="zh-CN" sz="1800" dirty="0">
                          <a:solidFill>
                            <a:schemeClr val="tx1"/>
                          </a:solidFill>
                          <a:latin typeface="微软雅黑" panose="020B0503020204020204" pitchFamily="34" charset="-122"/>
                          <a:ea typeface="微软雅黑" panose="020B0503020204020204" pitchFamily="34" charset="-122"/>
                        </a:rPr>
                        <a:t>Q</a:t>
                      </a:r>
                      <a:r>
                        <a:rPr lang="en-US" altLang="zh-CN" sz="1800" baseline="-25000" dirty="0">
                          <a:solidFill>
                            <a:schemeClr val="tx1"/>
                          </a:solidFill>
                          <a:latin typeface="微软雅黑" panose="020B0503020204020204" pitchFamily="34" charset="-122"/>
                          <a:ea typeface="微软雅黑" panose="020B0503020204020204" pitchFamily="34" charset="-122"/>
                        </a:rPr>
                        <a:t>2</a:t>
                      </a:r>
                      <a:endParaRPr lang="zh-CN" altLang="en-US" sz="1800" baseline="-250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rgbClr val="C3C9D7"/>
                      </a:solidFill>
                      <a:prstDash val="solid"/>
                      <a:round/>
                      <a:headEnd type="none" w="med" len="med"/>
                      <a:tailEnd type="none" w="med" len="med"/>
                    </a:lnL>
                    <a:lnR w="12700" cap="flat" cmpd="sng" algn="ctr">
                      <a:solidFill>
                        <a:srgbClr val="C3C9D7"/>
                      </a:solid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noFill/>
                  </a:tcPr>
                </a:tc>
                <a:tc>
                  <a:txBody>
                    <a:bodyPr/>
                    <a:lstStyle/>
                    <a:p>
                      <a:r>
                        <a:rPr lang="en-US" altLang="zh-CN" sz="1800" dirty="0">
                          <a:latin typeface="微软雅黑" panose="020B0503020204020204" pitchFamily="34" charset="-122"/>
                          <a:ea typeface="微软雅黑" panose="020B0503020204020204" pitchFamily="34" charset="-122"/>
                        </a:rPr>
                        <a:t>a</a:t>
                      </a:r>
                      <a:r>
                        <a:rPr lang="en-US" altLang="zh-CN" sz="1800" baseline="-25000" dirty="0">
                          <a:latin typeface="微软雅黑" panose="020B0503020204020204" pitchFamily="34" charset="-122"/>
                          <a:ea typeface="微软雅黑" panose="020B0503020204020204" pitchFamily="34" charset="-122"/>
                        </a:rPr>
                        <a:t>3</a:t>
                      </a:r>
                      <a:r>
                        <a:rPr lang="en-US" altLang="zh-CN" sz="1800" baseline="0" dirty="0">
                          <a:latin typeface="微软雅黑" panose="020B0503020204020204" pitchFamily="34" charset="-122"/>
                          <a:ea typeface="微软雅黑" panose="020B0503020204020204" pitchFamily="34" charset="-122"/>
                        </a:rPr>
                        <a:t>=a-b</a:t>
                      </a:r>
                      <a:endParaRPr lang="zh-CN" altLang="en-US" sz="1800" dirty="0">
                        <a:latin typeface="微软雅黑" panose="020B0503020204020204" pitchFamily="34" charset="-122"/>
                        <a:ea typeface="微软雅黑" panose="020B0503020204020204" pitchFamily="34" charset="-122"/>
                      </a:endParaRPr>
                    </a:p>
                  </a:txBody>
                  <a:tcPr anchor="ctr">
                    <a:lnL w="12700" cap="flat" cmpd="sng" algn="ctr">
                      <a:solidFill>
                        <a:srgbClr val="C3C9D7"/>
                      </a:solidFill>
                      <a:prstDash val="solid"/>
                      <a:round/>
                      <a:headEnd type="none" w="med" len="med"/>
                      <a:tailEnd type="none" w="med" len="med"/>
                    </a:lnL>
                    <a:lnR w="12700" cap="flat" cmpd="sng" algn="ctr">
                      <a:solidFill>
                        <a:srgbClr val="C3C9D7"/>
                      </a:solid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noFill/>
                  </a:tcPr>
                </a:tc>
                <a:tc>
                  <a:txBody>
                    <a:bodyPr/>
                    <a:lstStyle/>
                    <a:p>
                      <a:r>
                        <a:rPr lang="en-US" altLang="zh-CN" sz="1800" dirty="0">
                          <a:latin typeface="微软雅黑" panose="020B0503020204020204" pitchFamily="34" charset="-122"/>
                          <a:ea typeface="微软雅黑" panose="020B0503020204020204" pitchFamily="34" charset="-122"/>
                        </a:rPr>
                        <a:t>a</a:t>
                      </a:r>
                      <a:r>
                        <a:rPr lang="en-US" altLang="zh-CN" sz="1800" baseline="-25000" dirty="0">
                          <a:latin typeface="微软雅黑" panose="020B0503020204020204" pitchFamily="34" charset="-122"/>
                          <a:ea typeface="微软雅黑" panose="020B0503020204020204" pitchFamily="34" charset="-122"/>
                        </a:rPr>
                        <a:t>4 </a:t>
                      </a:r>
                      <a:r>
                        <a:rPr lang="en-US" altLang="zh-CN" sz="1800" dirty="0">
                          <a:latin typeface="微软雅黑" panose="020B0503020204020204" pitchFamily="34" charset="-122"/>
                          <a:ea typeface="微软雅黑" panose="020B0503020204020204" pitchFamily="34" charset="-122"/>
                        </a:rPr>
                        <a:t>= a </a:t>
                      </a:r>
                      <a:endParaRPr lang="zh-CN" altLang="en-US" sz="1800" dirty="0">
                        <a:latin typeface="微软雅黑" panose="020B0503020204020204" pitchFamily="34" charset="-122"/>
                        <a:ea typeface="微软雅黑" panose="020B0503020204020204" pitchFamily="34" charset="-122"/>
                      </a:endParaRPr>
                    </a:p>
                  </a:txBody>
                  <a:tcPr anchor="ctr">
                    <a:lnL w="12700" cap="flat" cmpd="sng" algn="ctr">
                      <a:solidFill>
                        <a:srgbClr val="C3C9D7"/>
                      </a:solidFill>
                      <a:prstDash val="solid"/>
                      <a:round/>
                      <a:headEnd type="none" w="med" len="med"/>
                      <a:tailEnd type="none" w="med" len="med"/>
                    </a:lnL>
                    <a:lnR w="12700" cap="flat" cmpd="sng" algn="ctr">
                      <a:solidFill>
                        <a:srgbClr val="C3C9D7"/>
                      </a:solidFill>
                      <a:prstDash val="solid"/>
                      <a:round/>
                      <a:headEnd type="none" w="med" len="med"/>
                      <a:tailEnd type="none" w="med" len="med"/>
                    </a:lnR>
                    <a:lnT w="12700" cap="flat" cmpd="sng" algn="ctr">
                      <a:solidFill>
                        <a:srgbClr val="C3C9D7"/>
                      </a:solidFill>
                      <a:prstDash val="solid"/>
                      <a:round/>
                      <a:headEnd type="none" w="med" len="med"/>
                      <a:tailEnd type="none" w="med" len="med"/>
                    </a:lnT>
                    <a:lnB w="12700" cap="flat" cmpd="sng" algn="ctr">
                      <a:solidFill>
                        <a:srgbClr val="C3C9D7"/>
                      </a:solidFill>
                      <a:prstDash val="solid"/>
                      <a:round/>
                      <a:headEnd type="none" w="med" len="med"/>
                      <a:tailEnd type="none" w="med" len="med"/>
                    </a:lnB>
                    <a:noFill/>
                  </a:tcPr>
                </a:tc>
                <a:extLst>
                  <a:ext uri="{0D108BD9-81ED-4DB2-BD59-A6C34878D82A}">
                    <a16:rowId xmlns:a16="http://schemas.microsoft.com/office/drawing/2014/main" val="4009430887"/>
                  </a:ext>
                </a:extLst>
              </a:tr>
            </a:tbl>
          </a:graphicData>
        </a:graphic>
      </p:graphicFrame>
      <p:sp>
        <p:nvSpPr>
          <p:cNvPr id="10" name="Rectangle 3"/>
          <p:cNvSpPr txBox="1">
            <a:spLocks noChangeArrowheads="1"/>
          </p:cNvSpPr>
          <p:nvPr/>
        </p:nvSpPr>
        <p:spPr bwMode="auto">
          <a:xfrm>
            <a:off x="889410" y="4679173"/>
            <a:ext cx="8229600" cy="9926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38163" lvl="3" indent="-261938" defTabSz="457200" eaLnBrk="1" hangingPunct="1">
              <a:lnSpc>
                <a:spcPts val="2600"/>
              </a:lnSpc>
              <a:spcAft>
                <a:spcPts val="1200"/>
              </a:spcAft>
              <a:buFont typeface="Wingdings" panose="05000000000000000000" pitchFamily="2" charset="2"/>
              <a:buChar char="Ø"/>
              <a:defRPr/>
            </a:pPr>
            <a:r>
              <a:rPr lang="zh-CN" altLang="en-US" sz="1800" spc="150" dirty="0">
                <a:solidFill>
                  <a:srgbClr val="000000"/>
                </a:solidFill>
                <a:latin typeface="微软雅黑" panose="020B0503020204020204" pitchFamily="34" charset="-122"/>
                <a:ea typeface="微软雅黑" panose="020B0503020204020204" pitchFamily="34" charset="-122"/>
              </a:rPr>
              <a:t>在</a:t>
            </a:r>
            <a:r>
              <a:rPr lang="en-US" altLang="zh-CN" sz="1800" spc="150" dirty="0">
                <a:solidFill>
                  <a:srgbClr val="000000"/>
                </a:solidFill>
                <a:latin typeface="微软雅黑" panose="020B0503020204020204" pitchFamily="34" charset="-122"/>
                <a:ea typeface="微软雅黑" panose="020B0503020204020204" pitchFamily="34" charset="-122"/>
              </a:rPr>
              <a:t>P</a:t>
            </a:r>
            <a:r>
              <a:rPr lang="zh-CN" altLang="en-US" sz="1800" spc="150" dirty="0">
                <a:solidFill>
                  <a:srgbClr val="000000"/>
                </a:solidFill>
                <a:latin typeface="微软雅黑" panose="020B0503020204020204" pitchFamily="34" charset="-122"/>
                <a:ea typeface="微软雅黑" panose="020B0503020204020204" pitchFamily="34" charset="-122"/>
              </a:rPr>
              <a:t>和</a:t>
            </a:r>
            <a:r>
              <a:rPr lang="en-US" altLang="zh-CN" sz="1800" spc="150" dirty="0">
                <a:solidFill>
                  <a:srgbClr val="000000"/>
                </a:solidFill>
                <a:latin typeface="微软雅黑" panose="020B0503020204020204" pitchFamily="34" charset="-122"/>
                <a:ea typeface="微软雅黑" panose="020B0503020204020204" pitchFamily="34" charset="-122"/>
              </a:rPr>
              <a:t>x</a:t>
            </a:r>
            <a:r>
              <a:rPr lang="zh-CN" altLang="en-US" sz="1800" spc="150" dirty="0">
                <a:solidFill>
                  <a:srgbClr val="000000"/>
                </a:solidFill>
                <a:latin typeface="微软雅黑" panose="020B0503020204020204" pitchFamily="34" charset="-122"/>
                <a:ea typeface="微软雅黑" panose="020B0503020204020204" pitchFamily="34" charset="-122"/>
              </a:rPr>
              <a:t>既定时，消费者可以选择</a:t>
            </a:r>
            <a:r>
              <a:rPr lang="en-US" altLang="zh-CN" sz="1800" spc="150" dirty="0">
                <a:solidFill>
                  <a:srgbClr val="000000"/>
                </a:solidFill>
                <a:latin typeface="微软雅黑" panose="020B0503020204020204" pitchFamily="34" charset="-122"/>
                <a:ea typeface="微软雅黑" panose="020B0503020204020204" pitchFamily="34" charset="-122"/>
              </a:rPr>
              <a:t>X</a:t>
            </a:r>
            <a:r>
              <a:rPr lang="zh-CN" altLang="en-US" sz="1800" spc="150" dirty="0">
                <a:solidFill>
                  <a:srgbClr val="000000"/>
                </a:solidFill>
                <a:latin typeface="微软雅黑" panose="020B0503020204020204" pitchFamily="34" charset="-122"/>
                <a:ea typeface="微软雅黑" panose="020B0503020204020204" pitchFamily="34" charset="-122"/>
              </a:rPr>
              <a:t>来改变结果，其目标是</a:t>
            </a:r>
            <a:endParaRPr lang="en-US" altLang="zh-CN" sz="1800" spc="150" dirty="0">
              <a:solidFill>
                <a:srgbClr val="000000"/>
              </a:solidFill>
              <a:latin typeface="微软雅黑" panose="020B0503020204020204" pitchFamily="34" charset="-122"/>
              <a:ea typeface="微软雅黑" panose="020B0503020204020204" pitchFamily="34" charset="-122"/>
            </a:endParaRPr>
          </a:p>
        </p:txBody>
      </p:sp>
      <p:sp>
        <p:nvSpPr>
          <p:cNvPr id="17" name="矩形 16">
            <a:extLst>
              <a:ext uri="{FF2B5EF4-FFF2-40B4-BE49-F238E27FC236}">
                <a16:creationId xmlns:a16="http://schemas.microsoft.com/office/drawing/2014/main" id="{7A8EB4BF-388D-4D69-B553-174525E83767}"/>
              </a:ext>
            </a:extLst>
          </p:cNvPr>
          <p:cNvSpPr/>
          <p:nvPr/>
        </p:nvSpPr>
        <p:spPr>
          <a:xfrm>
            <a:off x="2920607" y="4188089"/>
            <a:ext cx="7469022" cy="338554"/>
          </a:xfrm>
          <a:prstGeom prst="rect">
            <a:avLst/>
          </a:prstGeom>
        </p:spPr>
        <p:txBody>
          <a:bodyPr wrap="square">
            <a:spAutoFit/>
          </a:bodyPr>
          <a:lstStyle/>
          <a:p>
            <a:pPr marL="342900" lvl="2" indent="-342900" eaLnBrk="1" hangingPunct="1">
              <a:spcAft>
                <a:spcPts val="600"/>
              </a:spcAft>
              <a:buNone/>
            </a:pPr>
            <a:r>
              <a:rPr lang="en-US" altLang="zh-CN" sz="1600" spc="150" dirty="0">
                <a:latin typeface="微软雅黑" panose="020B0503020204020204" pitchFamily="34" charset="-122"/>
                <a:ea typeface="微软雅黑" panose="020B0503020204020204" pitchFamily="34" charset="-122"/>
              </a:rPr>
              <a:t>αU(</a:t>
            </a:r>
            <a:r>
              <a:rPr lang="en-US" altLang="zh-CN" sz="1600" spc="150" dirty="0" err="1">
                <a:latin typeface="微软雅黑" panose="020B0503020204020204" pitchFamily="34" charset="-122"/>
                <a:ea typeface="微软雅黑" panose="020B0503020204020204" pitchFamily="34" charset="-122"/>
              </a:rPr>
              <a:t>a-b-Px+x</a:t>
            </a:r>
            <a:r>
              <a:rPr lang="en-US" altLang="zh-CN" sz="1600" spc="150" dirty="0">
                <a:latin typeface="微软雅黑" panose="020B0503020204020204" pitchFamily="34" charset="-122"/>
                <a:ea typeface="微软雅黑" panose="020B0503020204020204" pitchFamily="34" charset="-122"/>
              </a:rPr>
              <a:t>)+(1-α)U(α-Px)</a:t>
            </a:r>
          </a:p>
        </p:txBody>
      </p:sp>
      <p:sp>
        <p:nvSpPr>
          <p:cNvPr id="20" name="矩形 19">
            <a:extLst>
              <a:ext uri="{FF2B5EF4-FFF2-40B4-BE49-F238E27FC236}">
                <a16:creationId xmlns:a16="http://schemas.microsoft.com/office/drawing/2014/main" id="{B27B3F88-EB3A-41CA-B8BF-9E85CFD1C0A5}"/>
              </a:ext>
            </a:extLst>
          </p:cNvPr>
          <p:cNvSpPr/>
          <p:nvPr/>
        </p:nvSpPr>
        <p:spPr>
          <a:xfrm>
            <a:off x="2133601" y="5241484"/>
            <a:ext cx="5293436" cy="338554"/>
          </a:xfrm>
          <a:prstGeom prst="rect">
            <a:avLst/>
          </a:prstGeom>
        </p:spPr>
        <p:txBody>
          <a:bodyPr wrap="none">
            <a:spAutoFit/>
          </a:bodyPr>
          <a:lstStyle/>
          <a:p>
            <a:pPr marL="342900" lvl="2" indent="-342900">
              <a:spcAft>
                <a:spcPts val="600"/>
              </a:spcAft>
            </a:pPr>
            <a:r>
              <a:rPr lang="en-US" altLang="zh-CN" sz="1600" spc="150" dirty="0" err="1">
                <a:latin typeface="微软雅黑" panose="020B0503020204020204" pitchFamily="34" charset="-122"/>
                <a:ea typeface="微软雅黑" panose="020B0503020204020204" pitchFamily="34" charset="-122"/>
              </a:rPr>
              <a:t>maxU</a:t>
            </a:r>
            <a:r>
              <a:rPr lang="en-US" altLang="zh-CN" sz="1600" spc="150" dirty="0">
                <a:latin typeface="微软雅黑" panose="020B0503020204020204" pitchFamily="34" charset="-122"/>
                <a:ea typeface="微软雅黑" panose="020B0503020204020204" pitchFamily="34" charset="-122"/>
              </a:rPr>
              <a:t>(Q</a:t>
            </a:r>
            <a:r>
              <a:rPr lang="en-US" altLang="zh-CN" sz="1600" spc="150" baseline="-25000" dirty="0">
                <a:latin typeface="微软雅黑" panose="020B0503020204020204" pitchFamily="34" charset="-122"/>
                <a:ea typeface="微软雅黑" panose="020B0503020204020204" pitchFamily="34" charset="-122"/>
              </a:rPr>
              <a:t>1</a:t>
            </a:r>
            <a:r>
              <a:rPr lang="en-US" altLang="zh-CN" sz="1600" spc="150" dirty="0">
                <a:latin typeface="微软雅黑" panose="020B0503020204020204" pitchFamily="34" charset="-122"/>
                <a:ea typeface="微软雅黑" panose="020B0503020204020204" pitchFamily="34" charset="-122"/>
              </a:rPr>
              <a:t>)=max[αU(</a:t>
            </a:r>
            <a:r>
              <a:rPr lang="en-US" altLang="zh-CN" sz="1600" spc="150" dirty="0" err="1">
                <a:latin typeface="微软雅黑" panose="020B0503020204020204" pitchFamily="34" charset="-122"/>
                <a:ea typeface="微软雅黑" panose="020B0503020204020204" pitchFamily="34" charset="-122"/>
              </a:rPr>
              <a:t>a-b-Px+x</a:t>
            </a:r>
            <a:r>
              <a:rPr lang="en-US" altLang="zh-CN" sz="1600" spc="150" dirty="0">
                <a:latin typeface="微软雅黑" panose="020B0503020204020204" pitchFamily="34" charset="-122"/>
                <a:ea typeface="微软雅黑" panose="020B0503020204020204" pitchFamily="34" charset="-122"/>
              </a:rPr>
              <a:t>)+(1-α)U(α-Px)]</a:t>
            </a:r>
          </a:p>
        </p:txBody>
      </p:sp>
      <p:sp>
        <p:nvSpPr>
          <p:cNvPr id="21" name="矩形 20">
            <a:extLst>
              <a:ext uri="{FF2B5EF4-FFF2-40B4-BE49-F238E27FC236}">
                <a16:creationId xmlns:a16="http://schemas.microsoft.com/office/drawing/2014/main" id="{A02CDD4C-9DF7-43C2-A5E4-CB96130ECC42}"/>
              </a:ext>
            </a:extLst>
          </p:cNvPr>
          <p:cNvSpPr/>
          <p:nvPr/>
        </p:nvSpPr>
        <p:spPr>
          <a:xfrm>
            <a:off x="2414363" y="5497652"/>
            <a:ext cx="319318" cy="307777"/>
          </a:xfrm>
          <a:prstGeom prst="rect">
            <a:avLst/>
          </a:prstGeom>
        </p:spPr>
        <p:txBody>
          <a:bodyPr wrap="none">
            <a:spAutoFit/>
          </a:bodyPr>
          <a:lstStyle/>
          <a:p>
            <a:pPr marL="342900" lvl="2" indent="-342900" eaLnBrk="1" hangingPunct="1">
              <a:spcAft>
                <a:spcPts val="600"/>
              </a:spcAft>
              <a:buNone/>
            </a:pPr>
            <a:r>
              <a:rPr lang="en-US" altLang="zh-CN" sz="1400" spc="150" dirty="0">
                <a:latin typeface="微软雅黑" panose="020B0503020204020204" pitchFamily="34" charset="-122"/>
                <a:ea typeface="微软雅黑" panose="020B0503020204020204" pitchFamily="34" charset="-122"/>
              </a:rPr>
              <a:t>X</a:t>
            </a:r>
          </a:p>
        </p:txBody>
      </p:sp>
      <p:sp>
        <p:nvSpPr>
          <p:cNvPr id="23" name="矩形 22">
            <a:extLst>
              <a:ext uri="{FF2B5EF4-FFF2-40B4-BE49-F238E27FC236}">
                <a16:creationId xmlns:a16="http://schemas.microsoft.com/office/drawing/2014/main" id="{90856B01-CD22-4A99-9359-4C3F404903BE}"/>
              </a:ext>
            </a:extLst>
          </p:cNvPr>
          <p:cNvSpPr/>
          <p:nvPr/>
        </p:nvSpPr>
        <p:spPr>
          <a:xfrm>
            <a:off x="6186208" y="0"/>
            <a:ext cx="2957792" cy="369332"/>
          </a:xfrm>
          <a:prstGeom prst="rect">
            <a:avLst/>
          </a:prstGeom>
        </p:spPr>
        <p:txBody>
          <a:bodyPr wrap="squar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 第六节  不确定性和风险</a:t>
            </a:r>
          </a:p>
        </p:txBody>
      </p:sp>
      <p:sp>
        <p:nvSpPr>
          <p:cNvPr id="24" name="矩形 23">
            <a:extLst>
              <a:ext uri="{FF2B5EF4-FFF2-40B4-BE49-F238E27FC236}">
                <a16:creationId xmlns:a16="http://schemas.microsoft.com/office/drawing/2014/main" id="{01498A2A-A747-418C-8A94-57081A719B91}"/>
              </a:ext>
            </a:extLst>
          </p:cNvPr>
          <p:cNvSpPr/>
          <p:nvPr/>
        </p:nvSpPr>
        <p:spPr>
          <a:xfrm>
            <a:off x="467544" y="548680"/>
            <a:ext cx="6070893"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四、风险条件下的决策：保险市场的例子</a:t>
            </a:r>
          </a:p>
        </p:txBody>
      </p:sp>
      <p:sp>
        <p:nvSpPr>
          <p:cNvPr id="3" name="文本框 2">
            <a:extLst>
              <a:ext uri="{FF2B5EF4-FFF2-40B4-BE49-F238E27FC236}">
                <a16:creationId xmlns:a16="http://schemas.microsoft.com/office/drawing/2014/main" id="{FC3C1CA5-BD06-4C23-B7CD-62EC074CB2F8}"/>
              </a:ext>
            </a:extLst>
          </p:cNvPr>
          <p:cNvSpPr txBox="1"/>
          <p:nvPr/>
        </p:nvSpPr>
        <p:spPr>
          <a:xfrm>
            <a:off x="3657601" y="5496018"/>
            <a:ext cx="410094" cy="646331"/>
          </a:xfrm>
          <a:prstGeom prst="rect">
            <a:avLst/>
          </a:prstGeom>
          <a:noFill/>
        </p:spPr>
        <p:txBody>
          <a:bodyPr wrap="square" rtlCol="0">
            <a:spAutoFit/>
          </a:bodyPr>
          <a:lstStyle/>
          <a:p>
            <a:r>
              <a:rPr lang="en-US" altLang="zh-CN" spc="150" dirty="0">
                <a:latin typeface="微软雅黑" panose="020B0503020204020204" pitchFamily="34" charset="-122"/>
                <a:ea typeface="微软雅黑" panose="020B0503020204020204" pitchFamily="34" charset="-122"/>
              </a:rPr>
              <a:t>x</a:t>
            </a:r>
          </a:p>
          <a:p>
            <a:endParaRPr lang="zh-CN" altLang="en-US" dirty="0"/>
          </a:p>
        </p:txBody>
      </p:sp>
    </p:spTree>
    <p:extLst>
      <p:ext uri="{BB962C8B-B14F-4D97-AF65-F5344CB8AC3E}">
        <p14:creationId xmlns:p14="http://schemas.microsoft.com/office/powerpoint/2010/main" val="4147381147"/>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8" presetClass="entr" presetSubtype="6" fill="hold" grpId="0" nodeType="clickEffect">
                                  <p:stCondLst>
                                    <p:cond delay="0"/>
                                  </p:stCondLst>
                                  <p:childTnLst>
                                    <p:set>
                                      <p:cBhvr>
                                        <p:cTn id="13" dur="1" fill="hold">
                                          <p:stCondLst>
                                            <p:cond delay="0"/>
                                          </p:stCondLst>
                                        </p:cTn>
                                        <p:tgtEl>
                                          <p:spTgt spid="58370">
                                            <p:txEl>
                                              <p:pRg st="0" end="0"/>
                                            </p:txEl>
                                          </p:spTgt>
                                        </p:tgtEl>
                                        <p:attrNameLst>
                                          <p:attrName>style.visibility</p:attrName>
                                        </p:attrNameLst>
                                      </p:cBhvr>
                                      <p:to>
                                        <p:strVal val="visible"/>
                                      </p:to>
                                    </p:set>
                                    <p:animEffect transition="in" filter="strips(downRight)">
                                      <p:cBhvr>
                                        <p:cTn id="14" dur="500"/>
                                        <p:tgtEl>
                                          <p:spTgt spid="58370">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500"/>
                                        <p:tgtEl>
                                          <p:spTgt spid="17"/>
                                        </p:tgtEl>
                                      </p:cBhvr>
                                    </p:animEffect>
                                  </p:childTnLst>
                                </p:cTn>
                              </p:par>
                            </p:childTnLst>
                          </p:cTn>
                        </p:par>
                      </p:childTnLst>
                    </p:cTn>
                  </p:par>
                  <p:par>
                    <p:cTn id="20" fill="hold">
                      <p:stCondLst>
                        <p:cond delay="indefinite"/>
                      </p:stCondLst>
                      <p:childTnLst>
                        <p:par>
                          <p:cTn id="21" fill="hold">
                            <p:stCondLst>
                              <p:cond delay="0"/>
                            </p:stCondLst>
                            <p:childTnLst>
                              <p:par>
                                <p:cTn id="22" presetID="18" presetClass="entr" presetSubtype="6" fill="hold" grpId="0" nodeType="clickEffect">
                                  <p:stCondLst>
                                    <p:cond delay="0"/>
                                  </p:stCondLst>
                                  <p:childTnLst>
                                    <p:set>
                                      <p:cBhvr>
                                        <p:cTn id="23" dur="1" fill="hold">
                                          <p:stCondLst>
                                            <p:cond delay="0"/>
                                          </p:stCondLst>
                                        </p:cTn>
                                        <p:tgtEl>
                                          <p:spTgt spid="10">
                                            <p:txEl>
                                              <p:pRg st="0" end="0"/>
                                            </p:txEl>
                                          </p:spTgt>
                                        </p:tgtEl>
                                        <p:attrNameLst>
                                          <p:attrName>style.visibility</p:attrName>
                                        </p:attrNameLst>
                                      </p:cBhvr>
                                      <p:to>
                                        <p:strVal val="visible"/>
                                      </p:to>
                                    </p:set>
                                    <p:animEffect transition="in" filter="strips(downRight)">
                                      <p:cBhvr>
                                        <p:cTn id="24"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0" grpId="0" uiExpand="1" build="p" autoUpdateAnimBg="0"/>
      <p:bldP spid="10" grpId="0" uiExpand="1" build="p" autoUpdateAnimBg="0"/>
      <p:bldP spid="17"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3"/>
          <p:cNvSpPr txBox="1">
            <a:spLocks noChangeArrowheads="1"/>
          </p:cNvSpPr>
          <p:nvPr/>
        </p:nvSpPr>
        <p:spPr bwMode="auto">
          <a:xfrm>
            <a:off x="879418" y="1670741"/>
            <a:ext cx="8229600" cy="9926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38163" lvl="3" indent="-261938" defTabSz="457200" eaLnBrk="1" hangingPunct="1">
              <a:lnSpc>
                <a:spcPts val="2600"/>
              </a:lnSpc>
              <a:spcAft>
                <a:spcPts val="1200"/>
              </a:spcAft>
              <a:buFont typeface="Wingdings" panose="05000000000000000000" pitchFamily="2" charset="2"/>
              <a:buChar char="Ø"/>
              <a:defRPr/>
            </a:pPr>
            <a:endParaRPr lang="en-US" altLang="zh-CN" sz="1800" spc="150" dirty="0">
              <a:solidFill>
                <a:srgbClr val="000000"/>
              </a:solidFill>
              <a:latin typeface="微软雅黑" panose="020B0503020204020204" pitchFamily="34" charset="-122"/>
              <a:ea typeface="微软雅黑" panose="020B0503020204020204" pitchFamily="34" charset="-122"/>
            </a:endParaRPr>
          </a:p>
        </p:txBody>
      </p:sp>
      <p:sp>
        <p:nvSpPr>
          <p:cNvPr id="10" name="Rectangle 3"/>
          <p:cNvSpPr txBox="1">
            <a:spLocks noChangeArrowheads="1"/>
          </p:cNvSpPr>
          <p:nvPr/>
        </p:nvSpPr>
        <p:spPr bwMode="auto">
          <a:xfrm>
            <a:off x="690996" y="1670741"/>
            <a:ext cx="8229600" cy="9926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38163" lvl="3" indent="-261938" defTabSz="457200" eaLnBrk="1" hangingPunct="1">
              <a:lnSpc>
                <a:spcPts val="2600"/>
              </a:lnSpc>
              <a:spcAft>
                <a:spcPts val="1200"/>
              </a:spcAft>
              <a:buFont typeface="Wingdings" panose="05000000000000000000" pitchFamily="2" charset="2"/>
              <a:buChar char="Ø"/>
              <a:defRPr/>
            </a:pPr>
            <a:r>
              <a:rPr lang="zh-CN" altLang="en-US" sz="1800" spc="150" dirty="0">
                <a:solidFill>
                  <a:srgbClr val="000000"/>
                </a:solidFill>
                <a:latin typeface="微软雅黑" panose="020B0503020204020204" pitchFamily="34" charset="-122"/>
                <a:ea typeface="微软雅黑" panose="020B0503020204020204" pitchFamily="34" charset="-122"/>
              </a:rPr>
              <a:t>解这个最大化问题可知一阶条件为</a:t>
            </a:r>
            <a:endParaRPr lang="en-US" altLang="zh-CN" sz="1800" spc="150" dirty="0">
              <a:solidFill>
                <a:srgbClr val="000000"/>
              </a:solidFill>
              <a:latin typeface="微软雅黑" panose="020B0503020204020204" pitchFamily="34" charset="-122"/>
              <a:ea typeface="微软雅黑" panose="020B0503020204020204" pitchFamily="34" charset="-122"/>
            </a:endParaRPr>
          </a:p>
        </p:txBody>
      </p:sp>
      <p:sp>
        <p:nvSpPr>
          <p:cNvPr id="12" name="Rectangle 3"/>
          <p:cNvSpPr txBox="1">
            <a:spLocks noChangeArrowheads="1"/>
          </p:cNvSpPr>
          <p:nvPr/>
        </p:nvSpPr>
        <p:spPr bwMode="auto">
          <a:xfrm>
            <a:off x="1982579" y="3519384"/>
            <a:ext cx="8229600" cy="496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76225" lvl="3" indent="0" defTabSz="457200" eaLnBrk="1" hangingPunct="1">
              <a:lnSpc>
                <a:spcPts val="2600"/>
              </a:lnSpc>
              <a:spcAft>
                <a:spcPts val="1200"/>
              </a:spcAft>
              <a:buNone/>
              <a:defRPr/>
            </a:pPr>
            <a:r>
              <a:rPr lang="zh-CN" altLang="en-US" sz="1800" spc="150" dirty="0">
                <a:solidFill>
                  <a:srgbClr val="000000"/>
                </a:solidFill>
                <a:latin typeface="微软雅黑" panose="020B0503020204020204" pitchFamily="34" charset="-122"/>
                <a:ea typeface="微软雅黑" panose="020B0503020204020204" pitchFamily="34" charset="-122"/>
              </a:rPr>
              <a:t>即</a:t>
            </a:r>
            <a:endParaRPr lang="en-US" altLang="zh-CN" sz="1800" spc="150" dirty="0">
              <a:solidFill>
                <a:srgbClr val="000000"/>
              </a:solidFill>
              <a:latin typeface="微软雅黑" panose="020B0503020204020204" pitchFamily="34" charset="-122"/>
              <a:ea typeface="微软雅黑" panose="020B0503020204020204" pitchFamily="34" charset="-122"/>
            </a:endParaRPr>
          </a:p>
        </p:txBody>
      </p:sp>
      <p:sp>
        <p:nvSpPr>
          <p:cNvPr id="24" name="矩形 23">
            <a:extLst>
              <a:ext uri="{FF2B5EF4-FFF2-40B4-BE49-F238E27FC236}">
                <a16:creationId xmlns:a16="http://schemas.microsoft.com/office/drawing/2014/main" id="{671634B1-ED27-4E49-9698-8B4738887BB0}"/>
              </a:ext>
            </a:extLst>
          </p:cNvPr>
          <p:cNvSpPr/>
          <p:nvPr/>
        </p:nvSpPr>
        <p:spPr>
          <a:xfrm>
            <a:off x="2736266" y="2583570"/>
            <a:ext cx="3135795" cy="338554"/>
          </a:xfrm>
          <a:prstGeom prst="rect">
            <a:avLst/>
          </a:prstGeom>
        </p:spPr>
        <p:txBody>
          <a:bodyPr wrap="none">
            <a:spAutoFit/>
          </a:bodyPr>
          <a:lstStyle/>
          <a:p>
            <a:pPr marL="342900" lvl="2" indent="-342900" eaLnBrk="1" hangingPunct="1">
              <a:spcAft>
                <a:spcPts val="600"/>
              </a:spcAft>
              <a:buNone/>
            </a:pPr>
            <a:r>
              <a:rPr lang="en-US" altLang="zh-CN" sz="1600" spc="150" dirty="0">
                <a:latin typeface="微软雅黑" panose="020B0503020204020204" pitchFamily="34" charset="-122"/>
                <a:ea typeface="微软雅黑" panose="020B0503020204020204" pitchFamily="34" charset="-122"/>
              </a:rPr>
              <a:t>α</a:t>
            </a:r>
            <a:r>
              <a:rPr lang="en-US" altLang="zh-CN" sz="1600" dirty="0"/>
              <a:t>u’(a</a:t>
            </a:r>
            <a:r>
              <a:rPr lang="en-US" altLang="zh-CN" sz="1600" baseline="-25000" dirty="0"/>
              <a:t>1</a:t>
            </a:r>
            <a:r>
              <a:rPr lang="en-US" altLang="zh-CN" sz="1600" dirty="0"/>
              <a:t>) </a:t>
            </a:r>
            <a:r>
              <a:rPr lang="en-US" altLang="zh-CN" sz="1600" spc="150" dirty="0">
                <a:latin typeface="微软雅黑" panose="020B0503020204020204" pitchFamily="34" charset="-122"/>
                <a:ea typeface="微软雅黑" panose="020B0503020204020204" pitchFamily="34" charset="-122"/>
              </a:rPr>
              <a:t>1-P)-P(1-α)</a:t>
            </a:r>
            <a:r>
              <a:rPr lang="en-US" altLang="zh-CN" sz="1600" dirty="0"/>
              <a:t> u’(a</a:t>
            </a:r>
            <a:r>
              <a:rPr lang="en-US" altLang="zh-CN" sz="1600" baseline="-25000" dirty="0"/>
              <a:t>2</a:t>
            </a:r>
            <a:r>
              <a:rPr lang="en-US" altLang="zh-CN" sz="1600" dirty="0"/>
              <a:t>)</a:t>
            </a:r>
            <a:r>
              <a:rPr lang="en-US" altLang="zh-CN" sz="1600" spc="150" dirty="0">
                <a:latin typeface="微软雅黑" panose="020B0503020204020204" pitchFamily="34" charset="-122"/>
                <a:ea typeface="微软雅黑" panose="020B0503020204020204" pitchFamily="34" charset="-122"/>
              </a:rPr>
              <a:t>=0</a:t>
            </a:r>
          </a:p>
        </p:txBody>
      </p:sp>
      <mc:AlternateContent xmlns:mc="http://schemas.openxmlformats.org/markup-compatibility/2006" xmlns:a14="http://schemas.microsoft.com/office/drawing/2010/main">
        <mc:Choice Requires="a14">
          <p:sp>
            <p:nvSpPr>
              <p:cNvPr id="27" name="矩形 26">
                <a:extLst>
                  <a:ext uri="{FF2B5EF4-FFF2-40B4-BE49-F238E27FC236}">
                    <a16:creationId xmlns:a16="http://schemas.microsoft.com/office/drawing/2014/main" id="{4AD2FF3D-F38D-4136-BC49-FFFE0F8B3B4A}"/>
                  </a:ext>
                </a:extLst>
              </p:cNvPr>
              <p:cNvSpPr/>
              <p:nvPr/>
            </p:nvSpPr>
            <p:spPr>
              <a:xfrm>
                <a:off x="3217517" y="3429000"/>
                <a:ext cx="2396346" cy="685124"/>
              </a:xfrm>
              <a:prstGeom prst="rect">
                <a:avLst/>
              </a:prstGeom>
            </p:spPr>
            <p:txBody>
              <a:bodyPr wrap="square">
                <a:spAutoFit/>
              </a:bodyPr>
              <a:lstStyle/>
              <a:p>
                <a:pPr marL="342900" lvl="2" indent="-342900" eaLnBrk="1" hangingPunct="1">
                  <a:spcAft>
                    <a:spcPts val="600"/>
                  </a:spcAft>
                  <a:buNone/>
                </a:pPr>
                <a14:m>
                  <m:oMathPara xmlns:m="http://schemas.openxmlformats.org/officeDocument/2006/math">
                    <m:oMathParaPr>
                      <m:jc m:val="left"/>
                    </m:oMathParaPr>
                    <m:oMath xmlns:m="http://schemas.openxmlformats.org/officeDocument/2006/math">
                      <m:f>
                        <m:fPr>
                          <m:ctrlPr>
                            <a:rPr lang="el-GR" altLang="zh-CN" sz="1600" i="1" spc="150" smtClean="0">
                              <a:latin typeface="Cambria Math" panose="02040503050406030204" pitchFamily="18" charset="0"/>
                              <a:ea typeface="微软雅黑" panose="020B0503020204020204" pitchFamily="34" charset="-122"/>
                            </a:rPr>
                          </m:ctrlPr>
                        </m:fPr>
                        <m:num>
                          <m:r>
                            <m:rPr>
                              <m:nor/>
                            </m:rPr>
                            <a:rPr lang="en-US" altLang="zh-CN" sz="1600" spc="150" dirty="0">
                              <a:latin typeface="微软雅黑" panose="020B0503020204020204" pitchFamily="34" charset="-122"/>
                              <a:ea typeface="微软雅黑" panose="020B0503020204020204" pitchFamily="34" charset="-122"/>
                            </a:rPr>
                            <m:t>α</m:t>
                          </m:r>
                        </m:num>
                        <m:den>
                          <m:r>
                            <m:rPr>
                              <m:nor/>
                            </m:rPr>
                            <a:rPr lang="en-US" altLang="zh-CN" sz="1600" spc="150" dirty="0">
                              <a:latin typeface="微软雅黑" panose="020B0503020204020204" pitchFamily="34" charset="-122"/>
                              <a:ea typeface="微软雅黑" panose="020B0503020204020204" pitchFamily="34" charset="-122"/>
                            </a:rPr>
                            <m:t>1−</m:t>
                          </m:r>
                          <m:r>
                            <m:rPr>
                              <m:nor/>
                            </m:rPr>
                            <a:rPr lang="en-US" altLang="zh-CN" sz="1600" spc="150" dirty="0">
                              <a:latin typeface="微软雅黑" panose="020B0503020204020204" pitchFamily="34" charset="-122"/>
                              <a:ea typeface="微软雅黑" panose="020B0503020204020204" pitchFamily="34" charset="-122"/>
                            </a:rPr>
                            <m:t>α</m:t>
                          </m:r>
                        </m:den>
                      </m:f>
                      <m:f>
                        <m:fPr>
                          <m:ctrlPr>
                            <a:rPr lang="el-GR" altLang="zh-CN" sz="1600" i="1" spc="150" smtClean="0">
                              <a:latin typeface="Cambria Math" panose="02040503050406030204" pitchFamily="18" charset="0"/>
                              <a:ea typeface="微软雅黑" panose="020B0503020204020204" pitchFamily="34" charset="-122"/>
                            </a:rPr>
                          </m:ctrlPr>
                        </m:fPr>
                        <m:num>
                          <m:r>
                            <m:rPr>
                              <m:nor/>
                            </m:rPr>
                            <a:rPr lang="en-US" altLang="zh-CN" sz="1600" spc="150" dirty="0">
                              <a:latin typeface="微软雅黑" panose="020B0503020204020204" pitchFamily="34" charset="-122"/>
                              <a:ea typeface="微软雅黑" panose="020B0503020204020204" pitchFamily="34" charset="-122"/>
                            </a:rPr>
                            <m:t>u</m:t>
                          </m:r>
                          <m:r>
                            <m:rPr>
                              <m:nor/>
                            </m:rPr>
                            <a:rPr lang="en-US" altLang="zh-CN" sz="1600" spc="150" dirty="0">
                              <a:latin typeface="微软雅黑" panose="020B0503020204020204" pitchFamily="34" charset="-122"/>
                              <a:ea typeface="微软雅黑" panose="020B0503020204020204" pitchFamily="34" charset="-122"/>
                            </a:rPr>
                            <m:t>’(</m:t>
                          </m:r>
                          <m:r>
                            <m:rPr>
                              <m:nor/>
                            </m:rPr>
                            <a:rPr lang="en-US" altLang="zh-CN" sz="1600" spc="150" dirty="0">
                              <a:latin typeface="微软雅黑" panose="020B0503020204020204" pitchFamily="34" charset="-122"/>
                              <a:ea typeface="微软雅黑" panose="020B0503020204020204" pitchFamily="34" charset="-122"/>
                            </a:rPr>
                            <m:t>a</m:t>
                          </m:r>
                          <m:r>
                            <m:rPr>
                              <m:nor/>
                            </m:rPr>
                            <a:rPr lang="en-US" altLang="zh-CN" sz="1600" spc="150" baseline="-25000" dirty="0">
                              <a:latin typeface="微软雅黑" panose="020B0503020204020204" pitchFamily="34" charset="-122"/>
                              <a:ea typeface="微软雅黑" panose="020B0503020204020204" pitchFamily="34" charset="-122"/>
                            </a:rPr>
                            <m:t>1</m:t>
                          </m:r>
                          <m:r>
                            <m:rPr>
                              <m:nor/>
                            </m:rPr>
                            <a:rPr lang="en-US" altLang="zh-CN" sz="1600" spc="150" dirty="0">
                              <a:latin typeface="微软雅黑" panose="020B0503020204020204" pitchFamily="34" charset="-122"/>
                              <a:ea typeface="微软雅黑" panose="020B0503020204020204" pitchFamily="34" charset="-122"/>
                            </a:rPr>
                            <m:t>)</m:t>
                          </m:r>
                        </m:num>
                        <m:den>
                          <m:r>
                            <m:rPr>
                              <m:sty m:val="p"/>
                            </m:rPr>
                            <a:rPr lang="en-US" altLang="zh-CN" sz="1600" i="1" spc="150" dirty="0">
                              <a:latin typeface="Cambria Math" panose="02040503050406030204" pitchFamily="18" charset="0"/>
                              <a:ea typeface="微软雅黑" panose="020B0503020204020204" pitchFamily="34" charset="-122"/>
                            </a:rPr>
                            <m:t>u</m:t>
                          </m:r>
                          <m:r>
                            <m:rPr>
                              <m:nor/>
                            </m:rPr>
                            <a:rPr lang="en-US" altLang="zh-CN" sz="1600" spc="150" dirty="0">
                              <a:latin typeface="微软雅黑" panose="020B0503020204020204" pitchFamily="34" charset="-122"/>
                              <a:ea typeface="微软雅黑" panose="020B0503020204020204" pitchFamily="34" charset="-122"/>
                            </a:rPr>
                            <m:t>’(</m:t>
                          </m:r>
                          <m:r>
                            <m:rPr>
                              <m:sty m:val="p"/>
                            </m:rPr>
                            <a:rPr lang="en-US" altLang="zh-CN" sz="1600" i="1" spc="150" dirty="0">
                              <a:latin typeface="Cambria Math" panose="02040503050406030204" pitchFamily="18" charset="0"/>
                              <a:ea typeface="微软雅黑" panose="020B0503020204020204" pitchFamily="34" charset="-122"/>
                            </a:rPr>
                            <m:t>a</m:t>
                          </m:r>
                          <m:r>
                            <m:rPr>
                              <m:nor/>
                            </m:rPr>
                            <a:rPr lang="en-US" altLang="zh-CN" sz="1600" spc="150" baseline="-25000" dirty="0">
                              <a:latin typeface="微软雅黑" panose="020B0503020204020204" pitchFamily="34" charset="-122"/>
                              <a:ea typeface="微软雅黑" panose="020B0503020204020204" pitchFamily="34" charset="-122"/>
                            </a:rPr>
                            <m:t>2</m:t>
                          </m:r>
                          <m:r>
                            <m:rPr>
                              <m:nor/>
                            </m:rPr>
                            <a:rPr lang="en-US" altLang="zh-CN" sz="1600" spc="150" dirty="0">
                              <a:latin typeface="微软雅黑" panose="020B0503020204020204" pitchFamily="34" charset="-122"/>
                              <a:ea typeface="微软雅黑" panose="020B0503020204020204" pitchFamily="34" charset="-122"/>
                            </a:rPr>
                            <m:t>)</m:t>
                          </m:r>
                        </m:den>
                      </m:f>
                      <m:r>
                        <a:rPr lang="en-US" altLang="zh-CN" sz="1600" b="0" i="1" spc="150" smtClean="0">
                          <a:latin typeface="Cambria Math" panose="02040503050406030204" pitchFamily="18" charset="0"/>
                          <a:ea typeface="微软雅黑" panose="020B0503020204020204" pitchFamily="34" charset="-122"/>
                        </a:rPr>
                        <m:t>=</m:t>
                      </m:r>
                      <m:f>
                        <m:fPr>
                          <m:ctrlPr>
                            <a:rPr lang="en-US" altLang="zh-CN" sz="1600" b="0" i="1" spc="150" smtClean="0">
                              <a:latin typeface="Cambria Math" panose="02040503050406030204" pitchFamily="18" charset="0"/>
                              <a:ea typeface="微软雅黑" panose="020B0503020204020204" pitchFamily="34" charset="-122"/>
                            </a:rPr>
                          </m:ctrlPr>
                        </m:fPr>
                        <m:num>
                          <m:r>
                            <m:rPr>
                              <m:nor/>
                            </m:rPr>
                            <a:rPr lang="en-US" altLang="zh-CN" sz="1600" spc="150" dirty="0">
                              <a:latin typeface="微软雅黑" panose="020B0503020204020204" pitchFamily="34" charset="-122"/>
                              <a:ea typeface="微软雅黑" panose="020B0503020204020204" pitchFamily="34" charset="-122"/>
                            </a:rPr>
                            <m:t>P</m:t>
                          </m:r>
                        </m:num>
                        <m:den>
                          <m:r>
                            <m:rPr>
                              <m:nor/>
                            </m:rPr>
                            <a:rPr lang="en-US" altLang="zh-CN" sz="1600" spc="150" dirty="0">
                              <a:latin typeface="微软雅黑" panose="020B0503020204020204" pitchFamily="34" charset="-122"/>
                              <a:ea typeface="微软雅黑" panose="020B0503020204020204" pitchFamily="34" charset="-122"/>
                            </a:rPr>
                            <m:t>1−</m:t>
                          </m:r>
                          <m:r>
                            <m:rPr>
                              <m:nor/>
                            </m:rPr>
                            <a:rPr lang="en-US" altLang="zh-CN" sz="1600" spc="150" dirty="0">
                              <a:latin typeface="微软雅黑" panose="020B0503020204020204" pitchFamily="34" charset="-122"/>
                              <a:ea typeface="微软雅黑" panose="020B0503020204020204" pitchFamily="34" charset="-122"/>
                            </a:rPr>
                            <m:t>P</m:t>
                          </m:r>
                        </m:den>
                      </m:f>
                    </m:oMath>
                  </m:oMathPara>
                </a14:m>
                <a:endParaRPr lang="en-US" altLang="zh-CN" sz="1600" spc="150" dirty="0">
                  <a:latin typeface="微软雅黑" panose="020B0503020204020204" pitchFamily="34" charset="-122"/>
                  <a:ea typeface="微软雅黑" panose="020B0503020204020204" pitchFamily="34" charset="-122"/>
                </a:endParaRPr>
              </a:p>
            </p:txBody>
          </p:sp>
        </mc:Choice>
        <mc:Fallback xmlns="">
          <p:sp>
            <p:nvSpPr>
              <p:cNvPr id="27" name="矩形 26">
                <a:extLst>
                  <a:ext uri="{FF2B5EF4-FFF2-40B4-BE49-F238E27FC236}">
                    <a16:creationId xmlns:a16="http://schemas.microsoft.com/office/drawing/2014/main" id="{4AD2FF3D-F38D-4136-BC49-FFFE0F8B3B4A}"/>
                  </a:ext>
                </a:extLst>
              </p:cNvPr>
              <p:cNvSpPr>
                <a:spLocks noRot="1" noChangeAspect="1" noMove="1" noResize="1" noEditPoints="1" noAdjustHandles="1" noChangeArrowheads="1" noChangeShapeType="1" noTextEdit="1"/>
              </p:cNvSpPr>
              <p:nvPr/>
            </p:nvSpPr>
            <p:spPr>
              <a:xfrm>
                <a:off x="3217517" y="3429000"/>
                <a:ext cx="2396346" cy="685124"/>
              </a:xfrm>
              <a:prstGeom prst="rect">
                <a:avLst/>
              </a:prstGeom>
              <a:blipFill>
                <a:blip r:embed="rId2"/>
                <a:stretch>
                  <a:fillRect/>
                </a:stretch>
              </a:blipFill>
            </p:spPr>
            <p:txBody>
              <a:bodyPr/>
              <a:lstStyle/>
              <a:p>
                <a:r>
                  <a:rPr lang="zh-CN" altLang="en-US">
                    <a:noFill/>
                  </a:rPr>
                  <a:t> </a:t>
                </a:r>
              </a:p>
            </p:txBody>
          </p:sp>
        </mc:Fallback>
      </mc:AlternateContent>
      <p:sp>
        <p:nvSpPr>
          <p:cNvPr id="25" name="矩形 24">
            <a:extLst>
              <a:ext uri="{FF2B5EF4-FFF2-40B4-BE49-F238E27FC236}">
                <a16:creationId xmlns:a16="http://schemas.microsoft.com/office/drawing/2014/main" id="{0B80AFAF-356F-4F39-90A3-4BD72CB72C39}"/>
              </a:ext>
            </a:extLst>
          </p:cNvPr>
          <p:cNvSpPr/>
          <p:nvPr/>
        </p:nvSpPr>
        <p:spPr>
          <a:xfrm>
            <a:off x="6186208" y="0"/>
            <a:ext cx="2957792" cy="369332"/>
          </a:xfrm>
          <a:prstGeom prst="rect">
            <a:avLst/>
          </a:prstGeom>
        </p:spPr>
        <p:txBody>
          <a:bodyPr wrap="squar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 第六节  不确定性和风险</a:t>
            </a:r>
          </a:p>
        </p:txBody>
      </p:sp>
      <p:sp>
        <p:nvSpPr>
          <p:cNvPr id="26" name="矩形 25">
            <a:extLst>
              <a:ext uri="{FF2B5EF4-FFF2-40B4-BE49-F238E27FC236}">
                <a16:creationId xmlns:a16="http://schemas.microsoft.com/office/drawing/2014/main" id="{57D01975-5300-449A-8563-605482E733ED}"/>
              </a:ext>
            </a:extLst>
          </p:cNvPr>
          <p:cNvSpPr/>
          <p:nvPr/>
        </p:nvSpPr>
        <p:spPr>
          <a:xfrm>
            <a:off x="467544" y="548680"/>
            <a:ext cx="6070893"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四、风险条件下的决策：保险市场的例子</a:t>
            </a:r>
          </a:p>
        </p:txBody>
      </p:sp>
      <p:sp>
        <p:nvSpPr>
          <p:cNvPr id="2" name="标注: 线形 1">
            <a:extLst>
              <a:ext uri="{FF2B5EF4-FFF2-40B4-BE49-F238E27FC236}">
                <a16:creationId xmlns:a16="http://schemas.microsoft.com/office/drawing/2014/main" id="{244E0A53-9FAE-41A3-8999-40BD9E995A68}"/>
              </a:ext>
            </a:extLst>
          </p:cNvPr>
          <p:cNvSpPr/>
          <p:nvPr/>
        </p:nvSpPr>
        <p:spPr bwMode="auto">
          <a:xfrm>
            <a:off x="6186208" y="4541151"/>
            <a:ext cx="1915930" cy="1181936"/>
          </a:xfrm>
          <a:prstGeom prst="borderCallout1">
            <a:avLst>
              <a:gd name="adj1" fmla="val 18750"/>
              <a:gd name="adj2" fmla="val -8333"/>
              <a:gd name="adj3" fmla="val -20134"/>
              <a:gd name="adj4" fmla="val -38044"/>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r>
              <a:rPr lang="en-US" altLang="zh-CN" dirty="0"/>
              <a:t>u’(a</a:t>
            </a:r>
            <a:r>
              <a:rPr lang="en-US" altLang="zh-CN" baseline="-25000" dirty="0"/>
              <a:t>1</a:t>
            </a:r>
            <a:r>
              <a:rPr lang="en-US" altLang="zh-CN" dirty="0"/>
              <a:t>) </a:t>
            </a:r>
            <a:r>
              <a:rPr lang="zh-CN" altLang="en-US" dirty="0"/>
              <a:t>和</a:t>
            </a:r>
            <a:r>
              <a:rPr lang="en-US" altLang="zh-CN" dirty="0"/>
              <a:t>u’(a</a:t>
            </a:r>
            <a:r>
              <a:rPr lang="en-US" altLang="zh-CN" baseline="-25000" dirty="0"/>
              <a:t>2</a:t>
            </a:r>
            <a:r>
              <a:rPr lang="en-US" altLang="zh-CN" dirty="0"/>
              <a:t>)</a:t>
            </a:r>
            <a:r>
              <a:rPr lang="zh-CN" altLang="en-US" dirty="0"/>
              <a:t>分别确定性条件下消费者在</a:t>
            </a:r>
            <a:r>
              <a:rPr lang="en-US" altLang="zh-CN" dirty="0"/>
              <a:t>a</a:t>
            </a:r>
            <a:r>
              <a:rPr lang="en-US" altLang="zh-CN" baseline="-25000" dirty="0"/>
              <a:t>1</a:t>
            </a:r>
            <a:r>
              <a:rPr lang="zh-CN" altLang="en-US" dirty="0"/>
              <a:t>和</a:t>
            </a:r>
            <a:r>
              <a:rPr lang="en-US" altLang="zh-CN" dirty="0"/>
              <a:t>a</a:t>
            </a:r>
            <a:r>
              <a:rPr lang="en-US" altLang="zh-CN" baseline="-25000" dirty="0"/>
              <a:t>2</a:t>
            </a:r>
            <a:r>
              <a:rPr lang="zh-CN" altLang="en-US" dirty="0"/>
              <a:t>处的边际效用。</a:t>
            </a: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024625293"/>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nodePh="1">
                                  <p:stCondLst>
                                    <p:cond delay="0"/>
                                  </p:stCondLst>
                                  <p:endCondLst>
                                    <p:cond evt="begin" delay="0">
                                      <p:tn val="5"/>
                                    </p:cond>
                                  </p:end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anim calcmode="lin" valueType="num">
                                      <p:cBhvr additive="base">
                                        <p:cTn id="19" dur="500" fill="hold"/>
                                        <p:tgtEl>
                                          <p:spTgt spid="24"/>
                                        </p:tgtEl>
                                        <p:attrNameLst>
                                          <p:attrName>ppt_x</p:attrName>
                                        </p:attrNameLst>
                                      </p:cBhvr>
                                      <p:tavLst>
                                        <p:tav tm="0">
                                          <p:val>
                                            <p:strVal val="#ppt_x"/>
                                          </p:val>
                                        </p:tav>
                                        <p:tav tm="100000">
                                          <p:val>
                                            <p:strVal val="#ppt_x"/>
                                          </p:val>
                                        </p:tav>
                                      </p:tavLst>
                                    </p:anim>
                                    <p:anim calcmode="lin" valueType="num">
                                      <p:cBhvr additive="base">
                                        <p:cTn id="20"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1000"/>
                                        <p:tgtEl>
                                          <p:spTgt spid="12"/>
                                        </p:tgtEl>
                                      </p:cBhvr>
                                    </p:animEffect>
                                    <p:anim calcmode="lin" valueType="num">
                                      <p:cBhvr>
                                        <p:cTn id="26" dur="1000" fill="hold"/>
                                        <p:tgtEl>
                                          <p:spTgt spid="12"/>
                                        </p:tgtEl>
                                        <p:attrNameLst>
                                          <p:attrName>ppt_x</p:attrName>
                                        </p:attrNameLst>
                                      </p:cBhvr>
                                      <p:tavLst>
                                        <p:tav tm="0">
                                          <p:val>
                                            <p:strVal val="#ppt_x"/>
                                          </p:val>
                                        </p:tav>
                                        <p:tav tm="100000">
                                          <p:val>
                                            <p:strVal val="#ppt_x"/>
                                          </p:val>
                                        </p:tav>
                                      </p:tavLst>
                                    </p:anim>
                                    <p:anim calcmode="lin" valueType="num">
                                      <p:cBhvr>
                                        <p:cTn id="27"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27"/>
                                        </p:tgtEl>
                                        <p:attrNameLst>
                                          <p:attrName>style.visibility</p:attrName>
                                        </p:attrNameLst>
                                      </p:cBhvr>
                                      <p:to>
                                        <p:strVal val="visible"/>
                                      </p:to>
                                    </p:set>
                                    <p:anim calcmode="lin" valueType="num">
                                      <p:cBhvr additive="base">
                                        <p:cTn id="32" dur="500" fill="hold"/>
                                        <p:tgtEl>
                                          <p:spTgt spid="27"/>
                                        </p:tgtEl>
                                        <p:attrNameLst>
                                          <p:attrName>ppt_x</p:attrName>
                                        </p:attrNameLst>
                                      </p:cBhvr>
                                      <p:tavLst>
                                        <p:tav tm="0">
                                          <p:val>
                                            <p:strVal val="#ppt_x"/>
                                          </p:val>
                                        </p:tav>
                                        <p:tav tm="100000">
                                          <p:val>
                                            <p:strVal val="#ppt_x"/>
                                          </p:val>
                                        </p:tav>
                                      </p:tavLst>
                                    </p:anim>
                                    <p:anim calcmode="lin" valueType="num">
                                      <p:cBhvr additive="base">
                                        <p:cTn id="33"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0" grpId="0"/>
      <p:bldP spid="12" grpId="0"/>
      <p:bldP spid="24" grpId="0"/>
      <p:bldP spid="27" grpId="0"/>
    </p:bldLst>
  </p:timing>
</p:sld>
</file>

<file path=ppt/tags/tag1.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1"/>
</p:tagLst>
</file>

<file path=ppt/tags/tag2.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1"/>
</p:tagLst>
</file>

<file path=ppt/tags/tag3.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2"/>
</p:tagLst>
</file>

<file path=ppt/tags/tag4.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2"/>
</p:tagLst>
</file>

<file path=ppt/tags/tag5.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3"/>
</p:tagLst>
</file>

<file path=ppt/tags/tag6.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3"/>
</p:tagLst>
</file>

<file path=ppt/tags/tag7.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4"/>
</p:tagLst>
</file>

<file path=ppt/tags/tag8.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4"/>
</p:tagLst>
</file>

<file path=ppt/tags/tag9.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5"/>
</p:tagLst>
</file>

<file path=ppt/tags/tag10.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6"/>
</p:tagLst>
</file>

<file path=ppt/tags/tag11.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7"/>
</p:tagLst>
</file>

<file path=ppt/tags/tag12.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8"/>
</p:tagLst>
</file>

<file path=ppt/tags/tag13.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5"/>
</p:tagLst>
</file>

<file path=ppt/tags/tag14.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9"/>
</p:tagLst>
</file>

<file path=ppt/tags/tag15.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16.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17.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18.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19.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20.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21.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22.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23.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24.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25.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26.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27.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28.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29.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30.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31.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32.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33.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34.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35.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36.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37.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38.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39.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40.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41.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42.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43.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44.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45.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46.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47.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48.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49.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50.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51.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52.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53.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54.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55.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56.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57.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1"/>
</p:tagLst>
</file>

<file path=ppt/tags/tag58.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1"/>
</p:tagLst>
</file>

<file path=ppt/tags/tag59.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2"/>
</p:tagLst>
</file>

<file path=ppt/tags/tag60.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2"/>
</p:tagLst>
</file>

<file path=ppt/tags/tag61.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3"/>
</p:tagLst>
</file>

<file path=ppt/tags/tag62.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3"/>
</p:tagLst>
</file>

<file path=ppt/tags/tag63.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5"/>
</p:tagLst>
</file>

<file path=ppt/tags/tag64.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6"/>
</p:tagLst>
</file>

<file path=ppt/tags/tag65.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66.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67.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68.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69.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70.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71.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72.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73.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74.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75.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76.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77.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78.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79.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80.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81.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82.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83.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84.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85.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86.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87.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1"/>
</p:tagLst>
</file>

<file path=ppt/tags/tag88.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1"/>
</p:tagLst>
</file>

<file path=ppt/tags/tag89.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2"/>
</p:tagLst>
</file>

<file path=ppt/tags/tag90.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2"/>
</p:tagLst>
</file>

<file path=ppt/tags/tag91.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5"/>
</p:tagLst>
</file>

<file path=ppt/tags/tag92.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93.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94.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95.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96.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97.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98.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99.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100.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101.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102.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1"/>
</p:tagLst>
</file>

<file path=ppt/tags/tag103.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1"/>
</p:tagLst>
</file>

<file path=ppt/tags/tag104.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2"/>
</p:tagLst>
</file>

<file path=ppt/tags/tag105.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2"/>
</p:tagLst>
</file>

<file path=ppt/tags/tag106.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3"/>
</p:tagLst>
</file>

<file path=ppt/tags/tag107.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3"/>
</p:tagLst>
</file>

<file path=ppt/tags/tag108.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5"/>
</p:tagLst>
</file>

<file path=ppt/tags/tag109.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6"/>
</p:tagLst>
</file>

<file path=ppt/tags/tag110.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111.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112.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113.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114.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115.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116.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117.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118.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119.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120.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121.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122.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123.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124.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125.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126.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127.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128.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129.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130.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131.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132.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133.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134.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1"/>
</p:tagLst>
</file>

<file path=ppt/tags/tag135.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1"/>
</p:tagLst>
</file>

<file path=ppt/tags/tag136.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2"/>
</p:tagLst>
</file>

<file path=ppt/tags/tag137.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2"/>
</p:tagLst>
</file>

<file path=ppt/tags/tag138.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3"/>
</p:tagLst>
</file>

<file path=ppt/tags/tag139.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3"/>
</p:tagLst>
</file>

<file path=ppt/tags/tag140.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4"/>
</p:tagLst>
</file>

<file path=ppt/tags/tag141.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4"/>
</p:tagLst>
</file>

<file path=ppt/tags/tag142.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5"/>
</p:tagLst>
</file>

<file path=ppt/tags/tag143.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6"/>
</p:tagLst>
</file>

<file path=ppt/tags/tag144.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7"/>
</p:tagLst>
</file>

<file path=ppt/tags/tag145.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8"/>
</p:tagLst>
</file>

<file path=ppt/tags/tag146.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5"/>
</p:tagLst>
</file>

<file path=ppt/tags/tag147.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9"/>
</p:tagLst>
</file>

<file path=ppt/tags/tag148.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149.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150.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151.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152.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153.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154.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155.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156.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157.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158.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159.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160.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161.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162.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1"/>
</p:tagLst>
</file>

<file path=ppt/tags/tag163.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1"/>
</p:tagLst>
</file>

<file path=ppt/tags/tag164.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2"/>
</p:tagLst>
</file>

<file path=ppt/tags/tag165.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2"/>
</p:tagLst>
</file>

<file path=ppt/tags/tag166.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3"/>
</p:tagLst>
</file>

<file path=ppt/tags/tag167.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3"/>
</p:tagLst>
</file>

<file path=ppt/tags/tag168.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4"/>
</p:tagLst>
</file>

<file path=ppt/tags/tag169.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4"/>
</p:tagLst>
</file>

<file path=ppt/tags/tag170.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5"/>
</p:tagLst>
</file>

<file path=ppt/tags/tag171.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6"/>
</p:tagLst>
</file>

<file path=ppt/tags/tag172.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7"/>
</p:tagLst>
</file>

<file path=ppt/tags/tag173.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174.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175.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176.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177.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178.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179.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180.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181.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182.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183.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184.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185.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186.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187.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188.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189.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190.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默认设计模板">
  <a:themeElements>
    <a:clrScheme name="1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默认设计模板">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3098</TotalTime>
  <Pages>0</Pages>
  <Words>6901</Words>
  <Characters>0</Characters>
  <Application>Microsoft Office PowerPoint</Application>
  <DocSecurity>0</DocSecurity>
  <PresentationFormat>全屏显示(4:3)</PresentationFormat>
  <Lines>0</Lines>
  <Paragraphs>860</Paragraphs>
  <Slides>76</Slides>
  <Notes>2</Notes>
  <HiddenSlides>0</HiddenSlides>
  <MMClips>0</MMClips>
  <ScaleCrop>false</ScaleCrop>
  <HeadingPairs>
    <vt:vector size="8" baseType="variant">
      <vt:variant>
        <vt:lpstr>已用的字体</vt:lpstr>
      </vt:variant>
      <vt:variant>
        <vt:i4>8</vt:i4>
      </vt:variant>
      <vt:variant>
        <vt:lpstr>主题</vt:lpstr>
      </vt:variant>
      <vt:variant>
        <vt:i4>2</vt:i4>
      </vt:variant>
      <vt:variant>
        <vt:lpstr>嵌入 OLE 服务器</vt:lpstr>
      </vt:variant>
      <vt:variant>
        <vt:i4>0</vt:i4>
      </vt:variant>
      <vt:variant>
        <vt:lpstr>幻灯片标题</vt:lpstr>
      </vt:variant>
      <vt:variant>
        <vt:i4>76</vt:i4>
      </vt:variant>
    </vt:vector>
  </HeadingPairs>
  <TitlesOfParts>
    <vt:vector size="86" baseType="lpstr">
      <vt:lpstr>等线</vt:lpstr>
      <vt:lpstr>宋体</vt:lpstr>
      <vt:lpstr>微软雅黑</vt:lpstr>
      <vt:lpstr>微软雅黑 Light</vt:lpstr>
      <vt:lpstr>Arial</vt:lpstr>
      <vt:lpstr>Cambria Math</vt:lpstr>
      <vt:lpstr>Times New Roman</vt:lpstr>
      <vt:lpstr>Wingdings</vt:lpstr>
      <vt:lpstr>默认设计模板</vt:lpstr>
      <vt:lpstr>1_默认设计模板</vt:lpstr>
      <vt:lpstr>第二章 消费者选择</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边际效用曲线与需求曲线</vt:lpstr>
      <vt:lpstr>PowerPoint 演示文稿</vt:lpstr>
      <vt:lpstr>PowerPoint 演示文稿</vt:lpstr>
      <vt:lpstr>PowerPoint 演示文稿</vt:lpstr>
      <vt:lpstr>PowerPoint 演示文稿</vt:lpstr>
      <vt:lpstr>小丁和小李的故事——如果不满足传递性假设</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第**章 章名称</dc:title>
  <dc:subject/>
  <dc:creator>Administrator</dc:creator>
  <cp:keywords/>
  <dc:description/>
  <cp:lastModifiedBy>qiang wu</cp:lastModifiedBy>
  <cp:revision>576</cp:revision>
  <dcterms:created xsi:type="dcterms:W3CDTF">2015-04-07T06:45:30Z</dcterms:created>
  <dcterms:modified xsi:type="dcterms:W3CDTF">2024-03-21T06:50:28Z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2052-9.1.0.5060</vt:lpwstr>
  </property>
</Properties>
</file>