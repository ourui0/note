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753" r:id="rId3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D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ch01_绪论_复习思考题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ch01_绪论_复习思考题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4815" y="615950"/>
            <a:ext cx="5579745" cy="59817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615950"/>
            <a:ext cx="5588635" cy="59817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ch01_绪论_复习思考题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21970"/>
          </a:xfrm>
        </p:spPr>
        <p:txBody>
          <a:bodyPr wrap="square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800" y="604203"/>
            <a:ext cx="5580000" cy="8239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815" y="1428115"/>
            <a:ext cx="5579745" cy="518668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604520"/>
            <a:ext cx="5589270" cy="823595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428115"/>
            <a:ext cx="5589270" cy="518668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ch01_绪论_复习思考题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ch01_绪论_复习思考题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ch01_绪论_复习思考题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ch01_绪论_复习思考题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-635" y="0"/>
            <a:ext cx="12192635" cy="59563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</p:spPr>
        <p:txBody>
          <a:bodyPr vert="horz" wrap="square" lIns="91440" tIns="82550" rIns="91440" bIns="8255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4180" y="687070"/>
            <a:ext cx="11343005" cy="5897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0" y="6696000"/>
            <a:ext cx="4114800" cy="152400"/>
          </a:xfrm>
          <a:prstGeom prst="rect">
            <a:avLst/>
          </a:prstGeom>
        </p:spPr>
        <p:txBody>
          <a:bodyPr vert="horz" lIns="91440" tIns="0" rIns="91440" bIns="0" rtlCol="0" anchor="ctr">
            <a:spAutoFit/>
          </a:bodyPr>
          <a:lstStyle>
            <a:lvl1pPr algn="l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r>
              <a:rPr lang="zh-CN" altLang="en-US"/>
              <a:t>ch01_绪论_复习思考题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1115" y="6696000"/>
            <a:ext cx="730885" cy="153670"/>
          </a:xfrm>
          <a:prstGeom prst="rect">
            <a:avLst/>
          </a:prstGeom>
        </p:spPr>
        <p:txBody>
          <a:bodyPr vert="horz" wrap="square" lIns="91440" tIns="0" rIns="91440" bIns="0" rtlCol="0" anchor="ctr">
            <a:spAutoFit/>
          </a:bodyPr>
          <a:lstStyle>
            <a:lvl1pPr algn="r">
              <a:defRPr sz="1000" b="1" i="1">
                <a:solidFill>
                  <a:schemeClr val="tx1">
                    <a:tint val="75000"/>
                  </a:schemeClr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ct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q"/>
        <a:defRPr sz="30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Ø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●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Arial" panose="020B0604020202020204" pitchFamily="34" charset="0"/>
        <a:buChar char="‒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>
          <a:srgbClr val="C00000"/>
        </a:buClr>
        <a:buSzPct val="85000"/>
        <a:buFont typeface="Wingdings" panose="05000000000000000000" charset="0"/>
        <a:buChar char=""/>
        <a:defRPr sz="2800" b="1" kern="1200">
          <a:solidFill>
            <a:srgbClr val="1F2DA8"/>
          </a:solidFill>
          <a:latin typeface="楷体" panose="02010609060101010101" charset="-122"/>
          <a:ea typeface="楷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第一章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绪论（复习思考题）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5473" name="Rectangle 3"/>
          <p:cNvSpPr>
            <a:spLocks noGrp="1"/>
          </p:cNvSpPr>
          <p:nvPr>
            <p:ph idx="1"/>
          </p:nvPr>
        </p:nvSpPr>
        <p:spPr>
          <a:xfrm>
            <a:off x="424180" y="687070"/>
            <a:ext cx="11343005" cy="4323080"/>
          </a:xfrm>
        </p:spPr>
        <p:txBody>
          <a:bodyPr wrap="square" anchor="t">
            <a:spAutoFit/>
          </a:bodyPr>
          <a:p>
            <a:pPr marL="514350" lvl="0" indent="-514350" eaLnBrk="1" fontAlgn="base" hangingPunct="1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理解下述四个概念及其相互关系：数据库，数据库管理系统，数据库系统，数据库应用系统</a:t>
            </a:r>
            <a:endParaRPr lang="zh-CN" altLang="en-US" sz="2000" strike="noStrike" noProof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514350" lvl="0" indent="-514350" eaLnBrk="1" fontAlgn="base" hangingPunct="1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数据库管理系统的</a:t>
            </a:r>
            <a:r>
              <a:rPr lang="zh-CN" altLang="en-US" sz="2000" dirty="0">
                <a:solidFill>
                  <a:srgbClr val="1F2DA8"/>
                </a:solidFill>
                <a:cs typeface="楷体" panose="02010609060101010101" charset="-122"/>
                <a:sym typeface="+mn-ea"/>
              </a:rPr>
              <a:t>主要</a:t>
            </a:r>
            <a:r>
              <a:rPr lang="zh-CN" altLang="en-US" sz="2000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功能有哪些？</a:t>
            </a:r>
            <a:endParaRPr lang="zh-CN" altLang="en-US" sz="2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514350" lvl="0" indent="-514350" eaLnBrk="1" fontAlgn="base" hangingPunct="1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数据库用户分哪几种类型？数据库管理员的主要工作是什么？</a:t>
            </a:r>
            <a:endParaRPr lang="zh-CN" altLang="en-US" sz="2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514350" lvl="0" indent="-514350" eaLnBrk="1" fontAlgn="base" hangingPunct="1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什么是两层客户</a:t>
            </a:r>
            <a:r>
              <a:rPr lang="en-US" altLang="zh-CN" sz="2000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-</a:t>
            </a:r>
            <a:r>
              <a:rPr lang="zh-CN" altLang="en-US" sz="2000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服务器架构？什么是三层浏览器</a:t>
            </a:r>
            <a:r>
              <a:rPr lang="en-US" altLang="zh-CN" sz="2000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-</a:t>
            </a:r>
            <a:r>
              <a:rPr lang="zh-CN" altLang="en-US" sz="2000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应用服务器</a:t>
            </a:r>
            <a:r>
              <a:rPr lang="en-US" altLang="zh-CN" sz="2000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/</a:t>
            </a:r>
            <a:r>
              <a:rPr lang="zh-CN" altLang="en-US" sz="2000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数据库服务器架构？</a:t>
            </a:r>
            <a:endParaRPr lang="zh-CN" altLang="en-US" sz="2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514350" lvl="0" indent="-514350" eaLnBrk="1" fontAlgn="base" hangingPunct="1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什么是数据冗余存储？什么是数据的一致性和不一致性？</a:t>
            </a:r>
            <a:endParaRPr lang="zh-CN" altLang="en-US" sz="2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514350" lvl="0" indent="-514350" eaLnBrk="1" fontAlgn="base" hangingPunct="1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数据库系统的特点有哪些？</a:t>
            </a:r>
            <a:endParaRPr lang="zh-CN" altLang="en-US" sz="2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514350" lvl="0" indent="-514350" eaLnBrk="1" fontAlgn="base" hangingPunct="1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什么是数据模型？数据模型的三要素是什么？为什么要建立三种不同抽象层次上的数据模型？</a:t>
            </a:r>
            <a:endParaRPr lang="zh-CN" altLang="en-US" sz="20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+mn-ea"/>
            </a:endParaRPr>
          </a:p>
          <a:p>
            <a:pPr marL="514350" lvl="0" indent="-514350" eaLnBrk="1" fontAlgn="base" hangingPunct="1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strike="noStrike" noProof="1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什么是数据模式？数据库系统中的三级模式分别用于描述哪个层次上的数据结构？</a:t>
            </a:r>
            <a:endParaRPr lang="zh-CN" altLang="en-US" sz="2000" strike="noStrike" noProof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514350" lvl="0" indent="-514350" eaLnBrk="1" fontAlgn="base" hangingPunct="1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strike="noStrike" noProof="1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什么是数据独立性？什么是逻辑独立性和物理独立性？数据库系统是如何实现数据独立性的？</a:t>
            </a:r>
            <a:endParaRPr lang="zh-CN" altLang="en-US" sz="2000" strike="noStrike" noProof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514350" lvl="0" indent="-514350" eaLnBrk="1" fontAlgn="base" hangingPunct="1">
              <a:lnSpc>
                <a:spcPct val="100000"/>
              </a:lnSpc>
              <a:buFont typeface="+mj-lt"/>
              <a:buAutoNum type="arabicPeriod"/>
            </a:pPr>
            <a:r>
              <a:rPr lang="zh-CN" altLang="en-US" sz="2000" strike="noStrike" noProof="1" dirty="0">
                <a:solidFill>
                  <a:srgbClr val="1F2D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试述数据库系统的组成。</a:t>
            </a:r>
            <a:endParaRPr lang="zh-CN" altLang="en-US" sz="2000" strike="noStrike" noProof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>
          <a:xfrm>
            <a:off x="11461115" y="6696000"/>
            <a:ext cx="730885" cy="153670"/>
          </a:xfrm>
        </p:spPr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ch01_绪论_复习思考题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ZGQ1YjIwMGNiOWJjNzI3MjRkMjdlNjcyYWIwMTY0NjMifQ=="/>
  <p:tag name="resource_record_key" val="{&quot;70&quot;:[3314500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314</Words>
  <Application>WPS 演示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楷体</vt:lpstr>
      <vt:lpstr>Wingdings</vt:lpstr>
      <vt:lpstr>微软雅黑</vt:lpstr>
      <vt:lpstr>Times New Roman</vt:lpstr>
      <vt:lpstr>Calibri</vt:lpstr>
      <vt:lpstr>Arial Unicode MS</vt:lpstr>
      <vt:lpstr>WPS</vt:lpstr>
      <vt:lpstr>本章复习思考题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pc403</dc:creator>
  <cp:lastModifiedBy>百老汇</cp:lastModifiedBy>
  <cp:revision>169</cp:revision>
  <dcterms:created xsi:type="dcterms:W3CDTF">2023-08-09T12:44:00Z</dcterms:created>
  <dcterms:modified xsi:type="dcterms:W3CDTF">2026-02-26T16:51:04Z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18217E5A2B37405B81C43DBB4F8DF72B_13</vt:lpwstr>
  </property>
  <property fmtid="{D5CDD505-2E9C-101B-9397-08002B2CF9AE}" pid="3" name="KSOProductBuildVer">
    <vt:lpwstr>2052-12.1.0.16250</vt:lpwstr>
  </property>
</Properties>
</file>